
<file path=[Content_Types].xml><?xml version="1.0" encoding="utf-8"?>
<Types xmlns="http://schemas.openxmlformats.org/package/2006/content-types">
  <Default Extension="rels" ContentType="application/vnd.openxmlformats-package.relationships+xml"/>
  <Default Extension="xml" ContentType="application/xml"/>
  <Default Extension="wmf" ContentType="image/x-wmf"/>
  <Default Extension="bin" ContentType="application/vnd.openxmlformats-officedocument.oleObject"/>
  <Default Extension="png" ContentType="image/png"/>
  <Default Extension="jpe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xml" ContentType="application/vnd.openxmlformats-officedocument.presentationml.slideLayout+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3.xml" ContentType="application/vnd.openxmlformats-officedocument.presentationml.slideLayout+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4.xml" ContentType="application/vnd.openxmlformats-officedocument.presentationml.slideLayout+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5.xml" ContentType="application/vnd.openxmlformats-officedocument.presentationml.slideLayout+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6.xml" ContentType="application/vnd.openxmlformats-officedocument.presentationml.slideLayout+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7.xml" ContentType="application/vnd.openxmlformats-officedocument.presentationml.slideLayout+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8.xml" ContentType="application/vnd.openxmlformats-officedocument.presentationml.slideLayout+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9.xml" ContentType="application/vnd.openxmlformats-officedocument.presentationml.slideLayout+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0.xml" ContentType="application/vnd.openxmlformats-officedocument.presentationml.slideLayout+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slideLayouts/slideLayout11.xml" ContentType="application/vnd.openxmlformats-officedocument.presentationml.slideLayout+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12.xml" ContentType="application/vnd.openxmlformats-officedocument.presentationml.slideLayout+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tags/tag62.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tags/tag63.xml" ContentType="application/vnd.openxmlformats-officedocument.presentationml.tags+xml"/>
  <Override PartName="/ppt/slides/slide3.xml" ContentType="application/vnd.openxmlformats-officedocument.presentationml.slide+xml"/>
  <Override PartName="/ppt/tags/tag64.xml" ContentType="application/vnd.openxmlformats-officedocument.presentationml.tags+xml"/>
  <Override PartName="/ppt/slides/slide4.xml" ContentType="application/vnd.openxmlformats-officedocument.presentationml.slide+xml"/>
  <Override PartName="/ppt/tags/tag65.xml" ContentType="application/vnd.openxmlformats-officedocument.presentationml.tags+xml"/>
  <Override PartName="/ppt/slides/slide5.xml" ContentType="application/vnd.openxmlformats-officedocument.presentationml.slide+xml"/>
  <Override PartName="/ppt/tags/tag66.xml" ContentType="application/vnd.openxmlformats-officedocument.presentationml.tags+xml"/>
  <Override PartName="/ppt/slides/slide6.xml" ContentType="application/vnd.openxmlformats-officedocument.presentationml.slide+xml"/>
  <Override PartName="/ppt/tags/tag67.xml" ContentType="application/vnd.openxmlformats-officedocument.presentationml.tags+xml"/>
  <Override PartName="/ppt/drawings/vmlDrawing1.vml" ContentType="application/vnd.openxmlformats-officedocument.vmlDrawing"/>
  <Override PartName="/ppt/slides/slide7.xml" ContentType="application/vnd.openxmlformats-officedocument.presentationml.slide+xml"/>
  <Override PartName="/ppt/tags/tag68.xml" ContentType="application/vnd.openxmlformats-officedocument.presentationml.tags+xml"/>
  <Override PartName="/ppt/slides/slide8.xml" ContentType="application/vnd.openxmlformats-officedocument.presentationml.slide+xml"/>
  <Override PartName="/ppt/tags/tag69.xml" ContentType="application/vnd.openxmlformats-officedocument.presentationml.tags+xml"/>
  <Override PartName="/ppt/drawings/vmlDrawing2.vml" ContentType="application/vnd.openxmlformats-officedocument.vmlDrawing"/>
  <Override PartName="/ppt/slides/slide9.xml" ContentType="application/vnd.openxmlformats-officedocument.presentationml.slide+xml"/>
  <Override PartName="/ppt/tags/tag70.xml" ContentType="application/vnd.openxmlformats-officedocument.presentationml.tags+xml"/>
  <Override PartName="/ppt/drawings/vmlDrawing3.vml" ContentType="application/vnd.openxmlformats-officedocument.vmlDrawing"/>
  <Override PartName="/ppt/slides/slide10.xml" ContentType="application/vnd.openxmlformats-officedocument.presentationml.slide+xml"/>
  <Override PartName="/ppt/tags/tag71.xml" ContentType="application/vnd.openxmlformats-officedocument.presentationml.tags+xml"/>
  <Override PartName="/ppt/slides/slide11.xml" ContentType="application/vnd.openxmlformats-officedocument.presentationml.slide+xml"/>
  <Override PartName="/ppt/tags/tag72.xml" ContentType="application/vnd.openxmlformats-officedocument.presentationml.tags+xml"/>
  <Override PartName="/ppt/slides/slide12.xml" ContentType="application/vnd.openxmlformats-officedocument.presentationml.slide+xml"/>
  <Override PartName="/ppt/tags/tag73.xml" ContentType="application/vnd.openxmlformats-officedocument.presentationml.tags+xml"/>
  <Override PartName="/ppt/slides/slide13.xml" ContentType="application/vnd.openxmlformats-officedocument.presentationml.slide+xml"/>
  <Override PartName="/ppt/tags/tag74.xml" ContentType="application/vnd.openxmlformats-officedocument.presentationml.tags+xml"/>
  <Override PartName="/ppt/drawings/vmlDrawing4.vml" ContentType="application/vnd.openxmlformats-officedocument.vmlDrawing"/>
  <Override PartName="/ppt/slides/slide14.xml" ContentType="application/vnd.openxmlformats-officedocument.presentationml.slide+xml"/>
  <Override PartName="/ppt/tags/tag75.xml" ContentType="application/vnd.openxmlformats-officedocument.presentationml.tags+xml"/>
  <Override PartName="/ppt/slides/slide15.xml" ContentType="application/vnd.openxmlformats-officedocument.presentationml.slide+xml"/>
  <Override PartName="/ppt/tags/tag76.xml" ContentType="application/vnd.openxmlformats-officedocument.presentationml.tags+xml"/>
  <Override PartName="/ppt/slides/slide16.xml" ContentType="application/vnd.openxmlformats-officedocument.presentationml.slide+xml"/>
  <Override PartName="/ppt/tags/tag77.xml" ContentType="application/vnd.openxmlformats-officedocument.presentationml.tags+xml"/>
  <Override PartName="/ppt/slides/slide17.xml" ContentType="application/vnd.openxmlformats-officedocument.presentationml.slide+xml"/>
  <Override PartName="/ppt/tags/tag78.xml" ContentType="application/vnd.openxmlformats-officedocument.presentationml.tags+xml"/>
  <Override PartName="/ppt/slides/slide18.xml" ContentType="application/vnd.openxmlformats-officedocument.presentationml.slide+xml"/>
  <Override PartName="/ppt/tags/tag79.xml" ContentType="application/vnd.openxmlformats-officedocument.presentationml.tags+xml"/>
  <Override PartName="/ppt/slides/slide19.xml" ContentType="application/vnd.openxmlformats-officedocument.presentationml.slide+xml"/>
  <Override PartName="/ppt/tags/tag80.xml" ContentType="application/vnd.openxmlformats-officedocument.presentationml.tags+xml"/>
  <Override PartName="/ppt/drawings/vmlDrawing5.vml" ContentType="application/vnd.openxmlformats-officedocument.vmlDrawing"/>
  <Override PartName="/ppt/slides/slide20.xml" ContentType="application/vnd.openxmlformats-officedocument.presentationml.slide+xml"/>
  <Override PartName="/ppt/drawings/vmlDrawing6.vml" ContentType="application/vnd.openxmlformats-officedocument.vmlDrawing"/>
  <Override PartName="/ppt/slides/slide21.xml" ContentType="application/vnd.openxmlformats-officedocument.presentationml.slide+xml"/>
  <Override PartName="/ppt/drawings/vmlDrawing7.vml" ContentType="application/vnd.openxmlformats-officedocument.vmlDrawing"/>
  <Override PartName="/ppt/slides/slide22.xml" ContentType="application/vnd.openxmlformats-officedocument.presentationml.slide+xml"/>
  <Override PartName="/ppt/tags/tag81.xml" ContentType="application/vnd.openxmlformats-officedocument.presentationml.tags+xml"/>
  <Override PartName="/ppt/slides/slide23.xml" ContentType="application/vnd.openxmlformats-officedocument.presentationml.slide+xml"/>
  <Override PartName="/ppt/tags/tag82.xml" ContentType="application/vnd.openxmlformats-officedocument.presentationml.tags+xml"/>
  <Override PartName="/ppt/slides/slide24.xml" ContentType="application/vnd.openxmlformats-officedocument.presentationml.slide+xml"/>
  <Override PartName="/ppt/tags/tag83.xml" ContentType="application/vnd.openxmlformats-officedocument.presentationml.tags+xml"/>
  <Override PartName="/ppt/slides/slide25.xml" ContentType="application/vnd.openxmlformats-officedocument.presentationml.slide+xml"/>
  <Override PartName="/ppt/tags/tag84.xml" ContentType="application/vnd.openxmlformats-officedocument.presentationml.tags+xml"/>
  <Override PartName="/ppt/slides/slide26.xml" ContentType="application/vnd.openxmlformats-officedocument.presentationml.slide+xml"/>
  <Override PartName="/ppt/tags/tag85.xml" ContentType="application/vnd.openxmlformats-officedocument.presentationml.tags+xml"/>
  <Override PartName="/ppt/slides/slide27.xml" ContentType="application/vnd.openxmlformats-officedocument.presentationml.slide+xml"/>
  <Override PartName="/ppt/slides/slide28.xml" ContentType="application/vnd.openxmlformats-officedocument.presentationml.slide+xml"/>
  <Override PartName="/ppt/tags/tag86.xml" ContentType="application/vnd.openxmlformats-officedocument.presentationml.tags+xml"/>
  <Override PartName="/ppt/slides/slide29.xml" ContentType="application/vnd.openxmlformats-officedocument.presentationml.slide+xml"/>
  <Override PartName="/ppt/drawings/vmlDrawing8.vml" ContentType="application/vnd.openxmlformats-officedocument.vmlDrawing"/>
  <Override PartName="/ppt/slides/slide30.xml" ContentType="application/vnd.openxmlformats-officedocument.presentationml.slide+xml"/>
  <Override PartName="/ppt/slides/slide31.xml" ContentType="application/vnd.openxmlformats-officedocument.presentationml.slide+xml"/>
  <Override PartName="/ppt/tags/tag87.xml" ContentType="application/vnd.openxmlformats-officedocument.presentationml.tags+xml"/>
  <Override PartName="/ppt/slides/slide32.xml" ContentType="application/vnd.openxmlformats-officedocument.presentationml.slide+xml"/>
  <Override PartName="/ppt/tags/tag88.xml" ContentType="application/vnd.openxmlformats-officedocument.presentationml.tags+xml"/>
  <Override PartName="/ppt/slides/slide33.xml" ContentType="application/vnd.openxmlformats-officedocument.presentationml.slide+xml"/>
  <Override PartName="/ppt/tags/tag89.xml" ContentType="application/vnd.openxmlformats-officedocument.presentationml.tags+xml"/>
  <Override PartName="/ppt/slides/slide34.xml" ContentType="application/vnd.openxmlformats-officedocument.presentationml.slide+xml"/>
  <Override PartName="/ppt/tags/tag90.xml" ContentType="application/vnd.openxmlformats-officedocument.presentationml.tags+xml"/>
  <Override PartName="/ppt/slides/slide35.xml" ContentType="application/vnd.openxmlformats-officedocument.presentationml.slide+xml"/>
  <Override PartName="/ppt/tags/tag91.xml" ContentType="application/vnd.openxmlformats-officedocument.presentationml.tags+xml"/>
  <Override PartName="/ppt/slides/slide36.xml" ContentType="application/vnd.openxmlformats-officedocument.presentationml.slide+xml"/>
  <Override PartName="/ppt/tags/tag92.xml" ContentType="application/vnd.openxmlformats-officedocument.presentationml.tags+xml"/>
  <Override PartName="/ppt/slides/slide37.xml" ContentType="application/vnd.openxmlformats-officedocument.presentationml.slide+xml"/>
  <Override PartName="/ppt/tags/tag93.xml" ContentType="application/vnd.openxmlformats-officedocument.presentationml.tags+xml"/>
  <Override PartName="/ppt/slides/slide38.xml" ContentType="application/vnd.openxmlformats-officedocument.presentationml.slide+xml"/>
  <Override PartName="/ppt/tags/tag94.xml" ContentType="application/vnd.openxmlformats-officedocument.presentationml.tags+xml"/>
  <Override PartName="/ppt/slides/slide39.xml" ContentType="application/vnd.openxmlformats-officedocument.presentationml.slide+xml"/>
  <Override PartName="/ppt/tags/tag95.xml" ContentType="application/vnd.openxmlformats-officedocument.presentationml.tags+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handoutMasterIdLst>
    <p:handoutMasterId r:id="rId3"/>
  </p:handoutMasterIdLst>
  <p:sldIdLst>
    <p:sldId id="257"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Lst>
  <p:sldSz type="screen16x9" cy="6858000" cx="12192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FFFFFF"/>
    <a:srgbClr val="DCDCDC"/>
    <a:srgbClr val="F0F0F0"/>
    <a:srgbClr val="E6E6E6"/>
    <a:srgbClr val="C8C8C8"/>
    <a:srgbClr val="FAFAFA"/>
    <a:srgbClr val="BEBEBE"/>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3778" autoAdjust="0"/>
    <p:restoredTop sz="94660"/>
  </p:normalViewPr>
  <p:slideViewPr>
    <p:cSldViewPr snapToGrid="0">
      <p:cViewPr varScale="1">
        <p:scale>
          <a:sx n="78" d="100"/>
          <a:sy n="78" d="100"/>
        </p:scale>
        <p:origin x="654" y="54"/>
      </p:cViewPr>
      <p:guideLst>
        <p:guide orient="horz" pos="2088"/>
        <p:guide pos="381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tableStyles" Target="tableStyles.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 Id="rId2" Type="http://schemas.openxmlformats.org/officeDocument/2006/relationships/image" Target="../media/image3.emf"/><Relationship Id="rId3"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 Id="rId3"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 Id="rId2"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emf"/><Relationship Id="rId2" Type="http://schemas.openxmlformats.org/officeDocument/2006/relationships/image" Target="../media/image3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11" name=""/>
        <p:cNvGrpSpPr/>
        <p:nvPr/>
      </p:nvGrpSpPr>
      <p:grpSpPr>
        <a:xfrm>
          <a:off x="0" y="0"/>
          <a:ext cx="0" cy="0"/>
          <a:chOff x="0" y="0"/>
          <a:chExt cx="0" cy="0"/>
        </a:xfrm>
      </p:grpSpPr>
      <p:sp>
        <p:nvSpPr>
          <p:cNvPr id="1048826"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latin typeface="微软雅黑" panose="020B0503020204020204" charset="-122"/>
              <a:ea typeface="微软雅黑" panose="020B0503020204020204" charset="-122"/>
            </a:endParaRPr>
          </a:p>
        </p:txBody>
      </p:sp>
      <p:sp>
        <p:nvSpPr>
          <p:cNvPr id="1048827" name="日期占位符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0F9B84EA-7D68-4D60-9CB1-D50884785D1C}" type="datetimeFigureOut">
              <a:rPr altLang="en-US" lang="zh-CN" smtClean="0">
                <a:latin typeface="微软雅黑" panose="020B0503020204020204" charset="-122"/>
                <a:ea typeface="微软雅黑" panose="020B0503020204020204" charset="-122"/>
              </a:rPr>
            </a:fld>
            <a:endParaRPr altLang="en-US" lang="zh-CN" smtClean="0">
              <a:latin typeface="微软雅黑" panose="020B0503020204020204" charset="-122"/>
              <a:ea typeface="微软雅黑" panose="020B0503020204020204" charset="-122"/>
            </a:endParaRPr>
          </a:p>
        </p:txBody>
      </p:sp>
      <p:sp>
        <p:nvSpPr>
          <p:cNvPr id="1048828" name="页脚占位符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altLang="en-US" lang="zh-CN">
              <a:latin typeface="微软雅黑" panose="020B0503020204020204" charset="-122"/>
              <a:ea typeface="微软雅黑" panose="020B0503020204020204" charset="-122"/>
            </a:endParaRPr>
          </a:p>
        </p:txBody>
      </p:sp>
      <p:sp>
        <p:nvSpPr>
          <p:cNvPr id="1048829" name="灯片编号占位符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8D4E0FC9-F1F8-4FAE-9988-3BA365CFD46F}" type="slidenum">
              <a:rPr altLang="en-US" lang="zh-CN" smtClean="0">
                <a:latin typeface="微软雅黑" panose="020B0503020204020204" charset="-122"/>
                <a:ea typeface="微软雅黑" panose="020B0503020204020204" charset="-122"/>
              </a:rPr>
            </a:fld>
            <a:endParaRPr altLang="en-US" lang="zh-CN" smtClean="0">
              <a:latin typeface="微软雅黑" panose="020B0503020204020204" charset="-122"/>
              <a:ea typeface="微软雅黑" panose="020B0503020204020204" charset="-122"/>
            </a:endParaRPr>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10" name=""/>
        <p:cNvGrpSpPr/>
        <p:nvPr/>
      </p:nvGrpSpPr>
      <p:grpSpPr>
        <a:xfrm>
          <a:off x="0" y="0"/>
          <a:ext cx="0" cy="0"/>
          <a:chOff x="0" y="0"/>
          <a:chExt cx="0" cy="0"/>
        </a:xfrm>
      </p:grpSpPr>
      <p:sp>
        <p:nvSpPr>
          <p:cNvPr id="1048820"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atin typeface="微软雅黑" panose="020B0503020204020204" charset="-122"/>
                <a:ea typeface="微软雅黑" panose="020B0503020204020204" charset="-122"/>
              </a:defRPr>
            </a:lvl1pPr>
          </a:lstStyle>
          <a:p>
            <a:endParaRPr altLang="en-US" lang="zh-CN"/>
          </a:p>
        </p:txBody>
      </p:sp>
      <p:sp>
        <p:nvSpPr>
          <p:cNvPr id="1048821"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atin typeface="微软雅黑" panose="020B0503020204020204" charset="-122"/>
                <a:ea typeface="微软雅黑" panose="020B0503020204020204" charset="-122"/>
              </a:defRPr>
            </a:lvl1pPr>
          </a:lstStyle>
          <a:p>
            <a:fld id="{1AC49D05-6128-4D0D-A32A-06A5E73B386C}" type="datetimeFigureOut">
              <a:rPr altLang="en-US" lang="zh-CN" smtClean="0"/>
            </a:fld>
            <a:endParaRPr altLang="en-US" lang="zh-CN"/>
          </a:p>
        </p:txBody>
      </p:sp>
      <p:sp>
        <p:nvSpPr>
          <p:cNvPr id="1048822"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823"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单击此处编辑母版文本样式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24"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atin typeface="微软雅黑" panose="020B0503020204020204" charset="-122"/>
                <a:ea typeface="微软雅黑" panose="020B0503020204020204" charset="-122"/>
              </a:defRPr>
            </a:lvl1pPr>
          </a:lstStyle>
          <a:p>
            <a:endParaRPr altLang="en-US" lang="zh-CN"/>
          </a:p>
        </p:txBody>
      </p:sp>
      <p:sp>
        <p:nvSpPr>
          <p:cNvPr id="1048825"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atin typeface="微软雅黑" panose="020B0503020204020204" charset="-122"/>
                <a:ea typeface="微软雅黑" panose="020B0503020204020204" charset="-122"/>
              </a:defRPr>
            </a:lvl1pPr>
          </a:lstStyle>
          <a:p>
            <a:fld id="{5849F42C-2DAE-424C-A4B8-3140182C3E9F}"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600" kern="1200">
        <a:solidFill>
          <a:schemeClr val="tx1"/>
        </a:solidFill>
        <a:latin typeface="微软雅黑" panose="020B0503020204020204" charset="-122"/>
        <a:ea typeface="微软雅黑" panose="020B0503020204020204" charset="-122"/>
        <a:cs typeface="+mn-cs"/>
      </a:defRPr>
    </a:lvl1pPr>
    <a:lvl2pPr algn="l" defTabSz="914400" eaLnBrk="1" hangingPunct="1" latinLnBrk="0" marL="457200" rtl="0">
      <a:defRPr sz="1200" kern="1200">
        <a:solidFill>
          <a:schemeClr val="tx1"/>
        </a:solidFill>
        <a:latin typeface="微软雅黑" panose="020B0503020204020204" charset="-122"/>
        <a:ea typeface="微软雅黑" panose="020B0503020204020204" charset="-122"/>
        <a:cs typeface="+mn-cs"/>
      </a:defRPr>
    </a:lvl2pPr>
    <a:lvl3pPr algn="l" defTabSz="914400" eaLnBrk="1" hangingPunct="1" latinLnBrk="0" marL="914400" rtl="0">
      <a:defRPr sz="1200" kern="1200">
        <a:solidFill>
          <a:schemeClr val="tx1"/>
        </a:solidFill>
        <a:latin typeface="微软雅黑" panose="020B0503020204020204" charset="-122"/>
        <a:ea typeface="微软雅黑" panose="020B0503020204020204" charset="-122"/>
        <a:cs typeface="+mn-cs"/>
      </a:defRPr>
    </a:lvl3pPr>
    <a:lvl4pPr algn="l" defTabSz="914400" eaLnBrk="1" hangingPunct="1" latinLnBrk="0" marL="1371600" rtl="0">
      <a:defRPr sz="1200" kern="1200">
        <a:solidFill>
          <a:schemeClr val="tx1"/>
        </a:solidFill>
        <a:latin typeface="微软雅黑" panose="020B0503020204020204" charset="-122"/>
        <a:ea typeface="微软雅黑" panose="020B0503020204020204" charset="-122"/>
        <a:cs typeface="+mn-cs"/>
      </a:defRPr>
    </a:lvl4pPr>
    <a:lvl5pPr algn="l" defTabSz="914400" eaLnBrk="1" hangingPunct="1" latinLnBrk="0" marL="1828800" rtl="0">
      <a:defRPr sz="1200" kern="1200">
        <a:solidFill>
          <a:schemeClr val="tx1"/>
        </a:solidFill>
        <a:latin typeface="微软雅黑" panose="020B0503020204020204" charset="-122"/>
        <a:ea typeface="微软雅黑" panose="020B0503020204020204" charset="-122"/>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89" name="幻灯片图像占位符 1"/>
          <p:cNvSpPr>
            <a:spLocks noChangeAspect="1" noRot="1" noGrp="1"/>
          </p:cNvSpPr>
          <p:nvPr>
            <p:ph type="sldImg"/>
          </p:nvPr>
        </p:nvSpPr>
        <p:spPr/>
      </p:sp>
      <p:sp>
        <p:nvSpPr>
          <p:cNvPr id="1048590" name="备注占位符 2"/>
          <p:cNvSpPr>
            <a:spLocks noGrp="1"/>
          </p:cNvSpPr>
          <p:nvPr>
            <p:ph type="body" idx="1"/>
          </p:nvPr>
        </p:nvSpPr>
        <p:spPr/>
        <p:txBody>
          <a:bodyPr/>
          <a:p>
            <a:endParaRPr altLang="en-US" lang="zh-CN"/>
          </a:p>
        </p:txBody>
      </p:sp>
      <p:sp>
        <p:nvSpPr>
          <p:cNvPr id="1048591" name="灯片编号占位符 3"/>
          <p:cNvSpPr>
            <a:spLocks noGrp="1"/>
          </p:cNvSpPr>
          <p:nvPr>
            <p:ph type="sldNum" sz="quarter" idx="10"/>
          </p:nvPr>
        </p:nvSpPr>
        <p:spPr/>
        <p:txBody>
          <a:bodyPr/>
          <a:p>
            <a:fld id="{85D0DACE-38E0-42D2-9336-2B707D34BC6D}" type="slidenum">
              <a:rPr altLang="en-US" lang="zh-CN" smtClean="0"/>
            </a:fld>
            <a:endParaRPr altLang="en-US"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tags" Target="../tags/tag14.xml"/><Relationship Id="rId5" Type="http://schemas.openxmlformats.org/officeDocument/2006/relationships/tags" Target="../tags/tag15.xml"/><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tags" Target="../tags/tag18.xml"/><Relationship Id="rId4" Type="http://schemas.openxmlformats.org/officeDocument/2006/relationships/tags" Target="../tags/tag19.xml"/><Relationship Id="rId5" Type="http://schemas.openxmlformats.org/officeDocument/2006/relationships/tags" Target="../tags/tag20.xml"/><Relationship Id="rId6" Type="http://schemas.openxmlformats.org/officeDocument/2006/relationships/tags" Target="../tags/tag21.xml"/><Relationship Id="rId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tags" Target="../tags/tag24.xml"/><Relationship Id="rId4" Type="http://schemas.openxmlformats.org/officeDocument/2006/relationships/tags" Target="../tags/tag25.xml"/><Relationship Id="rId5" Type="http://schemas.openxmlformats.org/officeDocument/2006/relationships/tags" Target="../tags/tag26.xml"/><Relationship Id="rId6" Type="http://schemas.openxmlformats.org/officeDocument/2006/relationships/tags" Target="../tags/tag27.xml"/><Relationship Id="rId7" Type="http://schemas.openxmlformats.org/officeDocument/2006/relationships/tags" Target="../tags/tag28.xml"/><Relationship Id="rId8" Type="http://schemas.openxmlformats.org/officeDocument/2006/relationships/tags" Target="../tags/tag29.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tags" Target="../tags/tag33.xml"/><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tags" Target="../tags/tag35.xml"/><Relationship Id="rId3" Type="http://schemas.openxmlformats.org/officeDocument/2006/relationships/tags" Target="../tags/tag36.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tags" Target="../tags/tag38.xml"/><Relationship Id="rId3" Type="http://schemas.openxmlformats.org/officeDocument/2006/relationships/tags" Target="../tags/tag39.xml"/><Relationship Id="rId4" Type="http://schemas.openxmlformats.org/officeDocument/2006/relationships/tags" Target="../tags/tag40.xml"/><Relationship Id="rId5" Type="http://schemas.openxmlformats.org/officeDocument/2006/relationships/tags" Target="../tags/tag41.xml"/><Relationship Id="rId6" Type="http://schemas.openxmlformats.org/officeDocument/2006/relationships/tags" Target="../tags/tag42.xml"/><Relationship Id="rId7"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tags" Target="../tags/tag47.xml"/><Relationship Id="rId6"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tags" Target="../tags/tag49.xml"/><Relationship Id="rId3" Type="http://schemas.openxmlformats.org/officeDocument/2006/relationships/tags" Target="../tags/tag50.xml"/><Relationship Id="rId4" Type="http://schemas.openxmlformats.org/officeDocument/2006/relationships/tags" Target="../tags/tag51.xml"/><Relationship Id="rId5"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tags" Target="../tags/tag53.xml"/><Relationship Id="rId3" Type="http://schemas.openxmlformats.org/officeDocument/2006/relationships/tags" Target="../tags/tag54.xml"/><Relationship Id="rId4" Type="http://schemas.openxmlformats.org/officeDocument/2006/relationships/tags" Target="../tags/tag55.xml"/><Relationship Id="rId5"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26" name=""/>
        <p:cNvGrpSpPr/>
        <p:nvPr/>
      </p:nvGrpSpPr>
      <p:grpSpPr>
        <a:xfrm>
          <a:off x="0" y="0"/>
          <a:ext cx="0" cy="0"/>
          <a:chOff x="0" y="0"/>
          <a:chExt cx="0" cy="0"/>
        </a:xfrm>
      </p:grpSpPr>
      <p:sp>
        <p:nvSpPr>
          <p:cNvPr id="1048582" name="标题 1"/>
          <p:cNvSpPr>
            <a:spLocks noGrp="1"/>
          </p:cNvSpPr>
          <p:nvPr>
            <p:ph type="ctrTitle" hasCustomPrompt="1"/>
            <p:custDataLst>
              <p:tags r:id="rId1"/>
            </p:custDataLst>
          </p:nvPr>
        </p:nvSpPr>
        <p:spPr>
          <a:xfrm>
            <a:off x="669882" y="2588281"/>
            <a:ext cx="10852237" cy="899167"/>
          </a:xfrm>
        </p:spPr>
        <p:txBody>
          <a:bodyPr anchor="t" anchorCtr="0" bIns="38100" lIns="101600" rIns="25400" tIns="38100">
            <a:noAutofit/>
          </a:bodyPr>
          <a:lstStyle>
            <a:lvl1pPr algn="ctr">
              <a:defRPr b="0" sz="5400" spc="600">
                <a:effectLst>
                  <a:outerShdw algn="tl" blurRad="38100" dir="2700000" dist="38100">
                    <a:srgbClr val="000000">
                      <a:alpha val="43137"/>
                    </a:srgbClr>
                  </a:outerShdw>
                </a:effectLst>
              </a:defRPr>
            </a:lvl1pPr>
          </a:lstStyle>
          <a:p>
            <a:r>
              <a:rPr altLang="en-US" dirty="0" lang="zh-CN"/>
              <a:t>单击此处编辑标题</a:t>
            </a:r>
            <a:endParaRPr altLang="en-US" dirty="0" lang="zh-CN"/>
          </a:p>
        </p:txBody>
      </p:sp>
      <p:sp>
        <p:nvSpPr>
          <p:cNvPr id="1048583" name="副标题 2"/>
          <p:cNvSpPr>
            <a:spLocks noGrp="1"/>
          </p:cNvSpPr>
          <p:nvPr>
            <p:ph type="subTitle" idx="1" hasCustomPrompt="1"/>
            <p:custDataLst>
              <p:tags r:id="rId2"/>
            </p:custDataLst>
          </p:nvPr>
        </p:nvSpPr>
        <p:spPr>
          <a:xfrm>
            <a:off x="669882" y="3566160"/>
            <a:ext cx="10852237" cy="950984"/>
          </a:xfrm>
        </p:spPr>
        <p:txBody>
          <a:bodyPr bIns="38100" lIns="101600" rIns="76200" tIns="38100">
            <a:noAutofit/>
          </a:bodyPr>
          <a:lstStyle>
            <a:lvl1pPr algn="ctr" eaLnBrk="1" fontAlgn="auto" hangingPunct="1" indent="0" latinLnBrk="0" marL="0">
              <a:lnSpc>
                <a:spcPct val="100000"/>
              </a:lnSpc>
              <a:buNone/>
              <a:defRPr baseline="0" cap="none" sz="2400" kern="1200" normalizeH="0" spc="200" strike="noStrike" u="none">
                <a:solidFill>
                  <a:schemeClr val="tx1"/>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dirty="0" lang="zh-CN"/>
              <a:t>单击此处编辑副标题</a:t>
            </a:r>
            <a:endParaRPr altLang="en-US" dirty="0" lang="zh-CN"/>
          </a:p>
        </p:txBody>
      </p:sp>
      <p:sp>
        <p:nvSpPr>
          <p:cNvPr id="1048584" name="日期占位符 15"/>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585" name="页脚占位符 16"/>
          <p:cNvSpPr>
            <a:spLocks noGrp="1"/>
          </p:cNvSpPr>
          <p:nvPr>
            <p:ph type="ftr" sz="quarter" idx="11"/>
            <p:custDataLst>
              <p:tags r:id="rId4"/>
            </p:custDataLst>
          </p:nvPr>
        </p:nvSpPr>
        <p:spPr/>
        <p:txBody>
          <a:bodyPr/>
          <a:p>
            <a:endParaRPr altLang="en-US" dirty="0" lang="zh-CN"/>
          </a:p>
        </p:txBody>
      </p:sp>
      <p:sp>
        <p:nvSpPr>
          <p:cNvPr id="1048586" name="灯片编号占位符 17"/>
          <p:cNvSpPr>
            <a:spLocks noGrp="1"/>
          </p:cNvSpPr>
          <p:nvPr>
            <p:ph type="sldNum" sz="quarter" idx="12"/>
            <p:custDataLst>
              <p:tags r:id="rId5"/>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60" name=""/>
        <p:cNvGrpSpPr/>
        <p:nvPr/>
      </p:nvGrpSpPr>
      <p:grpSpPr>
        <a:xfrm>
          <a:off x="0" y="0"/>
          <a:ext cx="0" cy="0"/>
          <a:chOff x="0" y="0"/>
          <a:chExt cx="0" cy="0"/>
        </a:xfrm>
      </p:grpSpPr>
      <p:sp>
        <p:nvSpPr>
          <p:cNvPr id="1048592" name="标题 1"/>
          <p:cNvSpPr>
            <a:spLocks noGrp="1"/>
          </p:cNvSpPr>
          <p:nvPr>
            <p:ph type="title"/>
            <p:custDataLst>
              <p:tags r:id="rId1"/>
            </p:custDataLst>
          </p:nvPr>
        </p:nvSpPr>
        <p:spPr>
          <a:xfrm>
            <a:off x="669882" y="432000"/>
            <a:ext cx="10852237" cy="648000"/>
          </a:xfrm>
        </p:spPr>
        <p:txBody>
          <a:bodyPr anchor="ctr" anchorCtr="0" bIns="38100" lIns="101600" rIns="76200" rtlCol="0" tIns="38100" vert="horz">
            <a:noAutofit/>
          </a:bodyPr>
          <a:lstStyle>
            <a:lvl1pPr algn="l" defTabSz="914400" eaLnBrk="1" fontAlgn="auto" hangingPunct="1" latinLnBrk="0" marL="0" marR="0" rtl="0">
              <a:lnSpc>
                <a:spcPct val="100000"/>
              </a:lnSpc>
              <a:buNone/>
              <a:defRPr altLang="en-US" baseline="0" b="1" cap="none" dirty="0" sz="2800" i="0" kern="1200" kumimoji="0" lang="zh-CN" noProof="1" normalizeH="0" spc="200" strike="noStrike" u="none">
                <a:solidFill>
                  <a:schemeClr val="tx1"/>
                </a:solidFill>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1048593" name="内容占位符 2"/>
          <p:cNvSpPr>
            <a:spLocks noGrp="1"/>
          </p:cNvSpPr>
          <p:nvPr>
            <p:ph idx="1"/>
            <p:custDataLst>
              <p:tags r:id="rId2"/>
            </p:custDataLst>
          </p:nvPr>
        </p:nvSpPr>
        <p:spPr>
          <a:xfrm>
            <a:off x="669882" y="1296000"/>
            <a:ext cx="10852237" cy="5041355"/>
          </a:xfrm>
        </p:spPr>
        <p:txBody>
          <a:bodyPr bIns="0" lIns="101600" rIns="82550" rtlCol="0" tIns="0" vert="horz">
            <a:noAutofit/>
          </a:bodyPr>
          <a:lstStyle>
            <a:lvl1pPr algn="l" defTabSz="914400" eaLnBrk="1" fontAlgn="auto" hangingPunct="1" indent="-228600" latinLnBrk="0" lvl="0" marL="2286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228600" latinLnBrk="0" lvl="1" marL="68580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228600" latinLnBrk="0" lvl="2" marL="11430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228600" latinLnBrk="0" lvl="3" marL="16002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228600" latinLnBrk="0" lvl="4" marL="20574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594" name="日期占位符 3"/>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595" name="页脚占位符 4"/>
          <p:cNvSpPr>
            <a:spLocks noGrp="1"/>
          </p:cNvSpPr>
          <p:nvPr>
            <p:ph type="ftr" sz="quarter" idx="11"/>
            <p:custDataLst>
              <p:tags r:id="rId4"/>
            </p:custDataLst>
          </p:nvPr>
        </p:nvSpPr>
        <p:spPr/>
        <p:txBody>
          <a:bodyPr/>
          <a:p>
            <a:endParaRPr altLang="en-US" lang="zh-CN"/>
          </a:p>
        </p:txBody>
      </p:sp>
      <p:sp>
        <p:nvSpPr>
          <p:cNvPr id="1048596" name="灯片编号占位符 5"/>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106" name=""/>
        <p:cNvGrpSpPr/>
        <p:nvPr/>
      </p:nvGrpSpPr>
      <p:grpSpPr>
        <a:xfrm>
          <a:off x="0" y="0"/>
          <a:ext cx="0" cy="0"/>
          <a:chOff x="0" y="0"/>
          <a:chExt cx="0" cy="0"/>
        </a:xfrm>
      </p:grpSpPr>
      <p:sp>
        <p:nvSpPr>
          <p:cNvPr id="1048795" name="标题 1"/>
          <p:cNvSpPr>
            <a:spLocks noGrp="1"/>
          </p:cNvSpPr>
          <p:nvPr>
            <p:ph type="title"/>
            <p:custDataLst>
              <p:tags r:id="rId1"/>
            </p:custDataLst>
          </p:nvPr>
        </p:nvSpPr>
        <p:spPr>
          <a:xfrm>
            <a:off x="669930" y="3808730"/>
            <a:ext cx="10852237" cy="624845"/>
          </a:xfrm>
        </p:spPr>
        <p:txBody>
          <a:bodyPr anchor="t" anchorCtr="0" bIns="38100" lIns="101600" rIns="63500" tIns="38100">
            <a:noAutofit/>
          </a:bodyPr>
          <a:lstStyle>
            <a:lvl1pPr>
              <a:defRPr b="0" cap="none" sz="3600" kern="1200" normalizeH="0" spc="300" strike="noStrike" u="none">
                <a:solidFill>
                  <a:schemeClr val="tx1"/>
                </a:solidFill>
                <a:effectLst>
                  <a:outerShdw algn="tl" blurRad="38100" dir="2700000" dist="38100">
                    <a:srgbClr val="000000">
                      <a:alpha val="43137"/>
                    </a:srgbClr>
                  </a:outerShdw>
                </a:effectLst>
              </a:defRPr>
            </a:lvl1pPr>
          </a:lstStyle>
          <a:p>
            <a:r>
              <a:rPr altLang="en-US" dirty="0" lang="zh-CN"/>
              <a:t>单击此处编辑母版标题样式</a:t>
            </a:r>
            <a:endParaRPr altLang="en-US" dirty="0" lang="zh-CN"/>
          </a:p>
        </p:txBody>
      </p:sp>
      <p:sp>
        <p:nvSpPr>
          <p:cNvPr id="1048796" name="文本占位符 2"/>
          <p:cNvSpPr>
            <a:spLocks noGrp="1"/>
          </p:cNvSpPr>
          <p:nvPr>
            <p:ph type="body" idx="1"/>
            <p:custDataLst>
              <p:tags r:id="rId2"/>
            </p:custDataLst>
          </p:nvPr>
        </p:nvSpPr>
        <p:spPr>
          <a:xfrm>
            <a:off x="669925" y="4511675"/>
            <a:ext cx="10852237" cy="1077985"/>
          </a:xfrm>
        </p:spPr>
        <p:txBody>
          <a:bodyPr bIns="38100" lIns="101600" rIns="76200" tIns="38100">
            <a:noAutofit/>
          </a:bodyPr>
          <a:lstStyle>
            <a:lvl1pPr eaLnBrk="1" fontAlgn="auto" hangingPunct="1" indent="0" latinLnBrk="0" marL="0">
              <a:buNone/>
              <a:defRPr altLang="en-US" baseline="0" b="0" cap="none" sz="1600" i="0" kern="1200" kumimoji="0" lang="zh-CN" noProof="1" normalizeH="0" spc="150" strike="noStrike" u="none">
                <a:solidFill>
                  <a:schemeClr val="tx1"/>
                </a:solidFill>
                <a:latin typeface="+mn-lt"/>
                <a:ea typeface="+mn-ea"/>
                <a:cs typeface="+mn-cs"/>
                <a:sym typeface="+mn-ea"/>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dirty="0" lang="zh-CN"/>
              <a:t>单击此处编辑母版文本样式</a:t>
            </a:r>
            <a:endParaRPr altLang="en-US" dirty="0" lang="zh-CN"/>
          </a:p>
        </p:txBody>
      </p:sp>
      <p:sp>
        <p:nvSpPr>
          <p:cNvPr id="1048797" name="日期占位符 3"/>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798" name="页脚占位符 4"/>
          <p:cNvSpPr>
            <a:spLocks noGrp="1"/>
          </p:cNvSpPr>
          <p:nvPr>
            <p:ph type="ftr" sz="quarter" idx="11"/>
            <p:custDataLst>
              <p:tags r:id="rId4"/>
            </p:custDataLst>
          </p:nvPr>
        </p:nvSpPr>
        <p:spPr/>
        <p:txBody>
          <a:bodyPr/>
          <a:p>
            <a:endParaRPr altLang="en-US" lang="zh-CN"/>
          </a:p>
        </p:txBody>
      </p:sp>
      <p:sp>
        <p:nvSpPr>
          <p:cNvPr id="1048799" name="灯片编号占位符 5"/>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107" name=""/>
        <p:cNvGrpSpPr/>
        <p:nvPr/>
      </p:nvGrpSpPr>
      <p:grpSpPr>
        <a:xfrm>
          <a:off x="0" y="0"/>
          <a:ext cx="0" cy="0"/>
          <a:chOff x="0" y="0"/>
          <a:chExt cx="0" cy="0"/>
        </a:xfrm>
      </p:grpSpPr>
      <p:sp>
        <p:nvSpPr>
          <p:cNvPr id="1048800" name="标题 1"/>
          <p:cNvSpPr>
            <a:spLocks noGrp="1"/>
          </p:cNvSpPr>
          <p:nvPr>
            <p:ph type="title"/>
            <p:custDataLst>
              <p:tags r:id="rId1"/>
            </p:custDataLst>
          </p:nvPr>
        </p:nvSpPr>
        <p:spPr>
          <a:xfrm>
            <a:off x="669882" y="432000"/>
            <a:ext cx="10852237" cy="648000"/>
          </a:xfrm>
        </p:spPr>
        <p:txBody>
          <a:bodyPr anchor="ctr" anchorCtr="0" bIns="38100" lIns="101600" rIns="76200" rtlCol="0" tIns="38100" vert="horz">
            <a:noAutofit/>
          </a:bodyPr>
          <a:lstStyle>
            <a:lvl1pPr algn="l" defTabSz="914400" eaLnBrk="1" fontAlgn="auto" hangingPunct="1" latinLnBrk="0" lvl="0" marL="0" marR="0" rtl="0">
              <a:lnSpc>
                <a:spcPct val="100000"/>
              </a:lnSpc>
              <a:buNone/>
              <a:defRPr altLang="en-US" baseline="0" b="1" cap="none" dirty="0" sz="2800" i="0" kern="1200" kumimoji="0" lang="zh-CN" noProof="1" normalizeH="0" spc="200" strike="noStrike" u="none">
                <a:solidFill>
                  <a:schemeClr val="tx1"/>
                </a:solidFill>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1048801" name="内容占位符 2"/>
          <p:cNvSpPr>
            <a:spLocks noGrp="1"/>
          </p:cNvSpPr>
          <p:nvPr>
            <p:ph sz="half" idx="1"/>
            <p:custDataLst>
              <p:tags r:id="rId2"/>
            </p:custDataLst>
          </p:nvPr>
        </p:nvSpPr>
        <p:spPr>
          <a:xfrm>
            <a:off x="669930" y="1296000"/>
            <a:ext cx="5283242" cy="5040000"/>
          </a:xfrm>
        </p:spPr>
        <p:txBody>
          <a:bodyPr bIns="0" lIns="101600" rIns="82550" rtlCol="0" tIns="0" vert="horz">
            <a:noAutofit/>
          </a:bodyPr>
          <a:lstStyle>
            <a:lvl1pPr algn="l" defTabSz="914400" eaLnBrk="1" fontAlgn="auto" hangingPunct="1" indent="-228600" latinLnBrk="0" lvl="0" marL="2286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228600" latinLnBrk="0" lvl="1" marL="68580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228600" latinLnBrk="0" lvl="2" marL="11430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228600" latinLnBrk="0" lvl="3" marL="16002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228600" latinLnBrk="0" lvl="4" marL="20574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802"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803" name="日期占位符 4"/>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804" name="页脚占位符 5"/>
          <p:cNvSpPr>
            <a:spLocks noGrp="1"/>
          </p:cNvSpPr>
          <p:nvPr>
            <p:ph type="ftr" sz="quarter" idx="11"/>
            <p:custDataLst>
              <p:tags r:id="rId5"/>
            </p:custDataLst>
          </p:nvPr>
        </p:nvSpPr>
        <p:spPr/>
        <p:txBody>
          <a:bodyPr/>
          <a:p>
            <a:endParaRPr altLang="en-US" lang="zh-CN"/>
          </a:p>
        </p:txBody>
      </p:sp>
      <p:sp>
        <p:nvSpPr>
          <p:cNvPr id="1048805" name="灯片编号占位符 6"/>
          <p:cNvSpPr>
            <a:spLocks noGrp="1"/>
          </p:cNvSpPr>
          <p:nvPr>
            <p:ph type="sldNum" sz="quarter" idx="12"/>
            <p:custDataLst>
              <p:tags r:id="rId6"/>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108" name=""/>
        <p:cNvGrpSpPr/>
        <p:nvPr/>
      </p:nvGrpSpPr>
      <p:grpSpPr>
        <a:xfrm>
          <a:off x="0" y="0"/>
          <a:ext cx="0" cy="0"/>
          <a:chOff x="0" y="0"/>
          <a:chExt cx="0" cy="0"/>
        </a:xfrm>
      </p:grpSpPr>
      <p:sp>
        <p:nvSpPr>
          <p:cNvPr id="1048806" name="标题 1"/>
          <p:cNvSpPr>
            <a:spLocks noGrp="1"/>
          </p:cNvSpPr>
          <p:nvPr>
            <p:ph type="title"/>
            <p:custDataLst>
              <p:tags r:id="rId1"/>
            </p:custDataLst>
          </p:nvPr>
        </p:nvSpPr>
        <p:spPr>
          <a:xfrm>
            <a:off x="669882" y="432000"/>
            <a:ext cx="10852237" cy="648000"/>
          </a:xfrm>
        </p:spPr>
        <p:txBody>
          <a:bodyPr anchor="ctr" anchorCtr="0" bIns="38100" lIns="101600" rIns="76200" rtlCol="0" tIns="38100" vert="horz">
            <a:noAutofit/>
          </a:bodyPr>
          <a:lstStyle>
            <a:lvl1pPr algn="l" defTabSz="914400" eaLnBrk="1" fontAlgn="auto" hangingPunct="1" latinLnBrk="0" lvl="0" marL="0" marR="0" rtl="0">
              <a:lnSpc>
                <a:spcPct val="100000"/>
              </a:lnSpc>
              <a:buNone/>
              <a:defRPr altLang="en-US" baseline="0" b="1" cap="none" dirty="0" sz="2800" i="0" kern="1200" kumimoji="0" lang="zh-CN" noProof="1" normalizeH="0" spc="200" strike="noStrike" u="none">
                <a:solidFill>
                  <a:schemeClr val="tx1"/>
                </a:solidFill>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1048807" name="文本占位符 2"/>
          <p:cNvSpPr>
            <a:spLocks noGrp="1"/>
          </p:cNvSpPr>
          <p:nvPr>
            <p:ph type="body" idx="1" hasCustomPrompt="1"/>
            <p:custDataLst>
              <p:tags r:id="rId2"/>
            </p:custDataLst>
          </p:nvPr>
        </p:nvSpPr>
        <p:spPr>
          <a:xfrm>
            <a:off x="669930" y="1296000"/>
            <a:ext cx="5283242" cy="381003"/>
          </a:xfrm>
        </p:spPr>
        <p:txBody>
          <a:bodyPr anchor="t" anchorCtr="0" bIns="38100" lIns="101600" rIns="76200" tIns="38100">
            <a:noAutofit/>
          </a:bodyPr>
          <a:lstStyle>
            <a:lvl1pPr eaLnBrk="1" fontAlgn="auto" hangingPunct="1" indent="0" latinLnBrk="0" marL="0">
              <a:lnSpc>
                <a:spcPct val="100000"/>
              </a:lnSpc>
              <a:spcAft>
                <a:spcPts val="0"/>
              </a:spcAft>
              <a:buNone/>
              <a:defRPr baseline="0" b="1" cap="none" sz="2000" kern="1200" normalizeH="0" spc="200" strike="noStrike" u="none">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dirty="0" lang="zh-CN"/>
              <a:t>单击此处编辑文本</a:t>
            </a:r>
            <a:endParaRPr altLang="en-US" dirty="0" lang="zh-CN"/>
          </a:p>
        </p:txBody>
      </p:sp>
      <p:sp>
        <p:nvSpPr>
          <p:cNvPr id="1048808" name="内容占位符 3"/>
          <p:cNvSpPr>
            <a:spLocks noGrp="1"/>
          </p:cNvSpPr>
          <p:nvPr>
            <p:ph sz="half" idx="2"/>
            <p:custDataLst>
              <p:tags r:id="rId3"/>
            </p:custDataLst>
          </p:nvPr>
        </p:nvSpPr>
        <p:spPr>
          <a:xfrm>
            <a:off x="669925" y="1789043"/>
            <a:ext cx="5283200" cy="4552234"/>
          </a:xfrm>
        </p:spPr>
        <p:txBody>
          <a:bodyPr bIns="0" lIns="101600" rIns="82550" rtlCol="0" tIns="0" vert="horz">
            <a:noAutofit/>
          </a:bodyPr>
          <a:lstStyle>
            <a:lvl1pPr algn="l" defTabSz="914400" eaLnBrk="1" fontAlgn="auto" hangingPunct="1" indent="-228600" latinLnBrk="0" lvl="0" marL="2286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228600" latinLnBrk="0" lvl="1" marL="68580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228600" latinLnBrk="0" lvl="2" marL="11430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228600" latinLnBrk="0" lvl="3" marL="16002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228600" latinLnBrk="0" lvl="4" marL="20574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809" name="文本占位符 4"/>
          <p:cNvSpPr>
            <a:spLocks noGrp="1"/>
          </p:cNvSpPr>
          <p:nvPr>
            <p:ph type="body" sz="quarter" idx="3" hasCustomPrompt="1"/>
            <p:custDataLst>
              <p:tags r:id="rId4"/>
            </p:custDataLst>
          </p:nvPr>
        </p:nvSpPr>
        <p:spPr>
          <a:xfrm>
            <a:off x="6235750" y="1296000"/>
            <a:ext cx="5283242" cy="381003"/>
          </a:xfrm>
        </p:spPr>
        <p:txBody>
          <a:bodyPr anchor="t" anchorCtr="0" bIns="38100" lIns="101600" rIns="76200" rtlCol="0" tIns="38100" vert="horz">
            <a:noAutofit/>
          </a:bodyPr>
          <a:lstStyle>
            <a:lvl1pPr algn="l" defTabSz="914400" eaLnBrk="1" fontAlgn="auto" hangingPunct="1" indent="0" latinLnBrk="0" lvl="0" marL="0" marR="0" rtl="0">
              <a:lnSpc>
                <a:spcPct val="100000"/>
              </a:lnSpc>
              <a:spcBef>
                <a:spcPts val="0"/>
              </a:spcBef>
              <a:spcAft>
                <a:spcPts val="0"/>
              </a:spcAft>
              <a:buFont typeface="Arial" panose="020B0604020202020204" pitchFamily="34" charset="0"/>
              <a:buNone/>
              <a:defRPr altLang="en-US" baseline="0" b="1" cap="none" dirty="0" sz="2000" i="0" kern="1200" kumimoji="0" lang="zh-CN" noProof="1" normalizeH="0" spc="200" strike="noStrike" u="none">
                <a:solidFill>
                  <a:schemeClr val="tx1"/>
                </a:solidFill>
                <a:latin typeface="+mn-lt"/>
                <a:ea typeface="+mn-ea"/>
                <a:cs typeface="+mn-cs"/>
                <a:sym typeface="+mn-ea"/>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sym typeface="+mn-ea"/>
              </a:rPr>
              <a:t>单击此处编辑文本</a:t>
            </a:r>
            <a:endParaRPr>
              <a:sym typeface="+mn-ea"/>
            </a:endParaRPr>
          </a:p>
        </p:txBody>
      </p:sp>
      <p:sp>
        <p:nvSpPr>
          <p:cNvPr id="1048810" name="内容占位符 5"/>
          <p:cNvSpPr>
            <a:spLocks noGrp="1"/>
          </p:cNvSpPr>
          <p:nvPr>
            <p:ph sz="quarter" idx="4"/>
            <p:custDataLst>
              <p:tags r:id="rId5"/>
            </p:custDataLst>
          </p:nvPr>
        </p:nvSpPr>
        <p:spPr>
          <a:xfrm>
            <a:off x="6235750" y="1789043"/>
            <a:ext cx="5283242" cy="4552234"/>
          </a:xfrm>
        </p:spPr>
        <p:txBody>
          <a:bodyPr bIns="0" lIns="101600" rIns="82550" rtlCol="0" tIns="0" vert="horz">
            <a:noAutofit/>
          </a:bodyPr>
          <a:lstStyle>
            <a:lvl1pPr algn="l" defTabSz="914400" eaLnBrk="1" fontAlgn="auto" hangingPunct="1" indent="-228600" latinLnBrk="0" lvl="0" marL="2286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228600" latinLnBrk="0" lvl="1" marL="68580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228600" latinLnBrk="0" lvl="2" marL="11430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228600" latinLnBrk="0" lvl="3" marL="16002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228600" latinLnBrk="0" lvl="4" marL="20574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811" name="日期占位符 6"/>
          <p:cNvSpPr>
            <a:spLocks noGrp="1"/>
          </p:cNvSpPr>
          <p:nvPr>
            <p:ph type="dt" sz="half" idx="10"/>
            <p:custDataLst>
              <p:tags r:id="rId6"/>
            </p:custDataLst>
          </p:nvPr>
        </p:nvSpPr>
        <p:spPr/>
        <p:txBody>
          <a:bodyPr/>
          <a:p>
            <a:fld id="{760FBDFE-C587-4B4C-A407-44438C67B59E}" type="datetimeFigureOut">
              <a:rPr altLang="en-US" lang="zh-CN" smtClean="0"/>
            </a:fld>
            <a:endParaRPr altLang="en-US" lang="zh-CN"/>
          </a:p>
        </p:txBody>
      </p:sp>
      <p:sp>
        <p:nvSpPr>
          <p:cNvPr id="1048812" name="页脚占位符 7"/>
          <p:cNvSpPr>
            <a:spLocks noGrp="1"/>
          </p:cNvSpPr>
          <p:nvPr>
            <p:ph type="ftr" sz="quarter" idx="11"/>
            <p:custDataLst>
              <p:tags r:id="rId7"/>
            </p:custDataLst>
          </p:nvPr>
        </p:nvSpPr>
        <p:spPr/>
        <p:txBody>
          <a:bodyPr/>
          <a:p>
            <a:endParaRPr altLang="en-US" lang="zh-CN"/>
          </a:p>
        </p:txBody>
      </p:sp>
      <p:sp>
        <p:nvSpPr>
          <p:cNvPr id="1048813" name="灯片编号占位符 8"/>
          <p:cNvSpPr>
            <a:spLocks noGrp="1"/>
          </p:cNvSpPr>
          <p:nvPr>
            <p:ph type="sldNum" sz="quarter" idx="12"/>
            <p:custDataLst>
              <p:tags r:id="rId8"/>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102" name=""/>
        <p:cNvGrpSpPr/>
        <p:nvPr/>
      </p:nvGrpSpPr>
      <p:grpSpPr>
        <a:xfrm>
          <a:off x="0" y="0"/>
          <a:ext cx="0" cy="0"/>
          <a:chOff x="0" y="0"/>
          <a:chExt cx="0" cy="0"/>
        </a:xfrm>
      </p:grpSpPr>
      <p:sp>
        <p:nvSpPr>
          <p:cNvPr id="1048778" name="标题 1"/>
          <p:cNvSpPr>
            <a:spLocks noGrp="1"/>
          </p:cNvSpPr>
          <p:nvPr>
            <p:ph type="title"/>
            <p:custDataLst>
              <p:tags r:id="rId1"/>
            </p:custDataLst>
          </p:nvPr>
        </p:nvSpPr>
        <p:spPr/>
        <p:txBody>
          <a:bodyPr anchor="ctr" anchorCtr="0" bIns="38100" lIns="101600" rIns="76200" rtlCol="0" tIns="38100" vert="horz">
            <a:noAutofit/>
          </a:bodyPr>
          <a:lstStyle>
            <a:lvl1pPr algn="l" defTabSz="914400" eaLnBrk="1" fontAlgn="auto" hangingPunct="1" latinLnBrk="0" lvl="0" marL="0" marR="0" rtl="0">
              <a:lnSpc>
                <a:spcPct val="100000"/>
              </a:lnSpc>
              <a:buNone/>
              <a:defRPr altLang="en-US" baseline="0" b="1" cap="none" dirty="0" sz="2800" i="0" kern="1200" kumimoji="0" lang="zh-CN" noProof="1" normalizeH="0" spc="200" strike="noStrike" u="none">
                <a:solidFill>
                  <a:schemeClr val="tx1"/>
                </a:solidFill>
                <a:latin typeface="+mj-lt"/>
                <a:ea typeface="+mj-ea"/>
                <a:cs typeface="+mj-cs"/>
                <a:sym typeface="+mn-ea"/>
              </a:defRPr>
            </a:lvl1pPr>
          </a:lstStyle>
          <a:p>
            <a:pPr lvl="0"/>
            <a:r>
              <a:rPr>
                <a:sym typeface="+mn-ea"/>
              </a:rPr>
              <a:t>单击此处编辑母版标题样式</a:t>
            </a:r>
            <a:endParaRPr>
              <a:sym typeface="+mn-ea"/>
            </a:endParaRPr>
          </a:p>
        </p:txBody>
      </p:sp>
      <p:sp>
        <p:nvSpPr>
          <p:cNvPr id="1048779" name="日期占位符 2"/>
          <p:cNvSpPr>
            <a:spLocks noGrp="1"/>
          </p:cNvSpPr>
          <p:nvPr>
            <p:ph type="dt" sz="half" idx="10"/>
            <p:custDataLst>
              <p:tags r:id="rId2"/>
            </p:custDataLst>
          </p:nvPr>
        </p:nvSpPr>
        <p:spPr/>
        <p:txBody>
          <a:bodyPr/>
          <a:p>
            <a:fld id="{760FBDFE-C587-4B4C-A407-44438C67B59E}" type="datetimeFigureOut">
              <a:rPr altLang="en-US" lang="zh-CN" smtClean="0"/>
            </a:fld>
            <a:endParaRPr altLang="en-US" lang="zh-CN"/>
          </a:p>
        </p:txBody>
      </p:sp>
      <p:sp>
        <p:nvSpPr>
          <p:cNvPr id="1048780" name="页脚占位符 3"/>
          <p:cNvSpPr>
            <a:spLocks noGrp="1"/>
          </p:cNvSpPr>
          <p:nvPr>
            <p:ph type="ftr" sz="quarter" idx="11"/>
            <p:custDataLst>
              <p:tags r:id="rId3"/>
            </p:custDataLst>
          </p:nvPr>
        </p:nvSpPr>
        <p:spPr/>
        <p:txBody>
          <a:bodyPr/>
          <a:p>
            <a:endParaRPr altLang="en-US" lang="zh-CN"/>
          </a:p>
        </p:txBody>
      </p:sp>
      <p:sp>
        <p:nvSpPr>
          <p:cNvPr id="1048781" name="灯片编号占位符 4"/>
          <p:cNvSpPr>
            <a:spLocks noGrp="1"/>
          </p:cNvSpPr>
          <p:nvPr>
            <p:ph type="sldNum" sz="quarter" idx="12"/>
            <p:custDataLst>
              <p:tags r:id="rId4"/>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63" name=""/>
        <p:cNvGrpSpPr/>
        <p:nvPr/>
      </p:nvGrpSpPr>
      <p:grpSpPr>
        <a:xfrm>
          <a:off x="0" y="0"/>
          <a:ext cx="0" cy="0"/>
          <a:chOff x="0" y="0"/>
          <a:chExt cx="0" cy="0"/>
        </a:xfrm>
      </p:grpSpPr>
      <p:sp>
        <p:nvSpPr>
          <p:cNvPr id="1048602" name="日期占位符 1"/>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603" name="页脚占位符 2"/>
          <p:cNvSpPr>
            <a:spLocks noGrp="1"/>
          </p:cNvSpPr>
          <p:nvPr>
            <p:ph type="ftr" sz="quarter" idx="11"/>
            <p:custDataLst>
              <p:tags r:id="rId2"/>
            </p:custDataLst>
          </p:nvPr>
        </p:nvSpPr>
        <p:spPr/>
        <p:txBody>
          <a:bodyPr/>
          <a:p>
            <a:endParaRPr altLang="en-US" lang="zh-CN"/>
          </a:p>
        </p:txBody>
      </p:sp>
      <p:sp>
        <p:nvSpPr>
          <p:cNvPr id="1048604" name="灯片编号占位符 3"/>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09" name=""/>
        <p:cNvGrpSpPr/>
        <p:nvPr/>
      </p:nvGrpSpPr>
      <p:grpSpPr>
        <a:xfrm>
          <a:off x="0" y="0"/>
          <a:ext cx="0" cy="0"/>
          <a:chOff x="0" y="0"/>
          <a:chExt cx="0" cy="0"/>
        </a:xfrm>
      </p:grpSpPr>
      <p:sp>
        <p:nvSpPr>
          <p:cNvPr id="1048814" name="图片占位符 2"/>
          <p:cNvSpPr>
            <a:spLocks noGrp="1"/>
          </p:cNvSpPr>
          <p:nvPr>
            <p:ph type="pic" idx="1"/>
            <p:custDataLst>
              <p:tags r:id="rId1"/>
            </p:custDataLst>
          </p:nvPr>
        </p:nvSpPr>
        <p:spPr>
          <a:xfrm>
            <a:off x="669930" y="1296000"/>
            <a:ext cx="5283242" cy="5040000"/>
          </a:xfrm>
        </p:spPr>
        <p:txBody>
          <a:bodyPr bIns="0" lIns="101600" rIns="82550" rtlCol="0" tIns="0" vert="horz">
            <a:noAutofit/>
          </a:bodyPr>
          <a:lstStyle>
            <a:lvl1pPr algn="l" defTabSz="914400" eaLnBrk="1" fontAlgn="auto" hangingPunct="1" indent="0" latinLnBrk="0" lvl="0" marL="0" marR="0" rtl="0">
              <a:lnSpc>
                <a:spcPct val="130000"/>
              </a:lnSpc>
              <a:spcBef>
                <a:spcPts val="0"/>
              </a:spcBef>
              <a:spcAft>
                <a:spcPts val="1000"/>
              </a:spcAft>
              <a:buFont typeface="Arial" panose="020B0604020202020204" pitchFamily="34" charset="0"/>
              <a:buNone/>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228600" latinLnBrk="0" lvl="1" marL="68580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600" i="0" kern="1200" kumimoji="0" lang="zh-CN" noProof="1" normalizeH="0" spc="150" strike="noStrike" u="none">
                <a:solidFill>
                  <a:schemeClr val="tx1"/>
                </a:solidFill>
                <a:latin typeface="+mn-lt"/>
                <a:ea typeface="+mn-ea"/>
                <a:cs typeface="+mn-cs"/>
                <a:sym typeface="+mn-ea"/>
              </a:defRPr>
            </a:lvl2pPr>
            <a:lvl3pPr algn="l" defTabSz="914400" eaLnBrk="1" fontAlgn="auto" hangingPunct="1" indent="-228600" latinLnBrk="0" lvl="2" marL="11430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solidFill>
                <a:latin typeface="+mn-lt"/>
                <a:ea typeface="+mn-ea"/>
                <a:cs typeface="+mn-cs"/>
                <a:sym typeface="+mn-ea"/>
              </a:defRPr>
            </a:lvl3pPr>
            <a:lvl4pPr algn="l" defTabSz="914400" eaLnBrk="1" fontAlgn="auto" hangingPunct="1" indent="-228600" latinLnBrk="0" lvl="3" marL="16002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solidFill>
                <a:latin typeface="+mn-lt"/>
                <a:ea typeface="+mn-ea"/>
                <a:cs typeface="+mn-cs"/>
                <a:sym typeface="+mn-ea"/>
              </a:defRPr>
            </a:lvl4pPr>
            <a:lvl5pPr algn="l" defTabSz="914400" eaLnBrk="1" fontAlgn="auto" hangingPunct="1" indent="-228600" latinLnBrk="0" lvl="4" marL="20574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solidFill>
                <a:latin typeface="+mn-lt"/>
                <a:ea typeface="+mn-ea"/>
                <a:cs typeface="+mn-cs"/>
                <a:sym typeface="+mn-ea"/>
              </a:defRPr>
            </a:lvl5pPr>
          </a:lstStyle>
          <a:p>
            <a:pPr lvl="0"/>
            <a:endParaRPr dirty="0">
              <a:sym typeface="+mn-ea"/>
            </a:endParaRPr>
          </a:p>
        </p:txBody>
      </p:sp>
      <p:sp>
        <p:nvSpPr>
          <p:cNvPr id="1048815" name="文本占位符 3"/>
          <p:cNvSpPr>
            <a:spLocks noGrp="1"/>
          </p:cNvSpPr>
          <p:nvPr>
            <p:ph type="body" sz="half" idx="2"/>
            <p:custDataLst>
              <p:tags r:id="rId2"/>
            </p:custDataLst>
          </p:nvPr>
        </p:nvSpPr>
        <p:spPr>
          <a:xfrm>
            <a:off x="6238925" y="1296000"/>
            <a:ext cx="5283242" cy="5040000"/>
          </a:xfrm>
        </p:spPr>
        <p:txBody>
          <a:bodyPr bIns="0" lIns="101600" rIns="82550" rtlCol="0" tIns="0" vert="horz">
            <a:normAutofit/>
          </a:bodyPr>
          <a:lstStyle>
            <a:lvl1pPr algn="l" defTabSz="914400" eaLnBrk="1" fontAlgn="auto" hangingPunct="1" indent="-228600" latinLnBrk="0" lvl="0" marL="228600" marR="0" rtl="0">
              <a:lnSpc>
                <a:spcPct val="130000"/>
              </a:lnSpc>
              <a:spcBef>
                <a:spcPts val="0"/>
              </a:spcBef>
              <a:spcAft>
                <a:spcPts val="1000"/>
              </a:spcAft>
              <a:buFont typeface="Arial" panose="020B0604020202020204" pitchFamily="34" charset="0"/>
              <a:buChar char="•"/>
              <a:defRPr altLang="en-US" baseline="0" b="0" cap="none" dirty="0" sz="1600" i="0" kern="1200" kumimoji="0" lang="zh-CN" noProof="1" normalizeH="0" spc="150" strike="noStrike" u="none">
                <a:solidFill>
                  <a:schemeClr val="tx1">
                    <a:lumMod val="75000"/>
                    <a:lumOff val="25000"/>
                  </a:schemeClr>
                </a:solidFill>
                <a:latin typeface="+mn-lt"/>
                <a:ea typeface="+mn-ea"/>
                <a:cs typeface="+mn-cs"/>
                <a:sym typeface="+mn-ea"/>
              </a:defRPr>
            </a:lvl1pPr>
          </a:lstStyle>
          <a:p>
            <a:pPr lvl="0"/>
            <a:r>
              <a:rPr>
                <a:sym typeface="+mn-ea"/>
              </a:rPr>
              <a:t>单击此处编辑母版文本样式</a:t>
            </a:r>
            <a:endParaRPr>
              <a:sym typeface="+mn-ea"/>
            </a:endParaRPr>
          </a:p>
        </p:txBody>
      </p:sp>
      <p:sp>
        <p:nvSpPr>
          <p:cNvPr id="1048816" name="日期占位符 4"/>
          <p:cNvSpPr>
            <a:spLocks noGrp="1"/>
          </p:cNvSpPr>
          <p:nvPr>
            <p:ph type="dt" sz="half" idx="10"/>
            <p:custDataLst>
              <p:tags r:id="rId3"/>
            </p:custDataLst>
          </p:nvPr>
        </p:nvSpPr>
        <p:spPr/>
        <p:txBody>
          <a:bodyPr/>
          <a:p>
            <a:fld id="{9EFD9D74-47D9-4702-A33C-335B63B48DBF}" type="datetimeFigureOut">
              <a:rPr altLang="en-US" lang="zh-CN" smtClean="0"/>
            </a:fld>
            <a:endParaRPr altLang="en-US" dirty="0" lang="zh-CN"/>
          </a:p>
        </p:txBody>
      </p:sp>
      <p:sp>
        <p:nvSpPr>
          <p:cNvPr id="1048817" name="页脚占位符 5"/>
          <p:cNvSpPr>
            <a:spLocks noGrp="1"/>
          </p:cNvSpPr>
          <p:nvPr>
            <p:ph type="ftr" sz="quarter" idx="11"/>
            <p:custDataLst>
              <p:tags r:id="rId4"/>
            </p:custDataLst>
          </p:nvPr>
        </p:nvSpPr>
        <p:spPr/>
        <p:txBody>
          <a:bodyPr/>
          <a:p>
            <a:endParaRPr altLang="en-US" dirty="0" lang="zh-CN"/>
          </a:p>
        </p:txBody>
      </p:sp>
      <p:sp>
        <p:nvSpPr>
          <p:cNvPr id="1048818" name="灯片编号占位符 6"/>
          <p:cNvSpPr>
            <a:spLocks noGrp="1"/>
          </p:cNvSpPr>
          <p:nvPr>
            <p:ph type="sldNum" sz="quarter" idx="12"/>
            <p:custDataLst>
              <p:tags r:id="rId5"/>
            </p:custDataLst>
          </p:nvPr>
        </p:nvSpPr>
        <p:spPr/>
        <p:txBody>
          <a:bodyPr/>
          <a:p>
            <a:fld id="{FABC47A4-756D-490B-A52F-7D9E2C9FC05F}" type="slidenum">
              <a:rPr altLang="en-US" lang="zh-CN" smtClean="0"/>
            </a:fld>
            <a:endParaRPr altLang="en-US" lang="zh-CN"/>
          </a:p>
        </p:txBody>
      </p:sp>
      <p:sp>
        <p:nvSpPr>
          <p:cNvPr id="1048819" name="标题 8"/>
          <p:cNvSpPr>
            <a:spLocks noGrp="1"/>
          </p:cNvSpPr>
          <p:nvPr>
            <p:ph type="title"/>
            <p:custDataLst>
              <p:tags r:id="rId6"/>
            </p:custDataLst>
          </p:nvPr>
        </p:nvSpPr>
        <p:spPr/>
        <p:txBody>
          <a:bodyPr/>
          <a:p>
            <a:r>
              <a:rPr altLang="en-US" lang="zh-CN"/>
              <a:t>单击此处编辑母版标题样式</a:t>
            </a:r>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竖排标题与文本">
    <p:spTree>
      <p:nvGrpSpPr>
        <p:cNvPr id="104" name=""/>
        <p:cNvGrpSpPr/>
        <p:nvPr/>
      </p:nvGrpSpPr>
      <p:grpSpPr>
        <a:xfrm>
          <a:off x="0" y="0"/>
          <a:ext cx="0" cy="0"/>
          <a:chOff x="0" y="0"/>
          <a:chExt cx="0" cy="0"/>
        </a:xfrm>
      </p:grpSpPr>
      <p:sp>
        <p:nvSpPr>
          <p:cNvPr id="1048786" name="竖排标题 1"/>
          <p:cNvSpPr>
            <a:spLocks noGrp="1"/>
          </p:cNvSpPr>
          <p:nvPr>
            <p:ph type="title" orient="vert"/>
            <p:custDataLst>
              <p:tags r:id="rId1"/>
            </p:custDataLst>
          </p:nvPr>
        </p:nvSpPr>
        <p:spPr>
          <a:xfrm>
            <a:off x="10571135" y="952508"/>
            <a:ext cx="950984" cy="5388907"/>
          </a:xfrm>
        </p:spPr>
        <p:txBody>
          <a:bodyPr anchor="ctr" anchorCtr="0" bIns="38100" lIns="101600" rIns="76200" rtlCol="0" tIns="38100" vert="eaVert">
            <a:noAutofit/>
          </a:bodyPr>
          <a:lstStyle>
            <a:lvl1pPr algn="l" defTabSz="914400" eaLnBrk="1" fontAlgn="auto" hangingPunct="1" latinLnBrk="0" lvl="0" marL="0" marR="0" rtl="0">
              <a:lnSpc>
                <a:spcPct val="100000"/>
              </a:lnSpc>
              <a:spcAft>
                <a:spcPts val="0"/>
              </a:spcAft>
              <a:buNone/>
              <a:defRPr altLang="en-US" baseline="0" b="1" cap="none" dirty="0" sz="2400" i="0" kern="1200" kumimoji="0" lang="zh-CN" noProof="1" normalizeH="0" spc="200" strike="noStrike" u="none">
                <a:solidFill>
                  <a:schemeClr val="tx1"/>
                </a:solidFill>
                <a:latin typeface="+mj-lt"/>
                <a:ea typeface="+mj-ea"/>
                <a:cs typeface="+mj-cs"/>
                <a:sym typeface="+mn-ea"/>
              </a:defRPr>
            </a:lvl1pPr>
          </a:lstStyle>
          <a:p>
            <a:pPr lvl="0"/>
            <a:r>
              <a:rPr>
                <a:sym typeface="+mn-ea"/>
              </a:rPr>
              <a:t>单击此处编辑母版标题样式</a:t>
            </a:r>
            <a:endParaRPr>
              <a:sym typeface="+mn-ea"/>
            </a:endParaRPr>
          </a:p>
        </p:txBody>
      </p:sp>
      <p:sp>
        <p:nvSpPr>
          <p:cNvPr id="1048787" name="竖排文字占位符 2"/>
          <p:cNvSpPr>
            <a:spLocks noGrp="1"/>
          </p:cNvSpPr>
          <p:nvPr>
            <p:ph type="body" orient="vert" idx="1"/>
            <p:custDataLst>
              <p:tags r:id="rId2"/>
            </p:custDataLst>
          </p:nvPr>
        </p:nvSpPr>
        <p:spPr>
          <a:xfrm>
            <a:off x="669925" y="952500"/>
            <a:ext cx="9828101" cy="5388907"/>
          </a:xfrm>
        </p:spPr>
        <p:txBody>
          <a:bodyPr vert="eaVert"/>
          <a:lstStyle>
            <a:lvl1pPr eaLnBrk="1" fontAlgn="auto" hangingPunct="1" indent="0" latinLnBrk="0">
              <a:defRPr>
                <a:solidFill>
                  <a:schemeClr val="tx1">
                    <a:lumMod val="75000"/>
                    <a:lumOff val="25000"/>
                  </a:schemeClr>
                </a:solidFill>
              </a:defRPr>
            </a:lvl1pPr>
            <a:lvl2pPr eaLnBrk="1" fontAlgn="auto" hangingPunct="1" indent="0" latinLnBrk="0">
              <a:defRPr>
                <a:solidFill>
                  <a:schemeClr val="tx1">
                    <a:lumMod val="75000"/>
                    <a:lumOff val="25000"/>
                  </a:schemeClr>
                </a:solidFill>
              </a:defRPr>
            </a:lvl2pPr>
            <a:lvl3pPr eaLnBrk="1" fontAlgn="auto" hangingPunct="1" indent="0" latinLnBrk="0">
              <a:defRPr>
                <a:solidFill>
                  <a:schemeClr val="tx1">
                    <a:lumMod val="75000"/>
                    <a:lumOff val="25000"/>
                  </a:schemeClr>
                </a:solidFill>
              </a:defRPr>
            </a:lvl3pPr>
            <a:lvl4pPr eaLnBrk="1" fontAlgn="auto" hangingPunct="1" indent="0" latinLnBrk="0">
              <a:defRPr>
                <a:solidFill>
                  <a:schemeClr val="tx1">
                    <a:lumMod val="75000"/>
                    <a:lumOff val="25000"/>
                  </a:schemeClr>
                </a:solidFill>
              </a:defRPr>
            </a:lvl4pPr>
            <a:lvl5pPr eaLnBrk="1" fontAlgn="auto" hangingPunct="1" indent="0" latinLnBrk="0">
              <a:defRPr>
                <a:solidFill>
                  <a:schemeClr val="tx1">
                    <a:lumMod val="75000"/>
                    <a:lumOff val="25000"/>
                  </a:schemeClr>
                </a:solidFill>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788" name="日期占位符 3"/>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789" name="页脚占位符 4"/>
          <p:cNvSpPr>
            <a:spLocks noGrp="1"/>
          </p:cNvSpPr>
          <p:nvPr>
            <p:ph type="ftr" sz="quarter" idx="11"/>
            <p:custDataLst>
              <p:tags r:id="rId4"/>
            </p:custDataLst>
          </p:nvPr>
        </p:nvSpPr>
        <p:spPr/>
        <p:txBody>
          <a:bodyPr/>
          <a:p>
            <a:endParaRPr altLang="en-US" lang="zh-CN"/>
          </a:p>
        </p:txBody>
      </p:sp>
      <p:sp>
        <p:nvSpPr>
          <p:cNvPr id="1048790" name="灯片编号占位符 5"/>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05" name=""/>
        <p:cNvGrpSpPr/>
        <p:nvPr/>
      </p:nvGrpSpPr>
      <p:grpSpPr>
        <a:xfrm>
          <a:off x="0" y="0"/>
          <a:ext cx="0" cy="0"/>
          <a:chOff x="0" y="0"/>
          <a:chExt cx="0" cy="0"/>
        </a:xfrm>
      </p:grpSpPr>
      <p:sp>
        <p:nvSpPr>
          <p:cNvPr id="1048791" name="日期占位符 2"/>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792" name="页脚占位符 3"/>
          <p:cNvSpPr>
            <a:spLocks noGrp="1"/>
          </p:cNvSpPr>
          <p:nvPr>
            <p:ph type="ftr" sz="quarter" idx="11"/>
            <p:custDataLst>
              <p:tags r:id="rId2"/>
            </p:custDataLst>
          </p:nvPr>
        </p:nvSpPr>
        <p:spPr/>
        <p:txBody>
          <a:bodyPr/>
          <a:p>
            <a:endParaRPr altLang="en-US" lang="zh-CN"/>
          </a:p>
        </p:txBody>
      </p:sp>
      <p:sp>
        <p:nvSpPr>
          <p:cNvPr id="1048793" name="灯片编号占位符 4"/>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
        <p:nvSpPr>
          <p:cNvPr id="1048794"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03" name=""/>
        <p:cNvGrpSpPr/>
        <p:nvPr/>
      </p:nvGrpSpPr>
      <p:grpSpPr>
        <a:xfrm>
          <a:off x="0" y="0"/>
          <a:ext cx="0" cy="0"/>
          <a:chOff x="0" y="0"/>
          <a:chExt cx="0" cy="0"/>
        </a:xfrm>
      </p:grpSpPr>
      <p:sp>
        <p:nvSpPr>
          <p:cNvPr id="1048782" name="日期占位符 2"/>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783" name="页脚占位符 3"/>
          <p:cNvSpPr>
            <a:spLocks noGrp="1"/>
          </p:cNvSpPr>
          <p:nvPr>
            <p:ph type="ftr" sz="quarter" idx="11"/>
            <p:custDataLst>
              <p:tags r:id="rId2"/>
            </p:custDataLst>
          </p:nvPr>
        </p:nvSpPr>
        <p:spPr/>
        <p:txBody>
          <a:bodyPr/>
          <a:p>
            <a:endParaRPr altLang="en-US" lang="zh-CN"/>
          </a:p>
        </p:txBody>
      </p:sp>
      <p:sp>
        <p:nvSpPr>
          <p:cNvPr id="1048784" name="灯片编号占位符 4"/>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
        <p:nvSpPr>
          <p:cNvPr id="1048785" name="标题 1"/>
          <p:cNvSpPr>
            <a:spLocks noGrp="1"/>
          </p:cNvSpPr>
          <p:nvPr>
            <p:ph type="title" hasCustomPrompt="1"/>
            <p:custDataLst>
              <p:tags r:id="rId4"/>
            </p:custDataLst>
          </p:nvPr>
        </p:nvSpPr>
        <p:spPr>
          <a:xfrm>
            <a:off x="669882" y="2588281"/>
            <a:ext cx="10852237" cy="899167"/>
          </a:xfrm>
        </p:spPr>
        <p:txBody>
          <a:bodyPr anchor="t" anchorCtr="0" bIns="38100" lIns="101600" rIns="25400" rtlCol="0" tIns="38100" vert="horz">
            <a:noAutofit/>
          </a:bodyPr>
          <a:lstStyle>
            <a:lvl1pPr algn="ctr" defTabSz="914400" eaLnBrk="1" fontAlgn="auto" hangingPunct="1" latinLnBrk="0" marL="0" marR="0" rtl="0">
              <a:lnSpc>
                <a:spcPct val="100000"/>
              </a:lnSpc>
              <a:buNone/>
              <a:defRPr altLang="en-US" baseline="0" b="0" cap="none" dirty="0" sz="5400" i="0" kern="1200" kumimoji="0" lang="zh-CN" noProof="1" normalizeH="0" spc="600" strike="noStrike" u="none">
                <a:solidFill>
                  <a:schemeClr val="tx1"/>
                </a:solidFill>
                <a:effectLst>
                  <a:outerShdw algn="tl" blurRad="38100" dir="2700000" dist="38100">
                    <a:srgbClr val="000000">
                      <a:alpha val="43137"/>
                    </a:srgbClr>
                  </a:outerShdw>
                </a:effectLst>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txAndObj">
  <p:cSld name="标题，文本与内容">
    <p:spTree>
      <p:nvGrpSpPr>
        <p:cNvPr id="81" name=""/>
        <p:cNvGrpSpPr/>
        <p:nvPr/>
      </p:nvGrpSpPr>
      <p:grpSpPr>
        <a:xfrm>
          <a:off x="0" y="0"/>
          <a:ext cx="0" cy="0"/>
          <a:chOff x="0" y="0"/>
          <a:chExt cx="0" cy="0"/>
        </a:xfrm>
      </p:grpSpPr>
      <p:sp>
        <p:nvSpPr>
          <p:cNvPr id="1048641" name="标题 1"/>
          <p:cNvSpPr>
            <a:spLocks noGrp="1"/>
          </p:cNvSpPr>
          <p:nvPr>
            <p:ph type="title"/>
          </p:nvPr>
        </p:nvSpPr>
        <p:spPr>
          <a:xfrm>
            <a:off x="609600" y="274638"/>
            <a:ext cx="10972800" cy="1143000"/>
          </a:xfrm>
        </p:spPr>
        <p:txBody>
          <a:bodyPr/>
          <a:p>
            <a:r>
              <a:rPr altLang="en-US" lang="zh-CN" smtClean="0"/>
              <a:t>单击此处编辑母版标题样式</a:t>
            </a:r>
            <a:endParaRPr altLang="en-US" lang="zh-CN"/>
          </a:p>
        </p:txBody>
      </p:sp>
      <p:sp>
        <p:nvSpPr>
          <p:cNvPr id="1048642" name="文本占位符 2"/>
          <p:cNvSpPr>
            <a:spLocks noGrp="1"/>
          </p:cNvSpPr>
          <p:nvPr>
            <p:ph type="body" sz="half" idx="1"/>
          </p:nvPr>
        </p:nvSpPr>
        <p:spPr>
          <a:xfrm>
            <a:off x="609600" y="1600200"/>
            <a:ext cx="5384800" cy="4525963"/>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643" name="内容占位符 3"/>
          <p:cNvSpPr>
            <a:spLocks noGrp="1"/>
          </p:cNvSpPr>
          <p:nvPr>
            <p:ph sz="half" idx="2"/>
          </p:nvPr>
        </p:nvSpPr>
        <p:spPr>
          <a:xfrm>
            <a:off x="6197600" y="1600200"/>
            <a:ext cx="5384800" cy="4525963"/>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644" name="Rectangle 4"/>
          <p:cNvSpPr>
            <a:spLocks noGrp="1" noChangeArrowheads="1"/>
          </p:cNvSpPr>
          <p:nvPr>
            <p:ph type="dt" sz="half" idx="10"/>
          </p:nvPr>
        </p:nvSpPr>
        <p:spPr/>
        <p:txBody>
          <a:bodyPr/>
          <a:p>
            <a:endParaRPr altLang="zh-CN" lang="zh-CN">
              <a:solidFill>
                <a:srgbClr val="000000"/>
              </a:solidFill>
            </a:endParaRPr>
          </a:p>
        </p:txBody>
      </p:sp>
      <p:sp>
        <p:nvSpPr>
          <p:cNvPr id="1048645" name="Rectangle 5"/>
          <p:cNvSpPr>
            <a:spLocks noGrp="1" noChangeArrowheads="1"/>
          </p:cNvSpPr>
          <p:nvPr>
            <p:ph type="ftr" sz="quarter" idx="11"/>
          </p:nvPr>
        </p:nvSpPr>
        <p:spPr/>
        <p:txBody>
          <a:bodyPr/>
          <a:p>
            <a:endParaRPr altLang="zh-CN" lang="zh-CN">
              <a:solidFill>
                <a:srgbClr val="000000"/>
              </a:solidFill>
            </a:endParaRPr>
          </a:p>
        </p:txBody>
      </p:sp>
      <p:sp>
        <p:nvSpPr>
          <p:cNvPr id="1048646" name="Rectangle 6"/>
          <p:cNvSpPr>
            <a:spLocks noGrp="1" noChangeArrowheads="1"/>
          </p:cNvSpPr>
          <p:nvPr>
            <p:ph type="sldNum" sz="quarter" idx="12"/>
          </p:nvPr>
        </p:nvSpPr>
        <p:spPr/>
        <p:txBody>
          <a:bodyPr/>
          <a:p>
            <a:fld id="{B9A13471-A195-4037-8016-84467C51D5B7}" type="slidenum">
              <a:rPr altLang="en-US" lang="zh-CN">
                <a:solidFill>
                  <a:srgbClr val="000000"/>
                </a:solidFill>
              </a:rPr>
            </a:fld>
            <a:endParaRPr altLang="en-US" sz="1800" 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ags" Target="../tags/tag56.xml"/><Relationship Id="rId14" Type="http://schemas.openxmlformats.org/officeDocument/2006/relationships/tags" Target="../tags/tag57.xml"/><Relationship Id="rId15" Type="http://schemas.openxmlformats.org/officeDocument/2006/relationships/tags" Target="../tags/tag58.xml"/><Relationship Id="rId16" Type="http://schemas.openxmlformats.org/officeDocument/2006/relationships/tags" Target="../tags/tag59.xml"/><Relationship Id="rId17" Type="http://schemas.openxmlformats.org/officeDocument/2006/relationships/tags" Target="../tags/tag60.xml"/><Relationship Id="rId18" Type="http://schemas.openxmlformats.org/officeDocument/2006/relationships/tags" Target="../tags/tag61.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p:bgPr>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13"/>
            </p:custDataLst>
          </p:nvPr>
        </p:nvSpPr>
        <p:spPr>
          <a:xfrm>
            <a:off x="669882" y="432000"/>
            <a:ext cx="10852237" cy="648000"/>
          </a:xfrm>
          <a:prstGeom prst="rect"/>
        </p:spPr>
        <p:txBody>
          <a:bodyPr anchor="ctr" anchorCtr="0" bIns="38100" lIns="101600" rIns="76200" rtlCol="0" tIns="38100" vert="horz">
            <a:noAutofit/>
          </a:bodyPr>
          <a:p>
            <a:r>
              <a:rPr altLang="en-US" dirty="0" lang="zh-CN"/>
              <a:t>单击此处编辑母版标题样式</a:t>
            </a:r>
            <a:endParaRPr altLang="en-US" dirty="0" lang="zh-CN"/>
          </a:p>
        </p:txBody>
      </p:sp>
      <p:sp>
        <p:nvSpPr>
          <p:cNvPr id="1048577" name="文本占位符 2"/>
          <p:cNvSpPr>
            <a:spLocks noGrp="1"/>
          </p:cNvSpPr>
          <p:nvPr>
            <p:ph type="body" idx="1"/>
            <p:custDataLst>
              <p:tags r:id="rId14"/>
            </p:custDataLst>
          </p:nvPr>
        </p:nvSpPr>
        <p:spPr>
          <a:xfrm>
            <a:off x="669882" y="1296000"/>
            <a:ext cx="10852237" cy="5040000"/>
          </a:xfrm>
          <a:prstGeom prst="rect"/>
        </p:spPr>
        <p:txBody>
          <a:bodyPr bIns="0" lIns="101600" rIns="82550" rtlCol="0" tIns="0" vert="horz">
            <a:normAutofit/>
          </a:bodyPr>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578" name="日期占位符 3"/>
          <p:cNvSpPr>
            <a:spLocks noGrp="1"/>
          </p:cNvSpPr>
          <p:nvPr>
            <p:ph type="dt" sz="half" idx="2"/>
            <p:custDataLst>
              <p:tags r:id="rId15"/>
            </p:custDataLst>
          </p:nvPr>
        </p:nvSpPr>
        <p:spPr>
          <a:xfrm>
            <a:off x="879742" y="6349833"/>
            <a:ext cx="2700000" cy="316800"/>
          </a:xfrm>
          <a:prstGeom prst="rect"/>
        </p:spPr>
        <p:txBody>
          <a:bodyPr anchor="ctr" bIns="45720" lIns="91440" rIns="91440" rtlCol="0" tIns="45720" vert="horz">
            <a:normAutofit/>
          </a:bodyPr>
          <a:lstStyle>
            <a:lvl1pPr algn="l">
              <a:defRPr sz="1200">
                <a:solidFill>
                  <a:schemeClr val="tx1">
                    <a:tint val="75000"/>
                  </a:schemeClr>
                </a:solidFill>
              </a:defRPr>
            </a:lvl1pPr>
          </a:lstStyle>
          <a:p>
            <a:fld id="{760FBDFE-C587-4B4C-A407-44438C67B59E}" type="datetimeFigureOut">
              <a:rPr altLang="en-US" lang="zh-CN" smtClean="0"/>
            </a:fld>
            <a:endParaRPr altLang="en-US" lang="zh-CN"/>
          </a:p>
        </p:txBody>
      </p:sp>
      <p:sp>
        <p:nvSpPr>
          <p:cNvPr id="1048579" name="页脚占位符 4"/>
          <p:cNvSpPr>
            <a:spLocks noGrp="1"/>
          </p:cNvSpPr>
          <p:nvPr>
            <p:ph type="ftr" sz="quarter" idx="3"/>
            <p:custDataLst>
              <p:tags r:id="rId16"/>
            </p:custDataLst>
          </p:nvPr>
        </p:nvSpPr>
        <p:spPr>
          <a:xfrm>
            <a:off x="4116000" y="6349833"/>
            <a:ext cx="3960000" cy="316800"/>
          </a:xfrm>
          <a:prstGeom prst="rect"/>
        </p:spPr>
        <p:txBody>
          <a:bodyPr anchor="ctr" bIns="45720" lIns="91440" rIns="91440" rtlCol="0" tIns="45720" vert="horz">
            <a:normAutofit/>
          </a:bodyPr>
          <a:lstStyle>
            <a:lvl1pPr algn="ctr">
              <a:defRPr sz="1200">
                <a:solidFill>
                  <a:schemeClr val="tx1">
                    <a:tint val="75000"/>
                  </a:schemeClr>
                </a:solidFill>
              </a:defRPr>
            </a:lvl1pPr>
          </a:lstStyle>
          <a:p>
            <a:endParaRPr altLang="en-US" dirty="0" lang="zh-CN"/>
          </a:p>
        </p:txBody>
      </p:sp>
      <p:sp>
        <p:nvSpPr>
          <p:cNvPr id="1048580" name="灯片编号占位符 5"/>
          <p:cNvSpPr>
            <a:spLocks noGrp="1"/>
          </p:cNvSpPr>
          <p:nvPr>
            <p:ph type="sldNum" sz="quarter" idx="4"/>
            <p:custDataLst>
              <p:tags r:id="rId17"/>
            </p:custDataLst>
          </p:nvPr>
        </p:nvSpPr>
        <p:spPr>
          <a:xfrm>
            <a:off x="8610600" y="6349833"/>
            <a:ext cx="2700000" cy="316800"/>
          </a:xfrm>
          <a:prstGeom prst="rect"/>
        </p:spPr>
        <p:txBody>
          <a:bodyPr anchor="ctr" bIns="45720" lIns="91440" rIns="91440" rtlCol="0" tIns="45720" vert="horz">
            <a:normAutofit/>
          </a:bodyPr>
          <a:lstStyle>
            <a:lvl1pPr algn="r">
              <a:defRPr sz="1200">
                <a:solidFill>
                  <a:schemeClr val="tx1">
                    <a:tint val="75000"/>
                  </a:schemeClr>
                </a:solidFill>
              </a:defRPr>
            </a:lvl1pPr>
          </a:lstStyle>
          <a:p>
            <a:fld id="{49AE70B2-8BF9-45C0-BB95-33D1B9D3A854}" type="slidenum">
              <a:rPr altLang="en-US" lang="zh-CN" smtClean="0"/>
            </a:fld>
            <a:endParaRPr altLang="en-US" dirty="0" lang="zh-CN"/>
          </a:p>
        </p:txBody>
      </p:sp>
      <p:sp>
        <p:nvSpPr>
          <p:cNvPr id="1048581" name="KSO_TEMPLATE" hidden="1"/>
          <p:cNvSpPr/>
          <p:nvPr>
            <p:custDataLst>
              <p:tags r:id="rId18"/>
            </p:custDataLst>
          </p:nvPr>
        </p:nvSpPr>
        <p:spPr>
          <a:xfrm>
            <a:off x="0" y="0"/>
            <a:ext cx="0" cy="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defTabSz="914400" eaLnBrk="1" fontAlgn="auto" hangingPunct="1" latinLnBrk="0" rtl="0">
        <a:lnSpc>
          <a:spcPct val="100000"/>
        </a:lnSpc>
        <a:spcBef>
          <a:spcPct val="0"/>
        </a:spcBef>
        <a:buNone/>
        <a:defRPr b="1" cap="none" sz="2800" kern="1200" normalizeH="0" spc="200" strike="noStrike" u="none">
          <a:solidFill>
            <a:schemeClr val="tx1"/>
          </a:solidFill>
          <a:latin typeface="+mj-lt"/>
          <a:ea typeface="+mj-ea"/>
          <a:cs typeface="+mj-cs"/>
        </a:defRPr>
      </a:lvl1pPr>
    </p:titleStyle>
    <p:bodyStyle>
      <a:lvl1pPr algn="l" defTabSz="914400" eaLnBrk="1" fontAlgn="auto" hangingPunct="1" indent="-228600" latinLnBrk="0" marL="228600" rtl="0">
        <a:lnSpc>
          <a:spcPct val="130000"/>
        </a:lnSpc>
        <a:spcBef>
          <a:spcPts val="0"/>
        </a:spcBef>
        <a:spcAft>
          <a:spcPts val="1000"/>
        </a:spcAft>
        <a:buFont typeface="Arial" panose="020B0604020202020204" pitchFamily="34" charset="0"/>
        <a:buChar char="•"/>
        <a:defRPr baseline="0" cap="none" sz="1600" kern="1200" normalizeH="0" spc="150" strike="noStrike" u="none">
          <a:solidFill>
            <a:schemeClr val="tx1"/>
          </a:solidFill>
          <a:latin typeface="+mn-lt"/>
          <a:ea typeface="+mn-ea"/>
          <a:cs typeface="+mn-cs"/>
        </a:defRPr>
      </a:lvl1pPr>
      <a:lvl2pPr algn="l" defTabSz="914400" eaLnBrk="1" fontAlgn="auto" hangingPunct="1" indent="-228600" latinLnBrk="0" marL="685800" rtl="0">
        <a:lnSpc>
          <a:spcPct val="130000"/>
        </a:lnSpc>
        <a:spcBef>
          <a:spcPts val="0"/>
        </a:spcBef>
        <a:spcAft>
          <a:spcPts val="1000"/>
        </a:spcAft>
        <a:buFont typeface="Arial" panose="020B0604020202020204" pitchFamily="34" charset="0"/>
        <a:buChar char="•"/>
        <a:tabLst>
          <a:tab algn="l" pos="1609725"/>
        </a:tabLst>
        <a:defRPr baseline="0" cap="none" sz="1600" kern="1200" normalizeH="0" spc="150" strike="noStrike" u="none">
          <a:solidFill>
            <a:schemeClr val="tx1"/>
          </a:solidFill>
          <a:latin typeface="+mn-lt"/>
          <a:ea typeface="+mn-ea"/>
          <a:cs typeface="+mn-cs"/>
        </a:defRPr>
      </a:lvl2pPr>
      <a:lvl3pPr algn="l" defTabSz="914400" eaLnBrk="1" fontAlgn="auto" hangingPunct="1" indent="-228600" latinLnBrk="0" marL="1143000" rtl="0">
        <a:lnSpc>
          <a:spcPct val="130000"/>
        </a:lnSpc>
        <a:spcBef>
          <a:spcPts val="0"/>
        </a:spcBef>
        <a:spcAft>
          <a:spcPts val="1000"/>
        </a:spcAft>
        <a:buFont typeface="Arial" panose="020B0604020202020204" pitchFamily="34" charset="0"/>
        <a:buChar char="•"/>
        <a:defRPr baseline="0" cap="none" sz="1600" kern="1200" normalizeH="0" spc="150" strike="noStrike" u="none">
          <a:solidFill>
            <a:schemeClr val="tx1"/>
          </a:solidFill>
          <a:latin typeface="+mn-lt"/>
          <a:ea typeface="+mn-ea"/>
          <a:cs typeface="+mn-cs"/>
        </a:defRPr>
      </a:lvl3pPr>
      <a:lvl4pPr algn="l" defTabSz="914400" eaLnBrk="1" fontAlgn="auto" hangingPunct="1" indent="-228600" latinLnBrk="0" marL="1600200" rtl="0">
        <a:lnSpc>
          <a:spcPct val="130000"/>
        </a:lnSpc>
        <a:spcBef>
          <a:spcPts val="0"/>
        </a:spcBef>
        <a:spcAft>
          <a:spcPts val="1000"/>
        </a:spcAft>
        <a:buFont typeface="Arial" panose="020B0604020202020204" pitchFamily="34" charset="0"/>
        <a:buChar char="•"/>
        <a:defRPr baseline="0" cap="none" sz="1600" kern="1200" normalizeH="0" spc="150" strike="noStrike" u="none">
          <a:solidFill>
            <a:schemeClr val="tx1"/>
          </a:solidFill>
          <a:latin typeface="+mn-lt"/>
          <a:ea typeface="+mn-ea"/>
          <a:cs typeface="+mn-cs"/>
        </a:defRPr>
      </a:lvl4pPr>
      <a:lvl5pPr algn="l" defTabSz="914400" eaLnBrk="1" fontAlgn="auto" hangingPunct="1" indent="-228600" latinLnBrk="0" marL="2057400" rtl="0">
        <a:lnSpc>
          <a:spcPct val="130000"/>
        </a:lnSpc>
        <a:spcBef>
          <a:spcPts val="0"/>
        </a:spcBef>
        <a:spcAft>
          <a:spcPts val="1000"/>
        </a:spcAft>
        <a:buFont typeface="Arial" panose="020B0604020202020204" pitchFamily="34" charset="0"/>
        <a:buChar char="•"/>
        <a:defRPr baseline="0" cap="none" sz="1600" kern="1200" normalizeH="0" spc="150" strike="noStrike" u="none">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tags" Target="../tags/tag66.xml"/><Relationship Id="rId3"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oleObject" Target="../embeddings/oleObject0.bin"/><Relationship Id="rId2" Type="http://schemas.openxmlformats.org/officeDocument/2006/relationships/image" Target="../media/image2.emf"/><Relationship Id="rId3" Type="http://schemas.openxmlformats.org/officeDocument/2006/relationships/oleObject" Target="../embeddings/oleObject1.bin"/><Relationship Id="rId4" Type="http://schemas.openxmlformats.org/officeDocument/2006/relationships/image" Target="../media/image3.emf"/><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tags" Target="../tags/tag67.xml"/><Relationship Id="rId8" Type="http://schemas.openxmlformats.org/officeDocument/2006/relationships/slideLayout" Target="../slideLayouts/slideLayout7.xml"/><Relationship Id="rId9"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tags" Target="../tags/tag68.xml"/><Relationship Id="rId3"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oleObject" Target="../embeddings/oleObject3.bin"/><Relationship Id="rId4" Type="http://schemas.openxmlformats.org/officeDocument/2006/relationships/image" Target="../media/image8.wmf"/><Relationship Id="rId5" Type="http://schemas.openxmlformats.org/officeDocument/2006/relationships/tags" Target="../tags/tag69.xml"/><Relationship Id="rId6" Type="http://schemas.openxmlformats.org/officeDocument/2006/relationships/slideLayout" Target="../slideLayouts/slideLayout7.xml"/><Relationship Id="rId7" Type="http://schemas.openxmlformats.org/officeDocument/2006/relationships/vmlDrawing" Target="../drawings/vmlDrawing2.vml"/></Relationships>
</file>

<file path=ppt/slides/_rels/slide9.xml.rels><?xml version="1.0" encoding="UTF-8" standalone="yes"?>
<Relationships xmlns="http://schemas.openxmlformats.org/package/2006/relationships"><Relationship Id="rId1" Type="http://schemas.openxmlformats.org/officeDocument/2006/relationships/oleObject" Target="../embeddings/oleObject4.bin"/><Relationship Id="rId2" Type="http://schemas.openxmlformats.org/officeDocument/2006/relationships/image" Target="../media/image9.wmf"/><Relationship Id="rId3" Type="http://schemas.openxmlformats.org/officeDocument/2006/relationships/oleObject" Target="../embeddings/oleObject5.bin"/><Relationship Id="rId4" Type="http://schemas.openxmlformats.org/officeDocument/2006/relationships/image" Target="../media/image10.wmf"/><Relationship Id="rId5" Type="http://schemas.openxmlformats.org/officeDocument/2006/relationships/tags" Target="../tags/tag70.xml"/><Relationship Id="rId6" Type="http://schemas.openxmlformats.org/officeDocument/2006/relationships/slideLayout" Target="../slideLayouts/slideLayout7.xml"/><Relationship Id="rId7" Type="http://schemas.openxmlformats.org/officeDocument/2006/relationships/vmlDrawing" Target="../drawings/vmlDrawing3.vml"/></Relationships>
</file>

<file path=ppt/slides/_rels/slide10.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tags" Target="../tags/tag73.xml"/><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oleObject" Target="../embeddings/oleObject6.bin"/><Relationship Id="rId2" Type="http://schemas.openxmlformats.org/officeDocument/2006/relationships/image" Target="../media/image13.wmf"/><Relationship Id="rId3" Type="http://schemas.openxmlformats.org/officeDocument/2006/relationships/oleObject" Target="../embeddings/oleObject7.bin"/><Relationship Id="rId4" Type="http://schemas.openxmlformats.org/officeDocument/2006/relationships/image" Target="../media/image14.wmf"/><Relationship Id="rId5" Type="http://schemas.openxmlformats.org/officeDocument/2006/relationships/oleObject" Target="../embeddings/oleObject8.bin"/><Relationship Id="rId6" Type="http://schemas.openxmlformats.org/officeDocument/2006/relationships/image" Target="../media/image15.wmf"/><Relationship Id="rId7" Type="http://schemas.openxmlformats.org/officeDocument/2006/relationships/tags" Target="../tags/tag74.xml"/><Relationship Id="rId8" Type="http://schemas.openxmlformats.org/officeDocument/2006/relationships/slideLayout" Target="../slideLayouts/slideLayout7.xml"/><Relationship Id="rId9" Type="http://schemas.openxmlformats.org/officeDocument/2006/relationships/vmlDrawing" Target="../drawings/vmlDrawing4.vml"/></Relationships>
</file>

<file path=ppt/slides/_rels/slide14.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tags" Target="../tags/tag75.xml"/><Relationship Id="rId3"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ags" Target="../tags/tag76.xml"/><Relationship Id="rId3"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tags" Target="../tags/tag77.xml"/><Relationship Id="rId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tags" Target="../tags/tag78.xml"/><Relationship Id="rId7"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oleObject" Target="../embeddings/oleObject9.bin"/><Relationship Id="rId2" Type="http://schemas.openxmlformats.org/officeDocument/2006/relationships/image" Target="../media/image25.wmf"/><Relationship Id="rId3" Type="http://schemas.openxmlformats.org/officeDocument/2006/relationships/tags" Target="../tags/tag80.xml"/><Relationship Id="rId4" Type="http://schemas.openxmlformats.org/officeDocument/2006/relationships/slideLayout" Target="../slideLayouts/slideLayout7.xml"/><Relationship Id="rId5" Type="http://schemas.openxmlformats.org/officeDocument/2006/relationships/vmlDrawing" Target="../drawings/vmlDrawing5.vml"/></Relationships>
</file>

<file path=ppt/slides/_rels/slide20.xml.rels><?xml version="1.0" encoding="UTF-8" standalone="yes"?>
<Relationships xmlns="http://schemas.openxmlformats.org/package/2006/relationships"><Relationship Id="rId1" Type="http://schemas.openxmlformats.org/officeDocument/2006/relationships/oleObject" Target="../embeddings/oleObject10.bin"/><Relationship Id="rId2" Type="http://schemas.openxmlformats.org/officeDocument/2006/relationships/image" Target="../media/image26.wmf"/><Relationship Id="rId3" Type="http://schemas.openxmlformats.org/officeDocument/2006/relationships/slideLayout" Target="../slideLayouts/slideLayout12.xml"/><Relationship Id="rId4" Type="http://schemas.openxmlformats.org/officeDocument/2006/relationships/vmlDrawing" Target="../drawings/vmlDrawing6.vml"/></Relationships>
</file>

<file path=ppt/slides/_rels/slide21.xml.rels><?xml version="1.0" encoding="UTF-8" standalone="yes"?>
<Relationships xmlns="http://schemas.openxmlformats.org/package/2006/relationships"><Relationship Id="rId1" Type="http://schemas.openxmlformats.org/officeDocument/2006/relationships/oleObject" Target="../embeddings/oleObject11.bin"/><Relationship Id="rId2" Type="http://schemas.openxmlformats.org/officeDocument/2006/relationships/image" Target="../media/image27.wmf"/><Relationship Id="rId3" Type="http://schemas.openxmlformats.org/officeDocument/2006/relationships/oleObject" Target="../embeddings/oleObject12.bin"/><Relationship Id="rId4" Type="http://schemas.openxmlformats.org/officeDocument/2006/relationships/image" Target="../media/image28.wmf"/><Relationship Id="rId5" Type="http://schemas.openxmlformats.org/officeDocument/2006/relationships/slideLayout" Target="../slideLayouts/slideLayout2.xml"/><Relationship Id="rId6" Type="http://schemas.openxmlformats.org/officeDocument/2006/relationships/vmlDrawing" Target="../drawings/vmlDrawing7.vml"/></Relationships>
</file>

<file path=ppt/slides/_rels/slide22.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tags" Target="../tags/tag85.xml"/><Relationship Id="rId4"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tags" Target="../tags/tag86.xml"/><Relationship Id="rId3"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oleObject" Target="../embeddings/oleObject13.bin"/><Relationship Id="rId2" Type="http://schemas.openxmlformats.org/officeDocument/2006/relationships/image" Target="../media/image32.emf"/><Relationship Id="rId3" Type="http://schemas.openxmlformats.org/officeDocument/2006/relationships/oleObject" Target="../embeddings/oleObject14.bin"/><Relationship Id="rId4" Type="http://schemas.openxmlformats.org/officeDocument/2006/relationships/image" Target="../media/image33.emf"/><Relationship Id="rId5" Type="http://schemas.openxmlformats.org/officeDocument/2006/relationships/slideLayout" Target="../slideLayouts/slideLayout2.xml"/><Relationship Id="rId6" Type="http://schemas.openxmlformats.org/officeDocument/2006/relationships/vmlDrawing" Target="../drawings/vmlDrawing8.v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tags" Target="../tags/tag89.xml"/><Relationship Id="rId3"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tags" Target="../tags/tag90.xml"/><Relationship Id="rId3"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tags" Target="../tags/tag92.xml"/><Relationship Id="rId3"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tags" Target="../tags/tag93.xml"/><Relationship Id="rId3"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tags" Target="../tags/tag94.xml"/><Relationship Id="rId3"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27" name=""/>
        <p:cNvGrpSpPr/>
        <p:nvPr/>
      </p:nvGrpSpPr>
      <p:grpSpPr>
        <a:xfrm>
          <a:off x="0" y="0"/>
          <a:ext cx="0" cy="0"/>
          <a:chOff x="0" y="0"/>
          <a:chExt cx="0" cy="0"/>
        </a:xfrm>
      </p:grpSpPr>
      <p:sp>
        <p:nvSpPr>
          <p:cNvPr id="1048587" name="标题 1"/>
          <p:cNvSpPr txBox="1"/>
          <p:nvPr/>
        </p:nvSpPr>
        <p:spPr>
          <a:xfrm>
            <a:off x="3241902" y="2094846"/>
            <a:ext cx="5708772" cy="1143000"/>
          </a:xfrm>
          <a:prstGeom prst="rect"/>
        </p:spPr>
        <p:txBody>
          <a:bodyPr anchor="ctr" bIns="45720" lIns="91440" rIns="91440" rtlCol="0" tIns="45720" vert="horz">
            <a:normAutofit fontScale="90000" lnSpcReduction="20000"/>
          </a:bodyPr>
          <a:lstStyle>
            <a:lvl1pPr algn="l" defTabSz="914400" eaLnBrk="1" hangingPunct="1" latinLnBrk="0" rtl="0">
              <a:lnSpc>
                <a:spcPct val="90000"/>
              </a:lnSpc>
              <a:spcBef>
                <a:spcPct val="0"/>
              </a:spcBef>
              <a:buNone/>
              <a:defRPr sz="4400" kern="1200">
                <a:solidFill>
                  <a:schemeClr val="tx1"/>
                </a:solidFill>
                <a:latin typeface="+mj-lt"/>
                <a:ea typeface="+mj-ea"/>
                <a:cs typeface="+mj-cs"/>
              </a:defRPr>
            </a:lvl1pPr>
          </a:lstStyle>
          <a:p>
            <a:r>
              <a:rPr altLang="en-US" b="1" dirty="0" sz="6000" lang="zh-CN" smtClean="0">
                <a:solidFill>
                  <a:prstClr val="black"/>
                </a:solidFill>
                <a:latin typeface="宋体" panose="02010600030101010101" pitchFamily="2" charset="-122"/>
                <a:ea typeface="宋体" panose="02010600030101010101" pitchFamily="2" charset="-122"/>
                <a:cs typeface="Times New Roman" panose="02020603050405020304" pitchFamily="18" charset="0"/>
              </a:rPr>
              <a:t>高分子化学习题课</a:t>
            </a:r>
            <a:endParaRPr altLang="en-US" b="1" dirty="0" sz="6000" lang="zh-CN" smtClean="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1048588" name="文本框 6"/>
          <p:cNvSpPr txBox="1"/>
          <p:nvPr/>
        </p:nvSpPr>
        <p:spPr>
          <a:xfrm>
            <a:off x="7559582" y="4173676"/>
            <a:ext cx="3154680" cy="1767840"/>
          </a:xfrm>
          <a:prstGeom prst="rect"/>
          <a:noFill/>
        </p:spPr>
        <p:txBody>
          <a:bodyPr rtlCol="0" wrap="none">
            <a:spAutoFit/>
          </a:bodyPr>
          <a:p>
            <a:pPr fontAlgn="auto">
              <a:lnSpc>
                <a:spcPct val="150000"/>
              </a:lnSpc>
            </a:pPr>
            <a:r>
              <a:rPr altLang="en-US" b="1" dirty="0" sz="2800" lang="zh-CN">
                <a:solidFill>
                  <a:schemeClr val="tx1"/>
                </a:solidFill>
                <a:latin typeface="Times New Roman" panose="02020603050405020304" pitchFamily="18" charset="0"/>
                <a:ea typeface="宋体" panose="02010600030101010101" pitchFamily="2" charset="-122"/>
              </a:rPr>
              <a:t>指导老师：张正彪</a:t>
            </a:r>
            <a:endParaRPr altLang="zh-CN" b="1" dirty="0" sz="2800" lang="en-US">
              <a:solidFill>
                <a:schemeClr val="tx1"/>
              </a:solidFill>
              <a:latin typeface="Times New Roman" panose="02020603050405020304" pitchFamily="18" charset="0"/>
              <a:ea typeface="宋体" panose="02010600030101010101" pitchFamily="2" charset="-122"/>
            </a:endParaRPr>
          </a:p>
          <a:p>
            <a:pPr fontAlgn="auto">
              <a:lnSpc>
                <a:spcPct val="150000"/>
              </a:lnSpc>
            </a:pPr>
            <a:r>
              <a:rPr altLang="en-US" b="1" dirty="0" sz="2800" lang="zh-CN">
                <a:solidFill>
                  <a:schemeClr val="tx1"/>
                </a:solidFill>
                <a:latin typeface="Times New Roman" panose="02020603050405020304" pitchFamily="18" charset="0"/>
                <a:ea typeface="宋体" panose="02010600030101010101" pitchFamily="2" charset="-122"/>
              </a:rPr>
              <a:t>        助教</a:t>
            </a:r>
            <a:r>
              <a:rPr altLang="en-US" b="1" dirty="0" sz="2800" lang="zh-CN" smtClean="0">
                <a:solidFill>
                  <a:schemeClr val="tx1"/>
                </a:solidFill>
                <a:latin typeface="Times New Roman" panose="02020603050405020304" pitchFamily="18" charset="0"/>
                <a:ea typeface="宋体" panose="02010600030101010101" pitchFamily="2" charset="-122"/>
              </a:rPr>
              <a:t>：曹晓环</a:t>
            </a:r>
            <a:endParaRPr altLang="zh-CN" b="1" dirty="0" sz="2800" lang="en-US">
              <a:solidFill>
                <a:schemeClr val="tx1"/>
              </a:solidFill>
              <a:latin typeface="Times New Roman" panose="02020603050405020304" pitchFamily="18" charset="0"/>
              <a:ea typeface="宋体" panose="02010600030101010101" pitchFamily="2" charset="-122"/>
            </a:endParaRPr>
          </a:p>
          <a:p>
            <a:pPr fontAlgn="auto">
              <a:lnSpc>
                <a:spcPct val="150000"/>
              </a:lnSpc>
            </a:pPr>
            <a:r>
              <a:rPr altLang="zh-CN" b="1" dirty="0" sz="2800" lang="en-US">
                <a:solidFill>
                  <a:schemeClr val="tx1"/>
                </a:solidFill>
                <a:latin typeface="Times New Roman" panose="02020603050405020304" pitchFamily="18" charset="0"/>
                <a:ea typeface="宋体" panose="02010600030101010101" pitchFamily="2" charset="-122"/>
              </a:rPr>
              <a:t>           </a:t>
            </a:r>
            <a:r>
              <a:rPr altLang="zh-CN" b="1" dirty="0" sz="2800" lang="en-US" smtClean="0">
                <a:solidFill>
                  <a:schemeClr val="tx1"/>
                </a:solidFill>
                <a:latin typeface="Times New Roman" panose="02020603050405020304" pitchFamily="18" charset="0"/>
                <a:ea typeface="宋体" panose="02010600030101010101" pitchFamily="2" charset="-122"/>
              </a:rPr>
              <a:t>2019.12.25</a:t>
            </a:r>
            <a:endParaRPr altLang="en-US" b="1" dirty="0" sz="2800" lang="zh-CN"/>
          </a:p>
          <a:p>
            <a:endParaRPr altLang="zh-CN" b="1" dirty="0" sz="2800" lang="en-US">
              <a:solidFill>
                <a:prstClr val="black"/>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2" name=""/>
        <p:cNvGrpSpPr/>
        <p:nvPr/>
      </p:nvGrpSpPr>
      <p:grpSpPr>
        <a:xfrm/>
      </p:grpSpPr>
      <p:sp>
        <p:nvSpPr>
          <p:cNvPr id="1048599" name="标题 1"/>
          <p:cNvSpPr>
            <a:spLocks noGrp="1"/>
          </p:cNvSpPr>
          <p:nvPr>
            <p:ph type="title"/>
          </p:nvPr>
        </p:nvSpPr>
        <p:spPr/>
        <p:txBody>
          <a:bodyPr/>
          <a:p>
            <a:r>
              <a:rPr altLang="en-US" lang="zh-CN">
                <a:latin typeface="宋体" panose="02010600030101010101" pitchFamily="2" charset="-122"/>
                <a:ea typeface="宋体" panose="02010600030101010101" pitchFamily="2" charset="-122"/>
              </a:rPr>
              <a:t>第一章：绪论</a:t>
            </a:r>
            <a:endParaRPr altLang="en-US" lang="zh-CN">
              <a:latin typeface="宋体" panose="02010600030101010101" pitchFamily="2" charset="-122"/>
              <a:ea typeface="宋体" panose="02010600030101010101" pitchFamily="2" charset="-122"/>
            </a:endParaRPr>
          </a:p>
        </p:txBody>
      </p:sp>
      <p:sp>
        <p:nvSpPr>
          <p:cNvPr id="1048600" name="文本框 3"/>
          <p:cNvSpPr txBox="1"/>
          <p:nvPr/>
        </p:nvSpPr>
        <p:spPr>
          <a:xfrm>
            <a:off x="934720" y="1520190"/>
            <a:ext cx="1788160" cy="460375"/>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1.1</a:t>
            </a:r>
            <a:r>
              <a:rPr altLang="en-US" b="1" sz="2400" lang="zh-CN">
                <a:solidFill>
                  <a:schemeClr val="tx1"/>
                </a:solidFill>
                <a:latin typeface="Times New Roman" panose="02020603050405020304" pitchFamily="18" charset="0"/>
                <a:ea typeface="宋体" panose="02010600030101010101" pitchFamily="2" charset="-122"/>
              </a:rPr>
              <a:t>名词解释</a:t>
            </a:r>
            <a:endParaRPr altLang="en-US" b="1" sz="2400" lang="zh-CN">
              <a:solidFill>
                <a:schemeClr val="tx1"/>
              </a:solidFill>
              <a:latin typeface="Times New Roman" panose="02020603050405020304" pitchFamily="18" charset="0"/>
              <a:ea typeface="宋体" panose="02010600030101010101" pitchFamily="2" charset="-122"/>
            </a:endParaRPr>
          </a:p>
        </p:txBody>
      </p:sp>
      <p:sp>
        <p:nvSpPr>
          <p:cNvPr id="1048601" name="文本框 4"/>
          <p:cNvSpPr txBox="1"/>
          <p:nvPr/>
        </p:nvSpPr>
        <p:spPr>
          <a:xfrm>
            <a:off x="1360805" y="2089150"/>
            <a:ext cx="9470390" cy="4358640"/>
          </a:xfrm>
          <a:prstGeom prst="rect"/>
          <a:noFill/>
        </p:spPr>
        <p:txBody>
          <a:bodyPr rtlCol="0" wrap="square">
            <a:spAutoFit/>
          </a:bodyPr>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单体（Monomer）：合成聚合物的低分子量原料</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重复结构单元 （Repeating Structure Unit）：大分子链上化学组成和结构均可重复出现的最小基本单元，可简称重复单元，又可称链节（Chain Element）</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结构单元（Structure Unit）：单体分子通过聚合反应进入大分子链的基本单元。结构单元的元素组成可以与单体的元素组成相同，也可以不同。</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l"/>
            </a:pPr>
            <a:endParaRPr altLang="en-US" sz="2400" lang="zh-CN">
              <a:solidFill>
                <a:schemeClr val="tx1"/>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4" name=""/>
        <p:cNvGrpSpPr/>
        <p:nvPr/>
      </p:nvGrpSpPr>
      <p:grpSpPr>
        <a:xfrm/>
      </p:grpSpPr>
      <p:sp>
        <p:nvSpPr>
          <p:cNvPr id="1048605" name="文本框 1"/>
          <p:cNvSpPr txBox="1"/>
          <p:nvPr/>
        </p:nvSpPr>
        <p:spPr>
          <a:xfrm>
            <a:off x="1712595" y="284480"/>
            <a:ext cx="8766810" cy="6314440"/>
          </a:xfrm>
          <a:prstGeom prst="rect"/>
          <a:noFill/>
        </p:spPr>
        <p:txBody>
          <a:bodyPr rtlCol="0" wrap="square">
            <a:spAutoFit/>
          </a:bodyPr>
          <a:p>
            <a:pPr algn="l" fontAlgn="auto" indent="-342900" marL="342900">
              <a:lnSpc>
                <a:spcPct val="150000"/>
              </a:lnSpc>
              <a:buFont typeface="Wingdings" panose="05000000000000000000" charset="0"/>
              <a:buChar char="Ø"/>
            </a:pPr>
            <a:r>
              <a:rPr altLang="en-US" sz="2400" lang="zh-CN">
                <a:latin typeface="Times New Roman" panose="02020603050405020304" pitchFamily="18" charset="0"/>
                <a:ea typeface="宋体" panose="02010600030101010101" pitchFamily="2" charset="-122"/>
                <a:sym typeface="+mn-ea"/>
              </a:rPr>
              <a:t>聚合度（Degree of Polymerization）：聚合物分子量大小的一个指标，在聚合物的分子结构式中以n 表示，也称为链节数。</a:t>
            </a:r>
            <a:endParaRPr altLang="en-US" sz="2400" lang="zh-CN">
              <a:latin typeface="Times New Roman" panose="02020603050405020304" pitchFamily="18" charset="0"/>
              <a:ea typeface="宋体" panose="02010600030101010101" pitchFamily="2" charset="-122"/>
              <a:sym typeface="+mn-ea"/>
            </a:endParaRPr>
          </a:p>
          <a:p>
            <a:pPr algn="l" fontAlgn="auto" indent="-342900" marL="342900">
              <a:lnSpc>
                <a:spcPct val="150000"/>
              </a:lnSpc>
              <a:buFont typeface="Wingdings" panose="05000000000000000000" charset="0"/>
              <a:buChar char="Ø"/>
            </a:pPr>
            <a:r>
              <a:rPr altLang="en-US" sz="2400" lang="zh-CN">
                <a:latin typeface="Times New Roman" panose="02020603050405020304" pitchFamily="18" charset="0"/>
                <a:ea typeface="宋体" panose="02010600030101010101" pitchFamily="2" charset="-122"/>
                <a:sym typeface="+mn-ea"/>
              </a:rPr>
              <a:t>单体单元（Monomer Unit）：单体分子通过聚合反应形成的元素组成与单体完全相同的结构单元。</a:t>
            </a:r>
            <a:endParaRPr altLang="en-US" dirty="0" sz="2400" lang="zh-CN">
              <a:solidFill>
                <a:schemeClr val="tx1"/>
              </a:solidFill>
              <a:latin typeface="Times New Roman" panose="02020603050405020304" pitchFamily="18" charset="0"/>
              <a:ea typeface="宋体" panose="02010600030101010101" pitchFamily="2" charset="-122"/>
              <a:sym typeface="+mn-ea"/>
            </a:endParaRPr>
          </a:p>
          <a:p>
            <a:pPr algn="l" fontAlgn="auto" indent="-342900" marL="342900">
              <a:lnSpc>
                <a:spcPct val="150000"/>
              </a:lnSpc>
              <a:buFont typeface="Wingdings" panose="05000000000000000000" charset="0"/>
              <a:buChar char="Ø"/>
            </a:pPr>
            <a:r>
              <a:rPr altLang="en-US" dirty="0" sz="2400" lang="zh-CN">
                <a:solidFill>
                  <a:schemeClr val="tx1"/>
                </a:solidFill>
                <a:latin typeface="Times New Roman" panose="02020603050405020304" pitchFamily="18" charset="0"/>
                <a:ea typeface="宋体" panose="02010600030101010101" pitchFamily="2" charset="-122"/>
                <a:sym typeface="+mn-ea"/>
              </a:rPr>
              <a:t>热塑性</a:t>
            </a:r>
            <a:r>
              <a:rPr altLang="en-US" dirty="0" sz="2400" lang="zh-CN" smtClean="0">
                <a:solidFill>
                  <a:schemeClr val="tx1"/>
                </a:solidFill>
                <a:latin typeface="Times New Roman" panose="02020603050405020304" pitchFamily="18" charset="0"/>
                <a:ea typeface="宋体" panose="02010600030101010101" pitchFamily="2" charset="-122"/>
                <a:sym typeface="+mn-ea"/>
              </a:rPr>
              <a:t>聚合物（</a:t>
            </a:r>
            <a:r>
              <a:rPr altLang="zh-CN" dirty="0" sz="2400" lang="en-US" smtClean="0">
                <a:solidFill>
                  <a:schemeClr val="tx1"/>
                </a:solidFill>
                <a:latin typeface="Times New Roman" panose="02020603050405020304" pitchFamily="18" charset="0"/>
                <a:ea typeface="宋体" panose="02010600030101010101" pitchFamily="2" charset="-122"/>
                <a:sym typeface="+mn-ea"/>
              </a:rPr>
              <a:t>Thermoplastic polymer</a:t>
            </a:r>
            <a:r>
              <a:rPr altLang="en-US" dirty="0" sz="2400" lang="zh-CN" smtClean="0">
                <a:solidFill>
                  <a:schemeClr val="tx1"/>
                </a:solidFill>
                <a:latin typeface="Times New Roman" panose="02020603050405020304" pitchFamily="18" charset="0"/>
                <a:ea typeface="宋体" panose="02010600030101010101" pitchFamily="2" charset="-122"/>
                <a:sym typeface="+mn-ea"/>
              </a:rPr>
              <a:t>）：</a:t>
            </a:r>
            <a:r>
              <a:rPr altLang="en-US" dirty="0" sz="2400" lang="zh-CN">
                <a:solidFill>
                  <a:schemeClr val="tx1"/>
                </a:solidFill>
                <a:latin typeface="Times New Roman" panose="02020603050405020304" pitchFamily="18" charset="0"/>
                <a:ea typeface="宋体" panose="02010600030101010101" pitchFamily="2" charset="-122"/>
                <a:sym typeface="+mn-ea"/>
              </a:rPr>
              <a:t>热塑性聚合物是一种聚合物，指具有加热后软化、冷却时固化、可再度软化等特性的塑料</a:t>
            </a:r>
            <a:r>
              <a:rPr altLang="en-US" dirty="0" sz="2400" lang="zh-CN" smtClean="0">
                <a:solidFill>
                  <a:schemeClr val="tx1"/>
                </a:solidFill>
                <a:latin typeface="Times New Roman" panose="02020603050405020304" pitchFamily="18" charset="0"/>
                <a:ea typeface="宋体" panose="02010600030101010101" pitchFamily="2" charset="-122"/>
                <a:sym typeface="+mn-ea"/>
              </a:rPr>
              <a:t>。</a:t>
            </a:r>
            <a:endParaRPr altLang="zh-CN" dirty="0" sz="2400" lang="en-US" smtClean="0">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dirty="0" sz="2400" lang="zh-CN">
                <a:solidFill>
                  <a:schemeClr val="tx1"/>
                </a:solidFill>
                <a:latin typeface="Times New Roman" panose="02020603050405020304" pitchFamily="18" charset="0"/>
                <a:ea typeface="宋体" panose="02010600030101010101" pitchFamily="2" charset="-122"/>
                <a:sym typeface="+mn-ea"/>
              </a:rPr>
              <a:t>热固性</a:t>
            </a:r>
            <a:r>
              <a:rPr altLang="en-US" dirty="0" sz="2400" lang="zh-CN" smtClean="0">
                <a:solidFill>
                  <a:schemeClr val="tx1"/>
                </a:solidFill>
                <a:latin typeface="Times New Roman" panose="02020603050405020304" pitchFamily="18" charset="0"/>
                <a:ea typeface="宋体" panose="02010600030101010101" pitchFamily="2" charset="-122"/>
                <a:sym typeface="+mn-ea"/>
              </a:rPr>
              <a:t>聚合物（</a:t>
            </a:r>
            <a:r>
              <a:rPr altLang="zh-CN" dirty="0" sz="2400" lang="en-US" smtClean="0">
                <a:solidFill>
                  <a:schemeClr val="tx1"/>
                </a:solidFill>
                <a:latin typeface="Times New Roman" panose="02020603050405020304" pitchFamily="18" charset="0"/>
                <a:ea typeface="宋体" panose="02010600030101010101" pitchFamily="2" charset="-122"/>
                <a:sym typeface="+mn-ea"/>
              </a:rPr>
              <a:t>Thermosetting polymers</a:t>
            </a:r>
            <a:r>
              <a:rPr altLang="en-US" dirty="0" sz="2400" lang="zh-CN" smtClean="0">
                <a:solidFill>
                  <a:schemeClr val="tx1"/>
                </a:solidFill>
                <a:latin typeface="Times New Roman" panose="02020603050405020304" pitchFamily="18" charset="0"/>
                <a:ea typeface="宋体" panose="02010600030101010101" pitchFamily="2" charset="-122"/>
                <a:sym typeface="+mn-ea"/>
              </a:rPr>
              <a:t>）：一般</a:t>
            </a:r>
            <a:r>
              <a:rPr altLang="en-US" dirty="0" sz="2400" lang="zh-CN">
                <a:solidFill>
                  <a:schemeClr val="tx1"/>
                </a:solidFill>
                <a:latin typeface="Times New Roman" panose="02020603050405020304" pitchFamily="18" charset="0"/>
                <a:ea typeface="宋体" panose="02010600030101010101" pitchFamily="2" charset="-122"/>
                <a:sym typeface="+mn-ea"/>
              </a:rPr>
              <a:t>先形成预聚物，成型时，经加热使其中潜在的官能团继续反应成交联结构而固化。这种转变时不可逆的，只能成型一次，</a:t>
            </a:r>
            <a:r>
              <a:rPr altLang="en-US" dirty="0" sz="2400" lang="zh-CN" smtClean="0">
                <a:solidFill>
                  <a:schemeClr val="tx1"/>
                </a:solidFill>
                <a:latin typeface="Times New Roman" panose="02020603050405020304" pitchFamily="18" charset="0"/>
                <a:ea typeface="宋体" panose="02010600030101010101" pitchFamily="2" charset="-122"/>
                <a:sym typeface="+mn-ea"/>
              </a:rPr>
              <a:t>再加热</a:t>
            </a:r>
            <a:r>
              <a:rPr altLang="en-US" dirty="0" sz="2400" lang="zh-CN">
                <a:solidFill>
                  <a:schemeClr val="tx1"/>
                </a:solidFill>
                <a:latin typeface="Times New Roman" panose="02020603050405020304" pitchFamily="18" charset="0"/>
                <a:ea typeface="宋体" panose="02010600030101010101" pitchFamily="2" charset="-122"/>
                <a:sym typeface="+mn-ea"/>
              </a:rPr>
              <a:t>时不能熔融</a:t>
            </a:r>
            <a:r>
              <a:rPr altLang="en-US" dirty="0" sz="2400" lang="zh-CN" smtClean="0">
                <a:solidFill>
                  <a:schemeClr val="tx1"/>
                </a:solidFill>
                <a:latin typeface="Times New Roman" panose="02020603050405020304" pitchFamily="18" charset="0"/>
                <a:ea typeface="宋体" panose="02010600030101010101" pitchFamily="2" charset="-122"/>
                <a:sym typeface="+mn-ea"/>
              </a:rPr>
              <a:t>塑化。</a:t>
            </a:r>
            <a:endParaRPr altLang="zh-CN" dirty="0" sz="2400" lang="en-US" smtClean="0">
              <a:solidFill>
                <a:schemeClr val="tx1"/>
              </a:solidFill>
              <a:latin typeface="Times New Roman" panose="02020603050405020304" pitchFamily="18" charset="0"/>
              <a:ea typeface="宋体" panose="02010600030101010101" pitchFamily="2" charset="-122"/>
            </a:endParaRPr>
          </a:p>
          <a:p>
            <a:pPr indent="-342900" marL="342900"/>
            <a:endParaRPr altLang="en-US" dirty="0" sz="2400" lang="zh-CN">
              <a:solidFill>
                <a:schemeClr val="tx1"/>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5" name=""/>
        <p:cNvGrpSpPr/>
        <p:nvPr/>
      </p:nvGrpSpPr>
      <p:grpSpPr>
        <a:xfrm/>
      </p:grpSpPr>
      <p:sp>
        <p:nvSpPr>
          <p:cNvPr id="1048606" name="文本框 1"/>
          <p:cNvSpPr txBox="1"/>
          <p:nvPr/>
        </p:nvSpPr>
        <p:spPr>
          <a:xfrm>
            <a:off x="1146810" y="384810"/>
            <a:ext cx="9898380" cy="6314440"/>
          </a:xfrm>
          <a:prstGeom prst="rect"/>
          <a:noFill/>
        </p:spPr>
        <p:txBody>
          <a:bodyPr anchor="t" rtlCol="0" wrap="square">
            <a:spAutoFit/>
          </a:bodyPr>
          <a:p>
            <a:pPr algn="l" fontAlgn="auto" indent="-342900" marL="342900">
              <a:lnSpc>
                <a:spcPct val="150000"/>
              </a:lnSpc>
              <a:buSzPct val="100000"/>
              <a:buFont typeface="Wingdings" panose="05000000000000000000" charset="0"/>
              <a:buChar char="Ø"/>
            </a:pPr>
            <a:r>
              <a:rPr altLang="en-US" dirty="0" sz="2400" lang="zh-CN" smtClean="0">
                <a:latin typeface="Times New Roman" panose="02020603050405020304" pitchFamily="18" charset="0"/>
                <a:ea typeface="宋体" panose="02010600030101010101" pitchFamily="2" charset="-122"/>
                <a:sym typeface="+mn-ea"/>
              </a:rPr>
              <a:t>开环聚合（</a:t>
            </a:r>
            <a:r>
              <a:rPr altLang="zh-CN" dirty="0" sz="2400" lang="en-US" smtClean="0">
                <a:latin typeface="Times New Roman" panose="02020603050405020304" pitchFamily="18" charset="0"/>
                <a:ea typeface="宋体" panose="02010600030101010101" pitchFamily="2" charset="-122"/>
                <a:sym typeface="+mn-ea"/>
              </a:rPr>
              <a:t>Ring </a:t>
            </a:r>
            <a:r>
              <a:rPr altLang="zh-CN" dirty="0" sz="2400" lang="en-US">
                <a:latin typeface="Times New Roman" panose="02020603050405020304" pitchFamily="18" charset="0"/>
                <a:ea typeface="宋体" panose="02010600030101010101" pitchFamily="2" charset="-122"/>
                <a:sym typeface="+mn-ea"/>
              </a:rPr>
              <a:t>opening </a:t>
            </a:r>
            <a:r>
              <a:rPr altLang="zh-CN" dirty="0" sz="2400" lang="en-US" smtClean="0">
                <a:latin typeface="Times New Roman" panose="02020603050405020304" pitchFamily="18" charset="0"/>
                <a:ea typeface="宋体" panose="02010600030101010101" pitchFamily="2" charset="-122"/>
                <a:sym typeface="+mn-ea"/>
              </a:rPr>
              <a:t>polymerization</a:t>
            </a:r>
            <a:r>
              <a:rPr altLang="en-US" dirty="0" sz="2400" lang="zh-CN" smtClean="0">
                <a:latin typeface="Times New Roman" panose="02020603050405020304" pitchFamily="18" charset="0"/>
                <a:ea typeface="宋体" panose="02010600030101010101" pitchFamily="2" charset="-122"/>
                <a:sym typeface="+mn-ea"/>
              </a:rPr>
              <a:t>）：环状单体</a:t>
            </a:r>
            <a:r>
              <a:rPr altLang="zh-CN" dirty="0" sz="2400" lang="el-GR" smtClean="0">
                <a:latin typeface="Times New Roman" panose="02020603050405020304" pitchFamily="18" charset="0"/>
                <a:ea typeface="宋体" panose="02010600030101010101" pitchFamily="2" charset="-122"/>
                <a:sym typeface="+mn-ea"/>
              </a:rPr>
              <a:t>σ</a:t>
            </a:r>
            <a:r>
              <a:rPr altLang="en-US" dirty="0" sz="2400" lang="zh-CN" smtClean="0">
                <a:latin typeface="Times New Roman" panose="02020603050405020304" pitchFamily="18" charset="0"/>
                <a:ea typeface="宋体" panose="02010600030101010101" pitchFamily="2" charset="-122"/>
                <a:sym typeface="+mn-ea"/>
              </a:rPr>
              <a:t>键断裂而后聚合成线形聚合物的反应。</a:t>
            </a:r>
            <a:endParaRPr altLang="zh-CN" dirty="0" sz="2400" lang="en-US" smtClean="0">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SzPct val="100000"/>
              <a:buFont typeface="Wingdings" panose="05000000000000000000" charset="0"/>
              <a:buChar char="Ø"/>
            </a:pPr>
            <a:r>
              <a:rPr altLang="en-US" dirty="0" sz="2400" lang="zh-CN" smtClean="0">
                <a:latin typeface="Times New Roman" panose="02020603050405020304" pitchFamily="18" charset="0"/>
                <a:ea typeface="宋体" panose="02010600030101010101" pitchFamily="2" charset="-122"/>
                <a:sym typeface="+mn-ea"/>
              </a:rPr>
              <a:t>玻璃化转变温度（</a:t>
            </a:r>
            <a:r>
              <a:rPr altLang="zh-CN" dirty="0" sz="2400" lang="en-US" smtClean="0">
                <a:latin typeface="Times New Roman" panose="02020603050405020304" pitchFamily="18" charset="0"/>
                <a:ea typeface="宋体" panose="02010600030101010101" pitchFamily="2" charset="-122"/>
                <a:sym typeface="+mn-ea"/>
              </a:rPr>
              <a:t>Glass </a:t>
            </a:r>
            <a:r>
              <a:rPr altLang="zh-CN" dirty="0" sz="2400" lang="en-US">
                <a:latin typeface="Times New Roman" panose="02020603050405020304" pitchFamily="18" charset="0"/>
                <a:ea typeface="宋体" panose="02010600030101010101" pitchFamily="2" charset="-122"/>
                <a:sym typeface="+mn-ea"/>
              </a:rPr>
              <a:t>transition </a:t>
            </a:r>
            <a:r>
              <a:rPr altLang="zh-CN" dirty="0" sz="2400" lang="en-US" smtClean="0">
                <a:latin typeface="Times New Roman" panose="02020603050405020304" pitchFamily="18" charset="0"/>
                <a:ea typeface="宋体" panose="02010600030101010101" pitchFamily="2" charset="-122"/>
                <a:sym typeface="+mn-ea"/>
              </a:rPr>
              <a:t>temperature</a:t>
            </a:r>
            <a:r>
              <a:rPr altLang="en-US" dirty="0" sz="2400" lang="zh-CN" smtClean="0">
                <a:latin typeface="Times New Roman" panose="02020603050405020304" pitchFamily="18" charset="0"/>
                <a:ea typeface="宋体" panose="02010600030101010101" pitchFamily="2" charset="-122"/>
                <a:sym typeface="+mn-ea"/>
              </a:rPr>
              <a:t>）：</a:t>
            </a:r>
            <a:r>
              <a:rPr altLang="en-US" dirty="0" sz="2400" lang="zh-CN">
                <a:latin typeface="Times New Roman" panose="02020603050405020304" pitchFamily="18" charset="0"/>
                <a:ea typeface="宋体" panose="02010600030101010101" pitchFamily="2" charset="-122"/>
                <a:sym typeface="+mn-ea"/>
              </a:rPr>
              <a:t>玻璃化转变温度是高分子聚合物的特征温度之一。以玻璃化温度为界，高分子聚合物呈现不同的物理性质</a:t>
            </a:r>
            <a:r>
              <a:rPr altLang="zh-CN" dirty="0" sz="2400" lang="en-US">
                <a:latin typeface="Times New Roman" panose="02020603050405020304" pitchFamily="18" charset="0"/>
                <a:ea typeface="宋体" panose="02010600030101010101" pitchFamily="2" charset="-122"/>
                <a:sym typeface="+mn-ea"/>
              </a:rPr>
              <a:t>:</a:t>
            </a:r>
            <a:r>
              <a:rPr altLang="en-US" dirty="0" sz="2400" lang="zh-CN">
                <a:latin typeface="Times New Roman" panose="02020603050405020304" pitchFamily="18" charset="0"/>
                <a:ea typeface="宋体" panose="02010600030101010101" pitchFamily="2" charset="-122"/>
                <a:sym typeface="+mn-ea"/>
              </a:rPr>
              <a:t>在玻璃化温度以下，高分子材料为塑料</a:t>
            </a:r>
            <a:r>
              <a:rPr altLang="zh-CN" dirty="0" sz="2400" lang="en-US">
                <a:latin typeface="Times New Roman" panose="02020603050405020304" pitchFamily="18" charset="0"/>
                <a:ea typeface="宋体" panose="02010600030101010101" pitchFamily="2" charset="-122"/>
                <a:sym typeface="+mn-ea"/>
              </a:rPr>
              <a:t>;</a:t>
            </a:r>
            <a:r>
              <a:rPr altLang="en-US" dirty="0" sz="2400" lang="zh-CN">
                <a:latin typeface="Times New Roman" panose="02020603050405020304" pitchFamily="18" charset="0"/>
                <a:ea typeface="宋体" panose="02010600030101010101" pitchFamily="2" charset="-122"/>
                <a:sym typeface="+mn-ea"/>
              </a:rPr>
              <a:t>在玻璃化温度以上，高分子材料为橡胶。从工程应用角度而言，玻璃化温度是工程塑料使用温度的上限，是橡胶或弹性体的使用下限。</a:t>
            </a:r>
            <a:endParaRPr altLang="en-US" dirty="0" sz="2400" lang="zh-CN">
              <a:latin typeface="Times New Roman" panose="02020603050405020304" pitchFamily="18" charset="0"/>
              <a:ea typeface="宋体" panose="02010600030101010101" pitchFamily="2" charset="-122"/>
              <a:sym typeface="+mn-ea"/>
            </a:endParaRPr>
          </a:p>
          <a:p>
            <a:pPr algn="l" fontAlgn="auto" indent="-342900" marL="342900">
              <a:lnSpc>
                <a:spcPct val="150000"/>
              </a:lnSpc>
              <a:buSzPct val="100000"/>
              <a:buFont typeface="Wingdings" panose="05000000000000000000" charset="0"/>
              <a:buChar char="Ø"/>
            </a:pPr>
            <a:r>
              <a:rPr altLang="en-US" dirty="0" sz="2400" lang="zh-CN" smtClean="0">
                <a:latin typeface="Times New Roman" panose="02020603050405020304" pitchFamily="18" charset="0"/>
                <a:ea typeface="宋体" panose="02010600030101010101" pitchFamily="2" charset="-122"/>
                <a:sym typeface="+mn-ea"/>
              </a:rPr>
              <a:t>加聚（</a:t>
            </a:r>
            <a:r>
              <a:rPr altLang="zh-CN" dirty="0" sz="2400" lang="en-US" smtClean="0">
                <a:latin typeface="Times New Roman" panose="02020603050405020304" pitchFamily="18" charset="0"/>
                <a:ea typeface="宋体" panose="02010600030101010101" pitchFamily="2" charset="-122"/>
                <a:sym typeface="+mn-ea"/>
              </a:rPr>
              <a:t>Addition polymerization</a:t>
            </a:r>
            <a:r>
              <a:rPr altLang="en-US" dirty="0" sz="2400" lang="zh-CN" smtClean="0">
                <a:latin typeface="Times New Roman" panose="02020603050405020304" pitchFamily="18" charset="0"/>
                <a:ea typeface="宋体" panose="02010600030101010101" pitchFamily="2" charset="-122"/>
                <a:sym typeface="+mn-ea"/>
              </a:rPr>
              <a:t>）：烯类单体</a:t>
            </a:r>
            <a:r>
              <a:rPr altLang="zh-CN" dirty="0" sz="2400" lang="el-GR" smtClean="0">
                <a:latin typeface="Times New Roman" panose="02020603050405020304" pitchFamily="18" charset="0"/>
                <a:ea typeface="宋体" panose="02010600030101010101" pitchFamily="2" charset="-122"/>
                <a:sym typeface="+mn-ea"/>
              </a:rPr>
              <a:t>π</a:t>
            </a:r>
            <a:r>
              <a:rPr altLang="en-US" dirty="0" sz="2400" lang="zh-CN" smtClean="0">
                <a:latin typeface="Times New Roman" panose="02020603050405020304" pitchFamily="18" charset="0"/>
                <a:ea typeface="宋体" panose="02010600030101010101" pitchFamily="2" charset="-122"/>
                <a:sym typeface="+mn-ea"/>
              </a:rPr>
              <a:t>键</a:t>
            </a:r>
            <a:r>
              <a:rPr altLang="en-US" dirty="0" sz="2400" lang="zh-CN">
                <a:latin typeface="Times New Roman" panose="02020603050405020304" pitchFamily="18" charset="0"/>
                <a:ea typeface="宋体" panose="02010600030101010101" pitchFamily="2" charset="-122"/>
                <a:sym typeface="+mn-ea"/>
              </a:rPr>
              <a:t>断裂后加成聚合起来的</a:t>
            </a:r>
            <a:r>
              <a:rPr altLang="en-US" dirty="0" sz="2400" lang="zh-CN" smtClean="0">
                <a:latin typeface="Times New Roman" panose="02020603050405020304" pitchFamily="18" charset="0"/>
                <a:ea typeface="宋体" panose="02010600030101010101" pitchFamily="2" charset="-122"/>
                <a:sym typeface="+mn-ea"/>
              </a:rPr>
              <a:t>反应。</a:t>
            </a:r>
            <a:endParaRPr altLang="zh-CN" dirty="0" sz="2400" lang="en-US" smtClean="0">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Clr>
                <a:srgbClr val="000000"/>
              </a:buClr>
              <a:buSzPct val="100000"/>
              <a:buFont typeface="Wingdings" panose="05000000000000000000" charset="0"/>
              <a:buChar char="Ø"/>
            </a:pPr>
            <a:r>
              <a:rPr altLang="en-US" dirty="0" sz="2400" lang="zh-CN" smtClean="0">
                <a:latin typeface="Times New Roman" panose="02020603050405020304" pitchFamily="18" charset="0"/>
                <a:ea typeface="宋体" panose="02010600030101010101" pitchFamily="2" charset="-122"/>
                <a:sym typeface="+mn-ea"/>
              </a:rPr>
              <a:t>缩聚（</a:t>
            </a:r>
            <a:r>
              <a:rPr altLang="zh-CN" dirty="0" sz="2400" lang="en-US" smtClean="0">
                <a:latin typeface="Times New Roman" panose="02020603050405020304" pitchFamily="18" charset="0"/>
                <a:ea typeface="宋体" panose="02010600030101010101" pitchFamily="2" charset="-122"/>
                <a:sym typeface="+mn-ea"/>
              </a:rPr>
              <a:t>condensation polymerization</a:t>
            </a:r>
            <a:r>
              <a:rPr altLang="en-US" dirty="0" sz="2400" lang="zh-CN" smtClean="0">
                <a:latin typeface="Times New Roman" panose="02020603050405020304" pitchFamily="18" charset="0"/>
                <a:ea typeface="宋体" panose="02010600030101010101" pitchFamily="2" charset="-122"/>
                <a:sym typeface="+mn-ea"/>
              </a:rPr>
              <a:t>）</a:t>
            </a:r>
            <a:r>
              <a:rPr altLang="zh-CN" dirty="0" sz="2400" lang="en-US" smtClean="0">
                <a:latin typeface="Times New Roman" panose="02020603050405020304" pitchFamily="18" charset="0"/>
                <a:ea typeface="宋体" panose="02010600030101010101" pitchFamily="2" charset="-122"/>
                <a:sym typeface="+mn-ea"/>
              </a:rPr>
              <a:t>:</a:t>
            </a:r>
            <a:r>
              <a:rPr altLang="en-US" dirty="0" sz="2400" lang="zh-CN" smtClean="0">
                <a:latin typeface="Times New Roman" panose="02020603050405020304" pitchFamily="18" charset="0"/>
                <a:ea typeface="宋体" panose="02010600030101010101" pitchFamily="2" charset="-122"/>
                <a:sym typeface="+mn-ea"/>
              </a:rPr>
              <a:t>官能团单体多次缩合成聚合物的反应，除形成缩聚物外，还有一些低分子副产物产生。</a:t>
            </a:r>
            <a:endParaRPr altLang="zh-CN" dirty="0" sz="2400" lang="en-US" smtClean="0">
              <a:solidFill>
                <a:schemeClr val="tx1"/>
              </a:solidFill>
              <a:latin typeface="Times New Roman" panose="02020603050405020304" pitchFamily="18" charset="0"/>
              <a:ea typeface="宋体" panose="02010600030101010101" pitchFamily="2" charset="-122"/>
            </a:endParaRPr>
          </a:p>
          <a:p>
            <a:pPr algn="l" indent="-342900" marL="342900">
              <a:buSzPct val="100000"/>
              <a:buFont typeface="Wingdings" panose="05000000000000000000" charset="0"/>
              <a:buNone/>
            </a:pPr>
            <a:endParaRPr altLang="en-US" sz="2400" lang="zh-CN"/>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6" name=""/>
        <p:cNvGrpSpPr/>
        <p:nvPr/>
      </p:nvGrpSpPr>
      <p:grpSpPr>
        <a:xfrm/>
      </p:grpSpPr>
      <p:sp>
        <p:nvSpPr>
          <p:cNvPr id="1048607" name="文本框 1"/>
          <p:cNvSpPr txBox="1"/>
          <p:nvPr/>
        </p:nvSpPr>
        <p:spPr>
          <a:xfrm>
            <a:off x="1438275" y="859790"/>
            <a:ext cx="3535680" cy="460375"/>
          </a:xfrm>
          <a:prstGeom prst="rect"/>
          <a:noFill/>
        </p:spPr>
        <p:txBody>
          <a:bodyPr rtlCol="0" wrap="none">
            <a:spAutoFit/>
          </a:bodyPr>
          <a:p>
            <a:r>
              <a:rPr altLang="en-US" sz="2400" lang="zh-CN">
                <a:latin typeface="宋体" panose="02010600030101010101" pitchFamily="2" charset="-122"/>
                <a:ea typeface="宋体" panose="02010600030101010101" pitchFamily="2" charset="-122"/>
              </a:rPr>
              <a:t>常用聚合物的符号及英文</a:t>
            </a:r>
            <a:endParaRPr altLang="en-US" sz="2400" lang="zh-CN">
              <a:latin typeface="宋体" panose="02010600030101010101" pitchFamily="2" charset="-122"/>
              <a:ea typeface="宋体" panose="02010600030101010101" pitchFamily="2" charset="-122"/>
            </a:endParaRPr>
          </a:p>
        </p:txBody>
      </p:sp>
      <p:pic>
        <p:nvPicPr>
          <p:cNvPr id="2097152" name="图片 1" descr="Pages from chap1_Page_26.jpg"/>
          <p:cNvPicPr>
            <a:picLocks noChangeAspect="1" noGrp="1"/>
          </p:cNvPicPr>
          <p:nvPr isPhoto="1"/>
        </p:nvPicPr>
        <p:blipFill rotWithShape="1">
          <a:blip xmlns:r="http://schemas.openxmlformats.org/officeDocument/2006/relationships" r:embed="rId1" cstate="print"/>
          <a:srcRect t="14206" b="7805"/>
          <a:stretch>
            <a:fillRect/>
          </a:stretch>
        </p:blipFill>
        <p:spPr bwMode="auto">
          <a:xfrm>
            <a:off x="2129377" y="1495517"/>
            <a:ext cx="7933650" cy="4637314"/>
          </a:xfrm>
          <a:prstGeom prst="rect"/>
          <a:noFill/>
          <a:ln>
            <a:noFill/>
          </a:ln>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7" name=""/>
        <p:cNvGrpSpPr/>
        <p:nvPr/>
      </p:nvGrpSpPr>
      <p:grpSpPr>
        <a:xfrm/>
      </p:grpSpPr>
      <p:sp>
        <p:nvSpPr>
          <p:cNvPr id="1048608" name="文本框 1"/>
          <p:cNvSpPr txBox="1"/>
          <p:nvPr/>
        </p:nvSpPr>
        <p:spPr>
          <a:xfrm>
            <a:off x="1021715" y="708660"/>
            <a:ext cx="6278881" cy="802641"/>
          </a:xfrm>
          <a:prstGeom prst="rect"/>
          <a:noFill/>
        </p:spPr>
        <p:txBody>
          <a:bodyPr rtlCol="0" wrap="none">
            <a:spAutoFit/>
          </a:bodyPr>
          <a:p>
            <a:pPr fontAlgn="auto">
              <a:lnSpc>
                <a:spcPct val="150000"/>
              </a:lnSpc>
            </a:pPr>
            <a:r>
              <a:rPr altLang="en-US" sz="2400" lang="zh-CN">
                <a:latin typeface="宋体" panose="02010600030101010101" pitchFamily="2" charset="-122"/>
                <a:ea typeface="宋体" panose="02010600030101010101" pitchFamily="2" charset="-122"/>
              </a:rPr>
              <a:t>写出下列化合物英文缩写的结构式和中文名称</a:t>
            </a:r>
            <a:endParaRPr altLang="en-US" sz="2400" lang="zh-CN">
              <a:latin typeface="宋体" panose="02010600030101010101" pitchFamily="2" charset="-122"/>
              <a:ea typeface="宋体" panose="02010600030101010101" pitchFamily="2" charset="-122"/>
            </a:endParaRPr>
          </a:p>
          <a:p>
            <a:pPr fontAlgn="auto">
              <a:lnSpc>
                <a:spcPct val="150000"/>
              </a:lnSpc>
            </a:pPr>
            <a:r>
              <a:rPr altLang="zh-CN" sz="2400" lang="en-US">
                <a:latin typeface="Times New Roman" panose="02020603050405020304" pitchFamily="18" charset="0"/>
                <a:ea typeface="宋体" panose="02010600030101010101" pitchFamily="2" charset="-122"/>
                <a:cs typeface="Times New Roman" panose="02020603050405020304" pitchFamily="18" charset="0"/>
              </a:rPr>
              <a:t>AIBN , PET , Kevlar</a:t>
            </a:r>
            <a:endParaRPr altLang="zh-CN" sz="2400"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48609" name="文本框 2"/>
          <p:cNvSpPr txBox="1"/>
          <p:nvPr/>
        </p:nvSpPr>
        <p:spPr>
          <a:xfrm>
            <a:off x="1294765" y="2248535"/>
            <a:ext cx="3319145" cy="460375"/>
          </a:xfrm>
          <a:prstGeom prst="rect"/>
          <a:noFill/>
        </p:spPr>
        <p:txBody>
          <a:bodyPr rtlCol="0" wrap="square">
            <a:spAutoFit/>
          </a:bodyPr>
          <a:p>
            <a:r>
              <a:rPr altLang="zh-CN" sz="2400" lang="en-US">
                <a:latin typeface="Times New Roman" panose="02020603050405020304" pitchFamily="18" charset="0"/>
                <a:cs typeface="Times New Roman" panose="02020603050405020304" pitchFamily="18" charset="0"/>
              </a:rPr>
              <a:t>AIBN</a:t>
            </a:r>
            <a:r>
              <a:rPr altLang="en-US" sz="2400" lang="zh-CN">
                <a:latin typeface="Times New Roman" panose="02020603050405020304" pitchFamily="18" charset="0"/>
                <a:cs typeface="Times New Roman" panose="02020603050405020304" pitchFamily="18" charset="0"/>
              </a:rPr>
              <a:t>：偶氮二异丁腈</a:t>
            </a:r>
            <a:endParaRPr altLang="en-US" sz="2400" lang="zh-CN">
              <a:latin typeface="Times New Roman" panose="02020603050405020304" pitchFamily="18" charset="0"/>
              <a:cs typeface="Times New Roman" panose="02020603050405020304" pitchFamily="18" charset="0"/>
            </a:endParaRPr>
          </a:p>
        </p:txBody>
      </p:sp>
      <p:sp>
        <p:nvSpPr>
          <p:cNvPr id="1048610" name="文本框 3"/>
          <p:cNvSpPr txBox="1"/>
          <p:nvPr/>
        </p:nvSpPr>
        <p:spPr>
          <a:xfrm>
            <a:off x="1337310" y="3611245"/>
            <a:ext cx="5415280" cy="447040"/>
          </a:xfrm>
          <a:prstGeom prst="rect"/>
          <a:noFill/>
        </p:spPr>
        <p:txBody>
          <a:bodyPr rtlCol="0" wrap="none">
            <a:spAutoFit/>
          </a:bodyPr>
          <a:p>
            <a:r>
              <a:rPr altLang="zh-CN" sz="2400" lang="en-US">
                <a:latin typeface="Times New Roman" panose="02020603050405020304" pitchFamily="18" charset="0"/>
                <a:cs typeface="Times New Roman" panose="02020603050405020304" pitchFamily="18" charset="0"/>
              </a:rPr>
              <a:t>PET</a:t>
            </a:r>
            <a:r>
              <a:rPr altLang="en-US" sz="2400" lang="zh-CN">
                <a:latin typeface="Times New Roman" panose="02020603050405020304" pitchFamily="18" charset="0"/>
                <a:cs typeface="Times New Roman" panose="02020603050405020304" pitchFamily="18" charset="0"/>
              </a:rPr>
              <a:t>：涤纶树脂</a:t>
            </a:r>
            <a:r>
              <a:rPr altLang="zh-CN" sz="2400" lang="en-US">
                <a:latin typeface="Times New Roman" panose="02020603050405020304" pitchFamily="18" charset="0"/>
                <a:cs typeface="Times New Roman" panose="02020603050405020304" pitchFamily="18" charset="0"/>
              </a:rPr>
              <a:t>/</a:t>
            </a:r>
            <a:r>
              <a:rPr altLang="en-US" sz="2400" lang="zh-CN">
                <a:latin typeface="Times New Roman" panose="02020603050405020304" pitchFamily="18" charset="0"/>
                <a:cs typeface="Times New Roman" panose="02020603050405020304" pitchFamily="18" charset="0"/>
              </a:rPr>
              <a:t>聚对苯二甲酸乙二醇酯</a:t>
            </a:r>
            <a:endParaRPr altLang="en-US" sz="2400" lang="zh-CN">
              <a:latin typeface="Times New Roman" panose="02020603050405020304" pitchFamily="18" charset="0"/>
              <a:cs typeface="Times New Roman" panose="02020603050405020304" pitchFamily="18" charset="0"/>
            </a:endParaRPr>
          </a:p>
        </p:txBody>
      </p:sp>
      <p:sp>
        <p:nvSpPr>
          <p:cNvPr id="1048611" name="文本框 4"/>
          <p:cNvSpPr txBox="1"/>
          <p:nvPr/>
        </p:nvSpPr>
        <p:spPr>
          <a:xfrm>
            <a:off x="1294765" y="4848225"/>
            <a:ext cx="4411980" cy="447040"/>
          </a:xfrm>
          <a:prstGeom prst="rect"/>
          <a:noFill/>
        </p:spPr>
        <p:txBody>
          <a:bodyPr rtlCol="0" wrap="none">
            <a:spAutoFit/>
          </a:bodyPr>
          <a:p>
            <a:r>
              <a:rPr altLang="zh-CN" sz="2400" lang="en-US">
                <a:latin typeface="Times New Roman" panose="02020603050405020304" pitchFamily="18" charset="0"/>
                <a:cs typeface="Times New Roman" panose="02020603050405020304" pitchFamily="18" charset="0"/>
              </a:rPr>
              <a:t>Kevlar</a:t>
            </a:r>
            <a:r>
              <a:rPr altLang="en-US" sz="2400" lang="zh-CN">
                <a:latin typeface="Times New Roman" panose="02020603050405020304" pitchFamily="18" charset="0"/>
                <a:cs typeface="Times New Roman" panose="02020603050405020304" pitchFamily="18" charset="0"/>
              </a:rPr>
              <a:t>：聚对苯二甲酰对苯二胺</a:t>
            </a:r>
            <a:endParaRPr altLang="en-US" sz="2400" lang="zh-CN">
              <a:latin typeface="Times New Roman" panose="02020603050405020304" pitchFamily="18" charset="0"/>
              <a:cs typeface="Times New Roman" panose="02020603050405020304" pitchFamily="18" charset="0"/>
            </a:endParaRPr>
          </a:p>
        </p:txBody>
      </p:sp>
      <p:graphicFrame>
        <p:nvGraphicFramePr>
          <p:cNvPr id="4194304" name="对象 5"/>
          <p:cNvGraphicFramePr>
            <a:graphicFrameLocks noChangeAspect="1"/>
          </p:cNvGraphicFramePr>
          <p:nvPr/>
        </p:nvGraphicFramePr>
        <p:xfrm>
          <a:off x="5342255" y="2048510"/>
          <a:ext cx="3240000" cy="860767"/>
        </p:xfrm>
        <a:graphic>
          <a:graphicData uri="http://schemas.openxmlformats.org/presentationml/2006/ole">
            <mc:AlternateContent xmlns:mc="http://schemas.openxmlformats.org/markup-compatibility/2006">
              <mc:Choice xmlns:v="urn:schemas-microsoft-com:vml" Requires="v">
                <p:oleObj name="" r:id="rId1" spid="_x0000_s7" imgH="723900" imgW="2717800" progId="ChemDraw.Document.6.0">
                  <p:embed/>
                </p:oleObj>
              </mc:Choice>
              <mc:Fallback>
                <p:oleObj name="" r:id="rId1" imgH="723900" imgW="2717800" progId="ChemDraw.Document.6.0">
                  <p:embed/>
                  <p:pic>
                    <p:nvPicPr>
                      <p:cNvPr id="2097153" name="图片 6"/>
                      <p:cNvPicPr>
                        <a:picLocks/>
                      </p:cNvPicPr>
                      <p:nvPr/>
                    </p:nvPicPr>
                    <p:blipFill>
                      <a:blip xmlns:r="http://schemas.openxmlformats.org/officeDocument/2006/relationships" r:embed="rId2"/>
                      <a:stretch>
                        <a:fillRect/>
                      </a:stretch>
                    </p:blipFill>
                    <p:spPr>
                      <a:xfrm>
                        <a:off x="5342255" y="2048510"/>
                        <a:ext cx="3240000" cy="860767"/>
                      </a:xfrm>
                      <a:prstGeom prst="rect"/>
                    </p:spPr>
                  </p:pic>
                </p:oleObj>
              </mc:Fallback>
            </mc:AlternateContent>
          </a:graphicData>
        </a:graphic>
      </p:graphicFrame>
      <p:graphicFrame>
        <p:nvGraphicFramePr>
          <p:cNvPr id="4194305" name="对象 7"/>
          <p:cNvGraphicFramePr>
            <a:graphicFrameLocks/>
          </p:cNvGraphicFramePr>
          <p:nvPr/>
        </p:nvGraphicFramePr>
        <p:xfrm>
          <a:off x="7300595" y="3385185"/>
          <a:ext cx="3426460" cy="912495"/>
        </p:xfrm>
        <a:graphic>
          <a:graphicData uri="http://schemas.openxmlformats.org/presentationml/2006/ole">
            <mc:AlternateContent xmlns:mc="http://schemas.openxmlformats.org/markup-compatibility/2006">
              <mc:Choice xmlns:v="urn:schemas-microsoft-com:vml" Requires="v">
                <p:oleObj name="" r:id="rId3" spid="_x0000_s9" imgH="1219200" imgW="4572000" progId="ChemDraw.Document.6.0">
                  <p:embed/>
                </p:oleObj>
              </mc:Choice>
              <mc:Fallback>
                <p:oleObj name="" r:id="rId3" imgH="1219200" imgW="4572000" progId="ChemDraw.Document.6.0">
                  <p:embed/>
                  <p:pic>
                    <p:nvPicPr>
                      <p:cNvPr id="2097154" name="图片 8"/>
                      <p:cNvPicPr>
                        <a:picLocks/>
                      </p:cNvPicPr>
                      <p:nvPr/>
                    </p:nvPicPr>
                    <p:blipFill>
                      <a:blip xmlns:r="http://schemas.openxmlformats.org/officeDocument/2006/relationships" r:embed="rId4"/>
                      <a:stretch>
                        <a:fillRect/>
                      </a:stretch>
                    </p:blipFill>
                    <p:spPr>
                      <a:xfrm>
                        <a:off x="7300595" y="3385185"/>
                        <a:ext cx="3426460" cy="912495"/>
                      </a:xfrm>
                      <a:prstGeom prst="rect"/>
                    </p:spPr>
                  </p:pic>
                </p:oleObj>
              </mc:Fallback>
            </mc:AlternateContent>
          </a:graphicData>
        </a:graphic>
      </p:graphicFrame>
      <p:graphicFrame>
        <p:nvGraphicFramePr>
          <p:cNvPr id="4194306" name="对象 9"/>
          <p:cNvGraphicFramePr>
            <a:graphicFrameLocks/>
          </p:cNvGraphicFramePr>
          <p:nvPr/>
        </p:nvGraphicFramePr>
        <p:xfrm>
          <a:off x="6315075" y="4706620"/>
          <a:ext cx="4055110" cy="902970"/>
        </p:xfrm>
        <a:graphic>
          <a:graphicData uri="http://schemas.openxmlformats.org/presentationml/2006/ole">
            <mc:AlternateContent xmlns:mc="http://schemas.openxmlformats.org/markup-compatibility/2006">
              <mc:Choice xmlns:v="urn:schemas-microsoft-com:vml" Requires="v">
                <p:oleObj name="" r:id="rId5" spid="_x0000_s11" imgH="1206500" imgW="5397500" progId="ChemDraw.Document.6.0">
                  <p:embed/>
                </p:oleObj>
              </mc:Choice>
              <mc:Fallback>
                <p:oleObj name="" r:id="rId5" imgH="1206500" imgW="5397500" progId="ChemDraw.Document.6.0">
                  <p:embed/>
                  <p:pic>
                    <p:nvPicPr>
                      <p:cNvPr id="2097155" name="图片 10"/>
                      <p:cNvPicPr>
                        <a:picLocks/>
                      </p:cNvPicPr>
                      <p:nvPr/>
                    </p:nvPicPr>
                    <p:blipFill>
                      <a:blip xmlns:r="http://schemas.openxmlformats.org/officeDocument/2006/relationships" r:embed="rId6"/>
                      <a:stretch>
                        <a:fillRect/>
                      </a:stretch>
                    </p:blipFill>
                    <p:spPr>
                      <a:xfrm>
                        <a:off x="6315075" y="4706620"/>
                        <a:ext cx="4055110" cy="902970"/>
                      </a:xfrm>
                      <a:prstGeom prst="rect"/>
                    </p:spPr>
                  </p:pic>
                </p:oleObj>
              </mc:Fallback>
            </mc:AlternateContent>
          </a:graphicData>
        </a:graphic>
      </p:graphicFrame>
    </p:spTree>
    <p:custDataLst>
      <p:tags r:id="rId7"/>
    </p:custData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09"/>
                                        </p:tgtEl>
                                        <p:attrNameLst>
                                          <p:attrName>style.visibility</p:attrName>
                                        </p:attrNameLst>
                                      </p:cBhvr>
                                      <p:to>
                                        <p:strVal val="visible"/>
                                      </p:to>
                                    </p:set>
                                    <p:animEffect transition="in" filter="wipe(down)">
                                      <p:cBhvr>
                                        <p:cTn dur="500" id="7"/>
                                        <p:tgtEl>
                                          <p:spTgt spid="1048609"/>
                                        </p:tgtEl>
                                      </p:cBhvr>
                                    </p:animEffect>
                                  </p:childTnLst>
                                </p:cTn>
                              </p:par>
                              <p:par>
                                <p:cTn fill="hold" id="8" nodeType="withEffect" presetClass="entr" presetID="22" presetSubtype="4">
                                  <p:stCondLst>
                                    <p:cond delay="0"/>
                                  </p:stCondLst>
                                  <p:childTnLst>
                                    <p:set>
                                      <p:cBhvr>
                                        <p:cTn dur="1" fill="hold" id="9">
                                          <p:stCondLst>
                                            <p:cond delay="0"/>
                                          </p:stCondLst>
                                        </p:cTn>
                                        <p:tgtEl>
                                          <p:spTgt spid="4194304"/>
                                        </p:tgtEl>
                                        <p:attrNameLst>
                                          <p:attrName>style.visibility</p:attrName>
                                        </p:attrNameLst>
                                      </p:cBhvr>
                                      <p:to>
                                        <p:strVal val="visible"/>
                                      </p:to>
                                    </p:set>
                                    <p:animEffect transition="in" filter="wipe(down)">
                                      <p:cBhvr>
                                        <p:cTn dur="500" id="10"/>
                                        <p:tgtEl>
                                          <p:spTgt spid="4194304"/>
                                        </p:tgtEl>
                                      </p:cBhvr>
                                    </p:animEffec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22" presetSubtype="4">
                                  <p:stCondLst>
                                    <p:cond delay="0"/>
                                  </p:stCondLst>
                                  <p:childTnLst>
                                    <p:set>
                                      <p:cBhvr>
                                        <p:cTn dur="1" fill="hold" id="14">
                                          <p:stCondLst>
                                            <p:cond delay="0"/>
                                          </p:stCondLst>
                                        </p:cTn>
                                        <p:tgtEl>
                                          <p:spTgt spid="1048610"/>
                                        </p:tgtEl>
                                        <p:attrNameLst>
                                          <p:attrName>style.visibility</p:attrName>
                                        </p:attrNameLst>
                                      </p:cBhvr>
                                      <p:to>
                                        <p:strVal val="visible"/>
                                      </p:to>
                                    </p:set>
                                    <p:animEffect transition="in" filter="wipe(down)">
                                      <p:cBhvr>
                                        <p:cTn dur="500" id="15"/>
                                        <p:tgtEl>
                                          <p:spTgt spid="1048610"/>
                                        </p:tgtEl>
                                      </p:cBhvr>
                                    </p:animEffect>
                                  </p:childTnLst>
                                </p:cTn>
                              </p:par>
                              <p:par>
                                <p:cTn fill="hold" id="16" nodeType="withEffect" presetClass="entr" presetID="22" presetSubtype="4">
                                  <p:stCondLst>
                                    <p:cond delay="0"/>
                                  </p:stCondLst>
                                  <p:childTnLst>
                                    <p:set>
                                      <p:cBhvr>
                                        <p:cTn dur="1" fill="hold" id="17">
                                          <p:stCondLst>
                                            <p:cond delay="0"/>
                                          </p:stCondLst>
                                        </p:cTn>
                                        <p:tgtEl>
                                          <p:spTgt spid="4194305"/>
                                        </p:tgtEl>
                                        <p:attrNameLst>
                                          <p:attrName>style.visibility</p:attrName>
                                        </p:attrNameLst>
                                      </p:cBhvr>
                                      <p:to>
                                        <p:strVal val="visible"/>
                                      </p:to>
                                    </p:set>
                                    <p:animEffect transition="in" filter="wipe(down)">
                                      <p:cBhvr>
                                        <p:cTn dur="500" id="18"/>
                                        <p:tgtEl>
                                          <p:spTgt spid="4194305"/>
                                        </p:tgtEl>
                                      </p:cBhvr>
                                    </p:animEffec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22" presetSubtype="4">
                                  <p:stCondLst>
                                    <p:cond delay="0"/>
                                  </p:stCondLst>
                                  <p:childTnLst>
                                    <p:set>
                                      <p:cBhvr>
                                        <p:cTn dur="1" fill="hold" id="22">
                                          <p:stCondLst>
                                            <p:cond delay="0"/>
                                          </p:stCondLst>
                                        </p:cTn>
                                        <p:tgtEl>
                                          <p:spTgt spid="1048611"/>
                                        </p:tgtEl>
                                        <p:attrNameLst>
                                          <p:attrName>style.visibility</p:attrName>
                                        </p:attrNameLst>
                                      </p:cBhvr>
                                      <p:to>
                                        <p:strVal val="visible"/>
                                      </p:to>
                                    </p:set>
                                    <p:animEffect transition="in" filter="wipe(down)">
                                      <p:cBhvr>
                                        <p:cTn dur="500" id="23"/>
                                        <p:tgtEl>
                                          <p:spTgt spid="1048611"/>
                                        </p:tgtEl>
                                      </p:cBhvr>
                                    </p:animEffect>
                                  </p:childTnLst>
                                </p:cTn>
                              </p:par>
                              <p:par>
                                <p:cTn fill="hold" id="24" nodeType="withEffect" presetClass="entr" presetID="22" presetSubtype="4">
                                  <p:stCondLst>
                                    <p:cond delay="0"/>
                                  </p:stCondLst>
                                  <p:childTnLst>
                                    <p:set>
                                      <p:cBhvr>
                                        <p:cTn dur="1" fill="hold" id="25">
                                          <p:stCondLst>
                                            <p:cond delay="0"/>
                                          </p:stCondLst>
                                        </p:cTn>
                                        <p:tgtEl>
                                          <p:spTgt spid="4194306"/>
                                        </p:tgtEl>
                                        <p:attrNameLst>
                                          <p:attrName>style.visibility</p:attrName>
                                        </p:attrNameLst>
                                      </p:cBhvr>
                                      <p:to>
                                        <p:strVal val="visible"/>
                                      </p:to>
                                    </p:set>
                                    <p:animEffect transition="in" filter="wipe(down)">
                                      <p:cBhvr>
                                        <p:cTn dur="500" id="26"/>
                                        <p:tgtEl>
                                          <p:spTgt spid="4194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9" grpId="0"/>
      <p:bldP spid="1048609" grpId="1"/>
      <p:bldP spid="1048610" grpId="0"/>
      <p:bldP spid="1048610" grpId="1"/>
      <p:bldP spid="1048611" grpId="0"/>
      <p:bldP spid="1048611"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8" name=""/>
        <p:cNvGrpSpPr/>
        <p:nvPr/>
      </p:nvGrpSpPr>
      <p:grpSpPr>
        <a:xfrm/>
      </p:grpSpPr>
      <p:sp>
        <p:nvSpPr>
          <p:cNvPr id="1048612" name="标题 1"/>
          <p:cNvSpPr>
            <a:spLocks noGrp="1"/>
          </p:cNvSpPr>
          <p:nvPr>
            <p:ph type="title"/>
          </p:nvPr>
        </p:nvSpPr>
        <p:spPr>
          <a:xfrm>
            <a:off x="669882" y="672030"/>
            <a:ext cx="10852237" cy="648000"/>
          </a:xfrm>
        </p:spPr>
        <p:txBody>
          <a:bodyPr/>
          <a:p>
            <a:r>
              <a:rPr altLang="zh-CN" sz="2400" lang="en-US">
                <a:solidFill>
                  <a:schemeClr val="tx1"/>
                </a:solidFill>
                <a:latin typeface="Times New Roman" panose="02020603050405020304" pitchFamily="18" charset="0"/>
                <a:ea typeface="宋体" panose="02010600030101010101" pitchFamily="2" charset="-122"/>
              </a:rPr>
              <a:t>1.2 </a:t>
            </a:r>
            <a:r>
              <a:rPr sz="2400">
                <a:solidFill>
                  <a:schemeClr val="tx1"/>
                </a:solidFill>
                <a:latin typeface="宋体" panose="02010600030101010101" pitchFamily="2" charset="-122"/>
                <a:ea typeface="宋体" panose="02010600030101010101" pitchFamily="2" charset="-122"/>
              </a:rPr>
              <a:t>逐步聚合和连锁聚合的比较</a:t>
            </a:r>
            <a:endParaRPr sz="2400">
              <a:solidFill>
                <a:schemeClr val="tx1"/>
              </a:solidFill>
              <a:latin typeface="宋体" panose="02010600030101010101" pitchFamily="2" charset="-122"/>
              <a:ea typeface="宋体" panose="02010600030101010101" pitchFamily="2" charset="-122"/>
            </a:endParaRPr>
          </a:p>
        </p:txBody>
      </p:sp>
      <p:pic>
        <p:nvPicPr>
          <p:cNvPr id="2097159" name="图片 4"/>
          <p:cNvPicPr>
            <a:picLocks noChangeAspect="1"/>
          </p:cNvPicPr>
          <p:nvPr/>
        </p:nvPicPr>
        <p:blipFill>
          <a:blip xmlns:r="http://schemas.openxmlformats.org/officeDocument/2006/relationships" r:embed="rId1"/>
          <a:srcRect/>
          <a:stretch>
            <a:fillRect/>
          </a:stretch>
        </p:blipFill>
        <p:spPr bwMode="auto">
          <a:xfrm>
            <a:off x="2603703" y="1662474"/>
            <a:ext cx="6985000" cy="4251325"/>
          </a:xfrm>
          <a:prstGeom prst="rect"/>
          <a:noFill/>
          <a:ln>
            <a:noFill/>
          </a:ln>
        </p:spPr>
      </p:pic>
      <p:sp>
        <p:nvSpPr>
          <p:cNvPr id="1048613" name="圆角矩形 5"/>
          <p:cNvSpPr/>
          <p:nvPr/>
        </p:nvSpPr>
        <p:spPr>
          <a:xfrm>
            <a:off x="2307771" y="2186940"/>
            <a:ext cx="7576458" cy="1088571"/>
          </a:xfrm>
          <a:prstGeom prst="roundRect"/>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solidFill>
                <a:prstClr val="white"/>
              </a:solidFill>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69" name=""/>
        <p:cNvGrpSpPr/>
        <p:nvPr/>
      </p:nvGrpSpPr>
      <p:grpSpPr>
        <a:xfrm/>
      </p:grpSpPr>
      <p:sp>
        <p:nvSpPr>
          <p:cNvPr id="1048614" name="文本框 1"/>
          <p:cNvSpPr txBox="1"/>
          <p:nvPr/>
        </p:nvSpPr>
        <p:spPr>
          <a:xfrm>
            <a:off x="1297305" y="606425"/>
            <a:ext cx="1973580" cy="447040"/>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1.3  </a:t>
            </a:r>
            <a:r>
              <a:rPr altLang="en-US" b="1" sz="2400" lang="zh-CN">
                <a:solidFill>
                  <a:schemeClr val="tx1"/>
                </a:solidFill>
                <a:latin typeface="Times New Roman" panose="02020603050405020304" pitchFamily="18" charset="0"/>
                <a:ea typeface="宋体" panose="02010600030101010101" pitchFamily="2" charset="-122"/>
              </a:rPr>
              <a:t>重要公式</a:t>
            </a:r>
            <a:endParaRPr altLang="en-US" b="1" sz="2400" lang="zh-CN">
              <a:solidFill>
                <a:schemeClr val="tx1"/>
              </a:solidFill>
              <a:latin typeface="Times New Roman" panose="02020603050405020304" pitchFamily="18" charset="0"/>
              <a:ea typeface="宋体" panose="02010600030101010101" pitchFamily="2" charset="-122"/>
            </a:endParaRPr>
          </a:p>
        </p:txBody>
      </p:sp>
      <p:sp>
        <p:nvSpPr>
          <p:cNvPr id="1048615" name="文本框 2"/>
          <p:cNvSpPr txBox="1"/>
          <p:nvPr/>
        </p:nvSpPr>
        <p:spPr>
          <a:xfrm>
            <a:off x="1387475" y="1133475"/>
            <a:ext cx="7612380" cy="713740"/>
          </a:xfrm>
          <a:prstGeom prst="rect"/>
          <a:noFill/>
        </p:spPr>
        <p:txBody>
          <a:bodyPr rtlCol="0" wrap="none">
            <a:spAutoFit/>
          </a:bodyPr>
          <a:p>
            <a:pPr algn="l"/>
            <a:r>
              <a:rPr altLang="en-US" sz="2400" lang="zh-CN">
                <a:solidFill>
                  <a:schemeClr val="tx1"/>
                </a:solidFill>
                <a:latin typeface="Times New Roman" panose="02020603050405020304" pitchFamily="18" charset="0"/>
                <a:ea typeface="宋体" panose="02010600030101010101" pitchFamily="2" charset="-122"/>
              </a:rPr>
              <a:t>数均分子量（Number-average Molecular Weight）：</a:t>
            </a:r>
            <a:endParaRPr altLang="en-US" lang="zh-CN">
              <a:solidFill>
                <a:schemeClr val="tx1"/>
              </a:solidFill>
              <a:latin typeface="Times New Roman" panose="02020603050405020304" pitchFamily="18" charset="0"/>
              <a:ea typeface="宋体" panose="02010600030101010101" pitchFamily="2" charset="-122"/>
            </a:endParaRPr>
          </a:p>
          <a:p>
            <a:pPr algn="l"/>
            <a:endParaRPr altLang="en-US" lang="zh-CN">
              <a:solidFill>
                <a:schemeClr val="tx1"/>
              </a:solidFill>
              <a:latin typeface="Times New Roman" panose="02020603050405020304" pitchFamily="18" charset="0"/>
              <a:ea typeface="宋体" panose="02010600030101010101" pitchFamily="2" charset="-122"/>
            </a:endParaRPr>
          </a:p>
        </p:txBody>
      </p:sp>
      <p:sp>
        <p:nvSpPr>
          <p:cNvPr id="1048616" name="文本框 4"/>
          <p:cNvSpPr txBox="1"/>
          <p:nvPr/>
        </p:nvSpPr>
        <p:spPr>
          <a:xfrm>
            <a:off x="1432560" y="3555365"/>
            <a:ext cx="6253480" cy="662941"/>
          </a:xfrm>
          <a:prstGeom prst="rect"/>
          <a:noFill/>
        </p:spPr>
        <p:txBody>
          <a:bodyPr rtlCol="0" wrap="none">
            <a:spAutoFit/>
          </a:bodyPr>
          <a:p>
            <a:pPr algn="l"/>
            <a:r>
              <a:rPr altLang="en-US" sz="2000" lang="zh-CN">
                <a:solidFill>
                  <a:schemeClr val="tx1"/>
                </a:solidFill>
                <a:latin typeface="Times New Roman" panose="02020603050405020304" pitchFamily="18" charset="0"/>
                <a:ea typeface="宋体" panose="02010600030101010101" pitchFamily="2" charset="-122"/>
              </a:rPr>
              <a:t>重均分子量（Weight-average Molecular Weight）：</a:t>
            </a:r>
            <a:endParaRPr altLang="en-US" lang="zh-CN">
              <a:solidFill>
                <a:schemeClr val="tx1"/>
              </a:solidFill>
              <a:latin typeface="Times New Roman" panose="02020603050405020304" pitchFamily="18" charset="0"/>
              <a:ea typeface="宋体" panose="02010600030101010101" pitchFamily="2" charset="-122"/>
            </a:endParaRPr>
          </a:p>
          <a:p>
            <a:pPr algn="l"/>
            <a:endParaRPr altLang="en-US" lang="zh-CN">
              <a:solidFill>
                <a:schemeClr val="tx1"/>
              </a:solidFill>
              <a:latin typeface="Times New Roman" panose="02020603050405020304" pitchFamily="18" charset="0"/>
              <a:ea typeface="宋体" panose="02010600030101010101" pitchFamily="2" charset="-122"/>
            </a:endParaRPr>
          </a:p>
        </p:txBody>
      </p:sp>
      <p:pic>
        <p:nvPicPr>
          <p:cNvPr id="2097160" name="图片 5"/>
          <p:cNvPicPr>
            <a:picLocks noChangeAspect="1"/>
          </p:cNvPicPr>
          <p:nvPr/>
        </p:nvPicPr>
        <p:blipFill>
          <a:blip xmlns:r="http://schemas.openxmlformats.org/officeDocument/2006/relationships" r:embed="rId1"/>
          <a:stretch>
            <a:fillRect/>
          </a:stretch>
        </p:blipFill>
        <p:spPr>
          <a:xfrm>
            <a:off x="3524250" y="4017010"/>
            <a:ext cx="5143500" cy="1181100"/>
          </a:xfrm>
          <a:prstGeom prst="rect"/>
        </p:spPr>
      </p:pic>
      <p:pic>
        <p:nvPicPr>
          <p:cNvPr id="2097161" name="图片 6"/>
          <p:cNvPicPr>
            <a:picLocks noChangeAspect="1"/>
          </p:cNvPicPr>
          <p:nvPr/>
        </p:nvPicPr>
        <p:blipFill>
          <a:blip xmlns:r="http://schemas.openxmlformats.org/officeDocument/2006/relationships" r:embed="rId2"/>
          <a:stretch>
            <a:fillRect/>
          </a:stretch>
        </p:blipFill>
        <p:spPr>
          <a:xfrm>
            <a:off x="3905250" y="1663700"/>
            <a:ext cx="4381500" cy="1743075"/>
          </a:xfrm>
          <a:prstGeom prst="rect"/>
        </p:spPr>
      </p:pic>
      <p:graphicFrame>
        <p:nvGraphicFramePr>
          <p:cNvPr id="4194307" name="对象 13"/>
          <p:cNvGraphicFramePr>
            <a:graphicFrameLocks noChangeAspect="1"/>
          </p:cNvGraphicFramePr>
          <p:nvPr/>
        </p:nvGraphicFramePr>
        <p:xfrm>
          <a:off x="6059964" y="6085364"/>
          <a:ext cx="72390" cy="43815"/>
        </p:xfrm>
        <a:graphic>
          <a:graphicData uri="http://schemas.openxmlformats.org/presentationml/2006/ole">
            <mc:AlternateContent xmlns:mc="http://schemas.openxmlformats.org/markup-compatibility/2006">
              <mc:Choice xmlns:v="urn:schemas-microsoft-com:vml" Requires="v">
                <p:oleObj name="公式" r:id="rId3" spid="_x0000_s1210" imgH="431800" imgW="711200" progId="Equation.3">
                  <p:embed/>
                </p:oleObj>
              </mc:Choice>
              <mc:Fallback>
                <p:oleObj name="公式" r:id="rId3" imgH="431800" imgW="711200" progId="Equation.3">
                  <p:embed/>
                  <p:pic>
                    <p:nvPicPr>
                      <p:cNvPr id="2097162" name="图片 1209"/>
                      <p:cNvPicPr>
                        <a:picLocks noChangeAspect="1" noChangeArrowheads="1"/>
                      </p:cNvPicPr>
                      <p:nvPr/>
                    </p:nvPicPr>
                    <p:blipFill>
                      <a:blip xmlns:r="http://schemas.openxmlformats.org/officeDocument/2006/relationships" r:embed="rId4"/>
                      <a:srcRect/>
                      <a:stretch>
                        <a:fillRect/>
                      </a:stretch>
                    </p:blipFill>
                    <p:spPr bwMode="auto">
                      <a:xfrm>
                        <a:off x="6059964" y="6085364"/>
                        <a:ext cx="72390" cy="43815"/>
                      </a:xfrm>
                      <a:prstGeom prst="rect"/>
                      <a:noFill/>
                      <a:ln>
                        <a:noFill/>
                      </a:ln>
                    </p:spPr>
                  </p:pic>
                </p:oleObj>
              </mc:Fallback>
            </mc:AlternateContent>
          </a:graphicData>
        </a:graphic>
      </p:graphicFrame>
    </p:spTree>
    <p:custDataLst>
      <p:tags r:id="rId5"/>
    </p:custDataLst>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0" name=""/>
        <p:cNvGrpSpPr/>
        <p:nvPr/>
      </p:nvGrpSpPr>
      <p:grpSpPr>
        <a:xfrm/>
      </p:grpSpPr>
      <p:sp>
        <p:nvSpPr>
          <p:cNvPr id="1048617" name="文本框 4"/>
          <p:cNvSpPr txBox="1"/>
          <p:nvPr/>
        </p:nvSpPr>
        <p:spPr>
          <a:xfrm>
            <a:off x="2013584" y="3154046"/>
            <a:ext cx="5671820" cy="460375"/>
          </a:xfrm>
          <a:prstGeom prst="rect"/>
          <a:noFill/>
        </p:spPr>
        <p:txBody>
          <a:bodyPr rtlCol="0" wrap="none">
            <a:spAutoFit/>
          </a:bodyPr>
          <a:p>
            <a:r>
              <a:rPr altLang="en-US" b="1" dirty="0" sz="2400" lang="zh-CN" smtClean="0">
                <a:solidFill>
                  <a:schemeClr val="tx1"/>
                </a:solidFill>
                <a:latin typeface="Times New Roman" panose="02020603050405020304" pitchFamily="18" charset="0"/>
                <a:ea typeface="宋体" panose="02010600030101010101" pitchFamily="2" charset="-122"/>
              </a:rPr>
              <a:t>假设聚合物</a:t>
            </a:r>
            <a:r>
              <a:rPr altLang="zh-CN" b="1" dirty="0" sz="2400" lang="en-US" smtClean="0">
                <a:solidFill>
                  <a:schemeClr val="tx1"/>
                </a:solidFill>
                <a:latin typeface="Times New Roman" panose="02020603050405020304" pitchFamily="18" charset="0"/>
                <a:ea typeface="宋体" panose="02010600030101010101" pitchFamily="2" charset="-122"/>
              </a:rPr>
              <a:t>A</a:t>
            </a:r>
            <a:r>
              <a:rPr altLang="en-US" b="1" dirty="0" sz="2400" lang="zh-CN" smtClean="0">
                <a:solidFill>
                  <a:schemeClr val="tx1"/>
                </a:solidFill>
                <a:latin typeface="Times New Roman" panose="02020603050405020304" pitchFamily="18" charset="0"/>
                <a:ea typeface="宋体" panose="02010600030101010101" pitchFamily="2" charset="-122"/>
              </a:rPr>
              <a:t>，</a:t>
            </a:r>
            <a:r>
              <a:rPr altLang="zh-CN" b="1" dirty="0" sz="2400" lang="en-US" smtClean="0">
                <a:solidFill>
                  <a:schemeClr val="tx1"/>
                </a:solidFill>
                <a:latin typeface="Times New Roman" panose="02020603050405020304" pitchFamily="18" charset="0"/>
                <a:ea typeface="宋体" panose="02010600030101010101" pitchFamily="2" charset="-122"/>
              </a:rPr>
              <a:t>B</a:t>
            </a:r>
            <a:r>
              <a:rPr altLang="en-US" b="1" dirty="0" sz="2400" lang="zh-CN" smtClean="0">
                <a:solidFill>
                  <a:schemeClr val="tx1"/>
                </a:solidFill>
                <a:latin typeface="Times New Roman" panose="02020603050405020304" pitchFamily="18" charset="0"/>
                <a:ea typeface="宋体" panose="02010600030101010101" pitchFamily="2" charset="-122"/>
              </a:rPr>
              <a:t>的质量分别为</a:t>
            </a:r>
            <a:r>
              <a:rPr altLang="zh-CN" b="1" dirty="0" sz="2400" lang="en-US" smtClean="0">
                <a:solidFill>
                  <a:srgbClr val="FF0000"/>
                </a:solidFill>
                <a:latin typeface="Times New Roman" panose="02020603050405020304" pitchFamily="18" charset="0"/>
                <a:ea typeface="宋体" panose="02010600030101010101" pitchFamily="2" charset="-122"/>
              </a:rPr>
              <a:t>1g</a:t>
            </a:r>
            <a:r>
              <a:rPr altLang="en-US" b="1" dirty="0" sz="2400" lang="zh-CN" smtClean="0">
                <a:solidFill>
                  <a:schemeClr val="tx1"/>
                </a:solidFill>
                <a:latin typeface="Times New Roman" panose="02020603050405020304" pitchFamily="18" charset="0"/>
                <a:ea typeface="宋体" panose="02010600030101010101" pitchFamily="2" charset="-122"/>
              </a:rPr>
              <a:t>，求解</a:t>
            </a:r>
            <a:r>
              <a:rPr altLang="zh-CN" b="1" dirty="0" sz="2400" lang="en-US">
                <a:solidFill>
                  <a:schemeClr val="tx1"/>
                </a:solidFill>
                <a:latin typeface="Times New Roman" panose="02020603050405020304" pitchFamily="18" charset="0"/>
                <a:ea typeface="宋体" panose="02010600030101010101" pitchFamily="2" charset="-122"/>
              </a:rPr>
              <a:t>n</a:t>
            </a:r>
            <a:endParaRPr altLang="zh-CN" b="1" dirty="0" sz="2400" lang="en-US">
              <a:solidFill>
                <a:schemeClr val="tx1"/>
              </a:solidFill>
              <a:latin typeface="Times New Roman" panose="02020603050405020304" pitchFamily="18" charset="0"/>
              <a:ea typeface="宋体" panose="02010600030101010101" pitchFamily="2" charset="-122"/>
            </a:endParaRPr>
          </a:p>
        </p:txBody>
      </p:sp>
      <p:graphicFrame>
        <p:nvGraphicFramePr>
          <p:cNvPr id="4194308" name="对象 5"/>
          <p:cNvGraphicFramePr>
            <a:graphicFrameLocks noChangeAspect="1"/>
          </p:cNvGraphicFramePr>
          <p:nvPr/>
        </p:nvGraphicFramePr>
        <p:xfrm>
          <a:off x="2751511" y="3753753"/>
          <a:ext cx="4266565" cy="906145"/>
        </p:xfrm>
        <a:graphic>
          <a:graphicData uri="http://schemas.openxmlformats.org/presentationml/2006/ole">
            <mc:AlternateContent xmlns:mc="http://schemas.openxmlformats.org/markup-compatibility/2006">
              <mc:Choice xmlns:v="urn:schemas-microsoft-com:vml" Requires="v">
                <p:oleObj name="公式" r:id="rId1" spid="_x0000_s2138" imgH="482600" imgW="2273300" progId="Equation.3">
                  <p:embed/>
                </p:oleObj>
              </mc:Choice>
              <mc:Fallback>
                <p:oleObj name="公式" r:id="rId1" imgH="482600" imgW="2273300" progId="Equation.3">
                  <p:embed/>
                  <p:pic>
                    <p:nvPicPr>
                      <p:cNvPr id="2097164" name="图片 2137"/>
                      <p:cNvPicPr>
                        <a:picLocks noChangeAspect="1" noChangeArrowheads="1"/>
                      </p:cNvPicPr>
                      <p:nvPr/>
                    </p:nvPicPr>
                    <p:blipFill>
                      <a:blip xmlns:r="http://schemas.openxmlformats.org/officeDocument/2006/relationships" r:embed="rId2"/>
                      <a:srcRect/>
                      <a:stretch>
                        <a:fillRect/>
                      </a:stretch>
                    </p:blipFill>
                    <p:spPr bwMode="auto">
                      <a:xfrm>
                        <a:off x="2751511" y="3753753"/>
                        <a:ext cx="4266565" cy="906145"/>
                      </a:xfrm>
                      <a:prstGeom prst="rect"/>
                      <a:solidFill>
                        <a:schemeClr val="accent1">
                          <a:lumMod val="20000"/>
                          <a:lumOff val="80000"/>
                        </a:schemeClr>
                      </a:solidFill>
                      <a:ln w="12700">
                        <a:solidFill>
                          <a:schemeClr val="tx1"/>
                        </a:solidFill>
                      </a:ln>
                    </p:spPr>
                  </p:pic>
                </p:oleObj>
              </mc:Fallback>
            </mc:AlternateContent>
          </a:graphicData>
        </a:graphic>
      </p:graphicFrame>
      <p:graphicFrame>
        <p:nvGraphicFramePr>
          <p:cNvPr id="4194309" name="对象 6"/>
          <p:cNvGraphicFramePr>
            <a:graphicFrameLocks noChangeAspect="1"/>
          </p:cNvGraphicFramePr>
          <p:nvPr/>
        </p:nvGraphicFramePr>
        <p:xfrm>
          <a:off x="3186113" y="4835136"/>
          <a:ext cx="3396615" cy="1002030"/>
        </p:xfrm>
        <a:graphic>
          <a:graphicData uri="http://schemas.openxmlformats.org/presentationml/2006/ole">
            <mc:AlternateContent xmlns:mc="http://schemas.openxmlformats.org/markup-compatibility/2006">
              <mc:Choice xmlns:v="urn:schemas-microsoft-com:vml" Requires="v">
                <p:oleObj name="公式" r:id="rId3" spid="_x0000_s2139" imgH="482600" imgW="1638300" progId="Equation.3">
                  <p:embed/>
                </p:oleObj>
              </mc:Choice>
              <mc:Fallback>
                <p:oleObj name="公式" r:id="rId3" imgH="482600" imgW="1638300" progId="Equation.3">
                  <p:embed/>
                  <p:pic>
                    <p:nvPicPr>
                      <p:cNvPr id="2097165" name="图片 2138"/>
                      <p:cNvPicPr>
                        <a:picLocks noChangeAspect="1" noChangeArrowheads="1"/>
                      </p:cNvPicPr>
                      <p:nvPr/>
                    </p:nvPicPr>
                    <p:blipFill>
                      <a:blip xmlns:r="http://schemas.openxmlformats.org/officeDocument/2006/relationships" r:embed="rId4"/>
                      <a:srcRect/>
                      <a:stretch>
                        <a:fillRect/>
                      </a:stretch>
                    </p:blipFill>
                    <p:spPr bwMode="auto">
                      <a:xfrm>
                        <a:off x="3186113" y="4835136"/>
                        <a:ext cx="3396615" cy="1002030"/>
                      </a:xfrm>
                      <a:prstGeom prst="rect"/>
                      <a:solidFill>
                        <a:schemeClr val="accent1">
                          <a:lumMod val="20000"/>
                          <a:lumOff val="80000"/>
                        </a:schemeClr>
                      </a:solidFill>
                      <a:ln>
                        <a:solidFill>
                          <a:schemeClr val="tx1"/>
                        </a:solidFill>
                      </a:ln>
                    </p:spPr>
                  </p:pic>
                </p:oleObj>
              </mc:Fallback>
            </mc:AlternateContent>
          </a:graphicData>
        </a:graphic>
      </p:graphicFrame>
      <p:sp>
        <p:nvSpPr>
          <p:cNvPr id="1048618" name="内容占位符 2"/>
          <p:cNvSpPr>
            <a:spLocks noGrp="1"/>
          </p:cNvSpPr>
          <p:nvPr/>
        </p:nvSpPr>
        <p:spPr>
          <a:xfrm>
            <a:off x="1981133" y="657312"/>
            <a:ext cx="8229600" cy="3096344"/>
          </a:xfrm>
          <a:prstGeom prst="rect"/>
        </p:spPr>
        <p:txBody>
          <a:bodyPr bIns="45720" lIns="91440" rIns="91440" rtlCol="0" tIns="45720" vert="horz">
            <a:normAutofit lnSpcReduction="10000"/>
          </a:bodyPr>
          <a:lstStyle>
            <a:lvl1pPr algn="l" defTabSz="685800" eaLnBrk="1" hangingPunct="1" indent="-171450" latinLnBrk="0" marL="171450" rtl="0">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algn="l" defTabSz="685800" eaLnBrk="1" hangingPunct="1" indent="-171450" latinLnBrk="0" marL="514350" rtl="0">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algn="l" defTabSz="685800" eaLnBrk="1" hangingPunct="1" indent="-171450" latinLnBrk="0" marL="857250" rtl="0">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algn="l" defTabSz="685800" eaLnBrk="1" hangingPunct="1" indent="-171450" latinLnBrk="0" marL="12001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algn="l" defTabSz="685800" eaLnBrk="1" hangingPunct="1" indent="-171450" latinLnBrk="0" marL="15430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indent="0" marL="0">
              <a:lnSpc>
                <a:spcPct val="150000"/>
              </a:lnSpc>
              <a:spcBef>
                <a:spcPts val="700"/>
              </a:spcBef>
              <a:spcAft>
                <a:spcPts val="0"/>
              </a:spcAft>
              <a:buFont typeface="Arial" panose="020B0604020202020204" pitchFamily="34" charset="0"/>
              <a:buNone/>
            </a:pPr>
            <a:r>
              <a:rPr altLang="en-US" b="1" dirty="0" sz="2400" lang="zh-CN" smtClean="0">
                <a:latin typeface="Times New Roman" panose="02020603050405020304" pitchFamily="18" charset="0"/>
                <a:ea typeface="宋体" panose="02010600030101010101" pitchFamily="2" charset="-122"/>
              </a:rPr>
              <a:t>例题：</a:t>
            </a:r>
            <a:r>
              <a:rPr altLang="zh-CN" b="1" dirty="0" sz="2400" lang="en-US" smtClean="0">
                <a:latin typeface="Times New Roman" panose="02020603050405020304" pitchFamily="18" charset="0"/>
                <a:ea typeface="宋体" panose="02010600030101010101" pitchFamily="2" charset="-122"/>
              </a:rPr>
              <a:t>P17</a:t>
            </a:r>
            <a:r>
              <a:rPr altLang="en-US" b="1" dirty="0" sz="2400" lang="zh-CN" smtClean="0">
                <a:latin typeface="Times New Roman" panose="02020603050405020304" pitchFamily="18" charset="0"/>
                <a:ea typeface="宋体" panose="02010600030101010101" pitchFamily="2" charset="-122"/>
              </a:rPr>
              <a:t>计算题 </a:t>
            </a:r>
            <a:r>
              <a:rPr altLang="zh-CN" b="1" dirty="0" sz="2400" lang="en-US" smtClean="0">
                <a:latin typeface="Times New Roman" panose="02020603050405020304" pitchFamily="18" charset="0"/>
                <a:ea typeface="宋体" panose="02010600030101010101" pitchFamily="2" charset="-122"/>
              </a:rPr>
              <a:t>2</a:t>
            </a:r>
            <a:endParaRPr altLang="zh-CN" b="1" dirty="0" sz="2400" lang="en-US" smtClean="0">
              <a:latin typeface="Times New Roman" panose="02020603050405020304" pitchFamily="18" charset="0"/>
              <a:ea typeface="宋体" panose="02010600030101010101" pitchFamily="2" charset="-122"/>
            </a:endParaRPr>
          </a:p>
          <a:p>
            <a:pPr fontAlgn="auto" indent="0" marL="0">
              <a:lnSpc>
                <a:spcPct val="150000"/>
              </a:lnSpc>
              <a:spcBef>
                <a:spcPts val="700"/>
              </a:spcBef>
              <a:spcAft>
                <a:spcPts val="0"/>
              </a:spcAft>
              <a:buFont typeface="Arial" panose="020B0604020202020204" pitchFamily="34" charset="0"/>
              <a:buNone/>
            </a:pPr>
            <a:r>
              <a:rPr altLang="en-US" b="1" dirty="0" sz="2400" lang="zh-CN" smtClean="0">
                <a:solidFill>
                  <a:srgbClr val="FF0000"/>
                </a:solidFill>
                <a:latin typeface="Times New Roman" panose="02020603050405020304" pitchFamily="18" charset="0"/>
                <a:ea typeface="宋体" panose="02010600030101010101" pitchFamily="2" charset="-122"/>
              </a:rPr>
              <a:t>等质量</a:t>
            </a:r>
            <a:r>
              <a:rPr altLang="en-US" b="1" dirty="0" sz="2400" lang="zh-CN" smtClean="0">
                <a:latin typeface="Times New Roman" panose="02020603050405020304" pitchFamily="18" charset="0"/>
                <a:ea typeface="宋体" panose="02010600030101010101" pitchFamily="2" charset="-122"/>
              </a:rPr>
              <a:t>聚合物 </a:t>
            </a:r>
            <a:r>
              <a:rPr altLang="zh-CN" b="1" dirty="0" sz="2400" lang="en-US" smtClean="0">
                <a:latin typeface="Times New Roman" panose="02020603050405020304" pitchFamily="18" charset="0"/>
                <a:ea typeface="宋体" panose="02010600030101010101" pitchFamily="2" charset="-122"/>
              </a:rPr>
              <a:t>A , B </a:t>
            </a:r>
            <a:r>
              <a:rPr altLang="en-US" b="1" dirty="0" sz="2400" lang="zh-CN" smtClean="0">
                <a:latin typeface="Times New Roman" panose="02020603050405020304" pitchFamily="18" charset="0"/>
                <a:ea typeface="宋体" panose="02010600030101010101" pitchFamily="2" charset="-122"/>
              </a:rPr>
              <a:t>共混合，计算共混物 </a:t>
            </a:r>
            <a:r>
              <a:rPr altLang="zh-CN" b="1" dirty="0" sz="2400" lang="en-US" err="1" smtClean="0">
                <a:latin typeface="Times New Roman" panose="02020603050405020304" pitchFamily="18" charset="0"/>
                <a:ea typeface="宋体" panose="02010600030101010101" pitchFamily="2" charset="-122"/>
              </a:rPr>
              <a:t>M</a:t>
            </a:r>
            <a:r>
              <a:rPr altLang="zh-CN" baseline="-25000" b="1" dirty="0" sz="2400" lang="en-US" err="1" smtClean="0">
                <a:latin typeface="Times New Roman" panose="02020603050405020304" pitchFamily="18" charset="0"/>
                <a:ea typeface="宋体" panose="02010600030101010101" pitchFamily="2" charset="-122"/>
              </a:rPr>
              <a:t>n </a:t>
            </a:r>
            <a:r>
              <a:rPr altLang="en-US" b="1" dirty="0" sz="2400" lang="zh-CN" smtClean="0">
                <a:latin typeface="Times New Roman" panose="02020603050405020304" pitchFamily="18" charset="0"/>
                <a:ea typeface="宋体" panose="02010600030101010101" pitchFamily="2" charset="-122"/>
              </a:rPr>
              <a:t>及 </a:t>
            </a:r>
            <a:r>
              <a:rPr altLang="zh-CN" b="1" dirty="0" sz="2400" lang="en-US" smtClean="0">
                <a:latin typeface="Times New Roman" panose="02020603050405020304" pitchFamily="18" charset="0"/>
                <a:ea typeface="宋体" panose="02010600030101010101" pitchFamily="2" charset="-122"/>
              </a:rPr>
              <a:t>M</a:t>
            </a:r>
            <a:r>
              <a:rPr altLang="zh-CN" baseline="-25000" b="1" dirty="0" sz="2400" lang="en-US" smtClean="0">
                <a:latin typeface="Times New Roman" panose="02020603050405020304" pitchFamily="18" charset="0"/>
                <a:ea typeface="宋体" panose="02010600030101010101" pitchFamily="2" charset="-122"/>
              </a:rPr>
              <a:t>w</a:t>
            </a:r>
            <a:endParaRPr altLang="zh-CN" baseline="-25000" b="1" dirty="0" sz="2400" lang="en-US" smtClean="0">
              <a:latin typeface="Times New Roman" panose="02020603050405020304" pitchFamily="18" charset="0"/>
              <a:ea typeface="宋体" panose="02010600030101010101" pitchFamily="2" charset="-122"/>
            </a:endParaRPr>
          </a:p>
          <a:p>
            <a:pPr fontAlgn="auto" indent="0" marL="0">
              <a:lnSpc>
                <a:spcPct val="150000"/>
              </a:lnSpc>
              <a:spcBef>
                <a:spcPts val="700"/>
              </a:spcBef>
              <a:spcAft>
                <a:spcPts val="0"/>
              </a:spcAft>
              <a:buNone/>
            </a:pPr>
            <a:r>
              <a:rPr altLang="zh-CN" b="1" dirty="0" sz="2400" lang="en-US" smtClean="0">
                <a:latin typeface="Times New Roman" panose="02020603050405020304" pitchFamily="18" charset="0"/>
                <a:ea typeface="宋体" panose="02010600030101010101" pitchFamily="2" charset="-122"/>
              </a:rPr>
              <a:t> </a:t>
            </a:r>
            <a:r>
              <a:rPr altLang="en-US" b="1" dirty="0" sz="2400" lang="zh-CN" smtClean="0">
                <a:latin typeface="Times New Roman" panose="02020603050405020304" pitchFamily="18" charset="0"/>
                <a:ea typeface="宋体" panose="02010600030101010101" pitchFamily="2" charset="-122"/>
              </a:rPr>
              <a:t>聚合物 </a:t>
            </a:r>
            <a:r>
              <a:rPr altLang="zh-CN" b="1" dirty="0" sz="2400" lang="en-US" smtClean="0">
                <a:latin typeface="Times New Roman" panose="02020603050405020304" pitchFamily="18" charset="0"/>
                <a:ea typeface="宋体" panose="02010600030101010101" pitchFamily="2" charset="-122"/>
              </a:rPr>
              <a:t>A : </a:t>
            </a:r>
            <a:r>
              <a:rPr altLang="zh-CN" b="1" dirty="0" sz="2400" lang="en-US" err="1" smtClean="0">
                <a:latin typeface="Times New Roman" panose="02020603050405020304" pitchFamily="18" charset="0"/>
                <a:ea typeface="宋体" panose="02010600030101010101" pitchFamily="2" charset="-122"/>
              </a:rPr>
              <a:t>M</a:t>
            </a:r>
            <a:r>
              <a:rPr altLang="zh-CN" baseline="-25000" b="1" dirty="0" sz="2400" lang="en-US" err="1" smtClean="0">
                <a:latin typeface="Times New Roman" panose="02020603050405020304" pitchFamily="18" charset="0"/>
                <a:ea typeface="宋体" panose="02010600030101010101" pitchFamily="2" charset="-122"/>
              </a:rPr>
              <a:t>n</a:t>
            </a:r>
            <a:r>
              <a:rPr altLang="zh-CN" b="1" dirty="0" sz="2400" lang="en-US" smtClean="0">
                <a:latin typeface="Times New Roman" panose="02020603050405020304" pitchFamily="18" charset="0"/>
                <a:ea typeface="宋体" panose="02010600030101010101" pitchFamily="2" charset="-122"/>
              </a:rPr>
              <a:t>=35000,  M</a:t>
            </a:r>
            <a:r>
              <a:rPr altLang="zh-CN" baseline="-25000" b="1" dirty="0" sz="2400" lang="en-US" smtClean="0">
                <a:latin typeface="Times New Roman" panose="02020603050405020304" pitchFamily="18" charset="0"/>
                <a:ea typeface="宋体" panose="02010600030101010101" pitchFamily="2" charset="-122"/>
              </a:rPr>
              <a:t>w</a:t>
            </a:r>
            <a:r>
              <a:rPr altLang="zh-CN" b="1" dirty="0" sz="2400" lang="en-US" smtClean="0">
                <a:latin typeface="Times New Roman" panose="02020603050405020304" pitchFamily="18" charset="0"/>
                <a:ea typeface="宋体" panose="02010600030101010101" pitchFamily="2" charset="-122"/>
              </a:rPr>
              <a:t>=90000</a:t>
            </a:r>
            <a:endParaRPr altLang="zh-CN" b="1" dirty="0" sz="2400" lang="en-US" smtClean="0">
              <a:latin typeface="Times New Roman" panose="02020603050405020304" pitchFamily="18" charset="0"/>
              <a:ea typeface="宋体" panose="02010600030101010101" pitchFamily="2" charset="-122"/>
            </a:endParaRPr>
          </a:p>
          <a:p>
            <a:pPr fontAlgn="auto" indent="0" marL="0">
              <a:lnSpc>
                <a:spcPct val="150000"/>
              </a:lnSpc>
              <a:spcBef>
                <a:spcPts val="700"/>
              </a:spcBef>
              <a:buNone/>
            </a:pPr>
            <a:r>
              <a:rPr altLang="zh-CN" b="1" dirty="0" sz="2400" lang="en-US">
                <a:latin typeface="Times New Roman" panose="02020603050405020304" pitchFamily="18" charset="0"/>
                <a:ea typeface="宋体" panose="02010600030101010101" pitchFamily="2" charset="-122"/>
              </a:rPr>
              <a:t> </a:t>
            </a:r>
            <a:r>
              <a:rPr altLang="en-US" b="1" dirty="0" sz="2400" lang="zh-CN" smtClean="0">
                <a:latin typeface="Times New Roman" panose="02020603050405020304" pitchFamily="18" charset="0"/>
                <a:ea typeface="宋体" panose="02010600030101010101" pitchFamily="2" charset="-122"/>
              </a:rPr>
              <a:t>聚合物 </a:t>
            </a:r>
            <a:r>
              <a:rPr altLang="zh-CN" b="1" dirty="0" sz="2400" lang="en-US" smtClean="0">
                <a:latin typeface="Times New Roman" panose="02020603050405020304" pitchFamily="18" charset="0"/>
                <a:ea typeface="宋体" panose="02010600030101010101" pitchFamily="2" charset="-122"/>
              </a:rPr>
              <a:t>B : </a:t>
            </a:r>
            <a:r>
              <a:rPr altLang="zh-CN" b="1" dirty="0" sz="2400" lang="en-US" err="1" smtClean="0">
                <a:latin typeface="Times New Roman" panose="02020603050405020304" pitchFamily="18" charset="0"/>
                <a:ea typeface="宋体" panose="02010600030101010101" pitchFamily="2" charset="-122"/>
              </a:rPr>
              <a:t>M</a:t>
            </a:r>
            <a:r>
              <a:rPr altLang="zh-CN" baseline="-25000" b="1" dirty="0" sz="2400" lang="en-US" err="1" smtClean="0">
                <a:latin typeface="Times New Roman" panose="02020603050405020304" pitchFamily="18" charset="0"/>
                <a:ea typeface="宋体" panose="02010600030101010101" pitchFamily="2" charset="-122"/>
              </a:rPr>
              <a:t>n</a:t>
            </a:r>
            <a:r>
              <a:rPr altLang="zh-CN" b="1" dirty="0" sz="2400" lang="en-US" smtClean="0">
                <a:latin typeface="Times New Roman" panose="02020603050405020304" pitchFamily="18" charset="0"/>
                <a:ea typeface="宋体" panose="02010600030101010101" pitchFamily="2" charset="-122"/>
              </a:rPr>
              <a:t>=15000,  M</a:t>
            </a:r>
            <a:r>
              <a:rPr altLang="zh-CN" baseline="-25000" b="1" dirty="0" sz="2400" lang="en-US" smtClean="0">
                <a:latin typeface="Times New Roman" panose="02020603050405020304" pitchFamily="18" charset="0"/>
                <a:ea typeface="宋体" panose="02010600030101010101" pitchFamily="2" charset="-122"/>
              </a:rPr>
              <a:t>w</a:t>
            </a:r>
            <a:r>
              <a:rPr altLang="zh-CN" b="1" dirty="0" sz="2400" lang="en-US" smtClean="0">
                <a:latin typeface="Times New Roman" panose="02020603050405020304" pitchFamily="18" charset="0"/>
                <a:ea typeface="宋体" panose="02010600030101010101" pitchFamily="2" charset="-122"/>
              </a:rPr>
              <a:t>=300000</a:t>
            </a:r>
            <a:endParaRPr altLang="en-US" b="1" dirty="0" sz="2400" lang="zh-CN" smtClean="0">
              <a:latin typeface="Times New Roman" panose="02020603050405020304" pitchFamily="18" charset="0"/>
              <a:ea typeface="宋体" panose="02010600030101010101" pitchFamily="2" charset="-122"/>
            </a:endParaRPr>
          </a:p>
        </p:txBody>
      </p:sp>
    </p:spTree>
    <p:custDataLst>
      <p:tags r:id="rId5"/>
    </p:custData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4194308"/>
                                        </p:tgtEl>
                                        <p:attrNameLst>
                                          <p:attrName>style.visibility</p:attrName>
                                        </p:attrNameLst>
                                      </p:cBhvr>
                                      <p:to>
                                        <p:strVal val="visible"/>
                                      </p:to>
                                    </p:set>
                                    <p:anim calcmode="lin" valueType="num">
                                      <p:cBhvr additive="base">
                                        <p:cTn dur="500" fill="hold" id="7"/>
                                        <p:tgtEl>
                                          <p:spTgt spid="4194308"/>
                                        </p:tgtEl>
                                        <p:attrNameLst>
                                          <p:attrName>ppt_x</p:attrName>
                                        </p:attrNameLst>
                                      </p:cBhvr>
                                      <p:tavLst>
                                        <p:tav tm="0">
                                          <p:val>
                                            <p:strVal val="#ppt_x"/>
                                          </p:val>
                                        </p:tav>
                                        <p:tav tm="100000">
                                          <p:val>
                                            <p:strVal val="#ppt_x"/>
                                          </p:val>
                                        </p:tav>
                                      </p:tavLst>
                                    </p:anim>
                                    <p:anim calcmode="lin" valueType="num">
                                      <p:cBhvr additive="base">
                                        <p:cTn dur="500" fill="hold" id="8"/>
                                        <p:tgtEl>
                                          <p:spTgt spid="4194308"/>
                                        </p:tgtEl>
                                        <p:attrNameLst>
                                          <p:attrName>ppt_y</p:attrName>
                                        </p:attrNameLst>
                                      </p:cBhvr>
                                      <p:tavLst>
                                        <p:tav tm="0">
                                          <p:val>
                                            <p:strVal val="1+#ppt_h/2"/>
                                          </p:val>
                                        </p:tav>
                                        <p:tav tm="100000">
                                          <p:val>
                                            <p:strVal val="#ppt_y"/>
                                          </p:val>
                                        </p:tav>
                                      </p:tavLst>
                                    </p:anim>
                                  </p:childTnLst>
                                </p:cTn>
                              </p:par>
                              <p:par>
                                <p:cTn fill="hold" id="9" nodeType="withEffect" presetClass="entr" presetID="2" presetSubtype="4">
                                  <p:stCondLst>
                                    <p:cond delay="0"/>
                                  </p:stCondLst>
                                  <p:childTnLst>
                                    <p:set>
                                      <p:cBhvr>
                                        <p:cTn dur="1" fill="hold" id="10">
                                          <p:stCondLst>
                                            <p:cond delay="0"/>
                                          </p:stCondLst>
                                        </p:cTn>
                                        <p:tgtEl>
                                          <p:spTgt spid="4194309"/>
                                        </p:tgtEl>
                                        <p:attrNameLst>
                                          <p:attrName>style.visibility</p:attrName>
                                        </p:attrNameLst>
                                      </p:cBhvr>
                                      <p:to>
                                        <p:strVal val="visible"/>
                                      </p:to>
                                    </p:set>
                                    <p:anim calcmode="lin" valueType="num">
                                      <p:cBhvr additive="base">
                                        <p:cTn dur="500" fill="hold" id="11"/>
                                        <p:tgtEl>
                                          <p:spTgt spid="4194309"/>
                                        </p:tgtEl>
                                        <p:attrNameLst>
                                          <p:attrName>ppt_x</p:attrName>
                                        </p:attrNameLst>
                                      </p:cBhvr>
                                      <p:tavLst>
                                        <p:tav tm="0">
                                          <p:val>
                                            <p:strVal val="#ppt_x"/>
                                          </p:val>
                                        </p:tav>
                                        <p:tav tm="100000">
                                          <p:val>
                                            <p:strVal val="#ppt_x"/>
                                          </p:val>
                                        </p:tav>
                                      </p:tavLst>
                                    </p:anim>
                                    <p:anim calcmode="lin" valueType="num">
                                      <p:cBhvr additive="base">
                                        <p:cTn dur="500" fill="hold" id="12"/>
                                        <p:tgtEl>
                                          <p:spTgt spid="4194309"/>
                                        </p:tgtEl>
                                        <p:attrNameLst>
                                          <p:attrName>ppt_y</p:attrName>
                                        </p:attrNameLst>
                                      </p:cBhvr>
                                      <p:tavLst>
                                        <p:tav tm="0">
                                          <p:val>
                                            <p:strVal val="1+#ppt_h/2"/>
                                          </p:val>
                                        </p:tav>
                                        <p:tav tm="100000">
                                          <p:val>
                                            <p:strVal val="#ppt_y"/>
                                          </p:val>
                                        </p:tav>
                                      </p:tavLst>
                                    </p:anim>
                                  </p:childTnLst>
                                </p:cTn>
                              </p:par>
                              <p:par>
                                <p:cTn fill="hold" grpId="0" id="13" nodeType="withEffect" presetClass="entr" presetID="2" presetSubtype="4">
                                  <p:stCondLst>
                                    <p:cond delay="0"/>
                                  </p:stCondLst>
                                  <p:childTnLst>
                                    <p:set>
                                      <p:cBhvr>
                                        <p:cTn dur="1" fill="hold" id="14">
                                          <p:stCondLst>
                                            <p:cond delay="0"/>
                                          </p:stCondLst>
                                        </p:cTn>
                                        <p:tgtEl>
                                          <p:spTgt spid="1048617"/>
                                        </p:tgtEl>
                                        <p:attrNameLst>
                                          <p:attrName>style.visibility</p:attrName>
                                        </p:attrNameLst>
                                      </p:cBhvr>
                                      <p:to>
                                        <p:strVal val="visible"/>
                                      </p:to>
                                    </p:set>
                                    <p:anim calcmode="lin" valueType="num">
                                      <p:cBhvr additive="base">
                                        <p:cTn dur="500" fill="hold" id="15"/>
                                        <p:tgtEl>
                                          <p:spTgt spid="1048617"/>
                                        </p:tgtEl>
                                        <p:attrNameLst>
                                          <p:attrName>ppt_x</p:attrName>
                                        </p:attrNameLst>
                                      </p:cBhvr>
                                      <p:tavLst>
                                        <p:tav tm="0">
                                          <p:val>
                                            <p:strVal val="#ppt_x"/>
                                          </p:val>
                                        </p:tav>
                                        <p:tav tm="100000">
                                          <p:val>
                                            <p:strVal val="#ppt_x"/>
                                          </p:val>
                                        </p:tav>
                                      </p:tavLst>
                                    </p:anim>
                                    <p:anim calcmode="lin" valueType="num">
                                      <p:cBhvr additive="base">
                                        <p:cTn dur="500" fill="hold" id="16"/>
                                        <p:tgtEl>
                                          <p:spTgt spid="10486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1" name=""/>
        <p:cNvGrpSpPr/>
        <p:nvPr/>
      </p:nvGrpSpPr>
      <p:grpSpPr>
        <a:xfrm/>
      </p:grpSpPr>
      <p:sp>
        <p:nvSpPr>
          <p:cNvPr id="1048619" name="标题 1"/>
          <p:cNvSpPr>
            <a:spLocks noGrp="1"/>
          </p:cNvSpPr>
          <p:nvPr/>
        </p:nvSpPr>
        <p:spPr>
          <a:xfrm>
            <a:off x="669882" y="432000"/>
            <a:ext cx="10852237" cy="648000"/>
          </a:xfrm>
          <a:prstGeom prst="rect"/>
        </p:spPr>
        <p:txBody>
          <a:bodyPr anchor="ctr" anchorCtr="0" bIns="38100" lIns="101600" rIns="76200" rtlCol="0" tIns="38100" vert="horz">
            <a:noAutofit/>
          </a:bodyPr>
          <a:lstStyle>
            <a:lvl1pPr algn="l" defTabSz="914400" eaLnBrk="1" fontAlgn="auto" hangingPunct="1" latinLnBrk="0" marL="0" marR="0" rtl="0">
              <a:lnSpc>
                <a:spcPct val="100000"/>
              </a:lnSpc>
              <a:spcBef>
                <a:spcPct val="0"/>
              </a:spcBef>
              <a:buNone/>
              <a:defRPr altLang="en-US" baseline="0" b="1" cap="none" dirty="0" sz="2800" i="0" kern="1200" kumimoji="0" lang="zh-CN" noProof="1" normalizeH="0" spc="200" strike="noStrike" u="none">
                <a:solidFill>
                  <a:schemeClr val="tx1"/>
                </a:solidFill>
                <a:latin typeface="+mj-lt"/>
                <a:ea typeface="+mj-ea"/>
                <a:cs typeface="+mj-cs"/>
                <a:sym typeface="+mn-ea"/>
              </a:defRPr>
            </a:lvl1pPr>
          </a:lstStyle>
          <a:p>
            <a:r>
              <a:rPr altLang="en-US" lang="zh-CN">
                <a:latin typeface="宋体" panose="02010600030101010101" pitchFamily="2" charset="-122"/>
                <a:ea typeface="宋体" panose="02010600030101010101" pitchFamily="2" charset="-122"/>
              </a:rPr>
              <a:t>第二章：缩聚和逐步聚合</a:t>
            </a:r>
            <a:endParaRPr altLang="en-US" lang="zh-CN">
              <a:latin typeface="宋体" panose="02010600030101010101" pitchFamily="2" charset="-122"/>
              <a:ea typeface="宋体" panose="02010600030101010101" pitchFamily="2" charset="-122"/>
            </a:endParaRPr>
          </a:p>
        </p:txBody>
      </p:sp>
      <p:sp>
        <p:nvSpPr>
          <p:cNvPr id="1048620" name="文本框 3"/>
          <p:cNvSpPr txBox="1"/>
          <p:nvPr/>
        </p:nvSpPr>
        <p:spPr>
          <a:xfrm>
            <a:off x="861060" y="1368425"/>
            <a:ext cx="1821179" cy="447040"/>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2.1</a:t>
            </a:r>
            <a:r>
              <a:rPr altLang="en-US" b="1" sz="2400" lang="zh-CN">
                <a:solidFill>
                  <a:schemeClr val="tx1"/>
                </a:solidFill>
                <a:latin typeface="Times New Roman" panose="02020603050405020304" pitchFamily="18" charset="0"/>
                <a:ea typeface="宋体" panose="02010600030101010101" pitchFamily="2" charset="-122"/>
              </a:rPr>
              <a:t>名词解释</a:t>
            </a:r>
            <a:endParaRPr altLang="en-US" b="1" sz="2400" lang="zh-CN">
              <a:solidFill>
                <a:schemeClr val="tx1"/>
              </a:solidFill>
              <a:latin typeface="Times New Roman" panose="02020603050405020304" pitchFamily="18" charset="0"/>
              <a:ea typeface="宋体" panose="02010600030101010101" pitchFamily="2" charset="-122"/>
            </a:endParaRPr>
          </a:p>
        </p:txBody>
      </p:sp>
      <p:sp>
        <p:nvSpPr>
          <p:cNvPr id="1048621" name="文本框 2"/>
          <p:cNvSpPr txBox="1"/>
          <p:nvPr/>
        </p:nvSpPr>
        <p:spPr>
          <a:xfrm>
            <a:off x="669925" y="2025015"/>
            <a:ext cx="10863580" cy="2225040"/>
          </a:xfrm>
          <a:prstGeom prst="rect"/>
          <a:noFill/>
        </p:spPr>
        <p:txBody>
          <a:bodyPr rtlCol="0" wrap="none">
            <a:spAutoFit/>
          </a:bodyPr>
          <a:p>
            <a:pPr algn="l" fontAlgn="auto" indent="-342900" marL="62865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反应程度 p ：参加反应的官能团数占起始官能团数的分率；</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62865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官能团等活性假定：任何反应阶段，不论单体、低聚体、多聚体或高聚物，</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62865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   其两端官能团的反应能力不随分子链的增长而变化，每一步反应的平衡常</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62865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   数 K 相同；</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62865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rPr>
              <a:t>凝胶点（Gel Point）：出现凝胶化现象时的反应程度p</a:t>
            </a:r>
            <a:r>
              <a:rPr altLang="en-US" baseline="-25000" sz="2400" lang="zh-CN">
                <a:solidFill>
                  <a:schemeClr val="tx1"/>
                </a:solidFill>
                <a:latin typeface="Times New Roman" panose="02020603050405020304" pitchFamily="18" charset="0"/>
                <a:ea typeface="宋体" panose="02010600030101010101" pitchFamily="2" charset="-122"/>
              </a:rPr>
              <a:t>c；</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l"/>
            </a:pPr>
            <a:endParaRPr altLang="en-US" sz="2400" lang="zh-CN">
              <a:solidFill>
                <a:schemeClr val="tx1"/>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2" name=""/>
        <p:cNvGrpSpPr/>
        <p:nvPr/>
      </p:nvGrpSpPr>
      <p:grpSpPr>
        <a:xfrm/>
      </p:grpSpPr>
      <p:sp>
        <p:nvSpPr>
          <p:cNvPr id="1048622" name="文本框 1"/>
          <p:cNvSpPr txBox="1"/>
          <p:nvPr/>
        </p:nvSpPr>
        <p:spPr>
          <a:xfrm>
            <a:off x="1026795" y="1167765"/>
            <a:ext cx="10139045" cy="4358640"/>
          </a:xfrm>
          <a:prstGeom prst="rect"/>
          <a:noFill/>
        </p:spPr>
        <p:txBody>
          <a:bodyPr anchor="t" rtlCol="0" wrap="square">
            <a:spAutoFit/>
          </a:bodyPr>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sym typeface="+mn-ea"/>
              </a:rPr>
              <a:t>无规预聚物（Random Prepolymer）：预聚物中未反应的官能团呈无规排列，经加热可进一步交联反应，这类预聚物称做无规预聚物。；</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sym typeface="+mn-ea"/>
              </a:rPr>
              <a:t>结构预聚物（Structural Prepolymer）：预聚物中具有特定的活性端基或侧基的预聚物称为结构预聚物。</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sym typeface="+mn-ea"/>
              </a:rPr>
              <a:t>平均官能度（average functionality） ：单体混合物中每一个分子平均带有的官能团数</a:t>
            </a:r>
            <a:endParaRPr altLang="en-US" sz="24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sz="2400" lang="zh-CN">
                <a:solidFill>
                  <a:schemeClr val="tx1"/>
                </a:solidFill>
                <a:latin typeface="Times New Roman" panose="02020603050405020304" pitchFamily="18" charset="0"/>
                <a:ea typeface="宋体" panose="02010600030101010101" pitchFamily="2" charset="-122"/>
                <a:sym typeface="+mn-ea"/>
              </a:rPr>
              <a:t>支化系数（branching coefficient ） ：大分子链末端支化单元上某一基团产生另一支化单元的几率，以 α 表示。</a:t>
            </a:r>
            <a:endParaRPr altLang="en-US" sz="2400" lang="zh-CN">
              <a:solidFill>
                <a:schemeClr val="tx1"/>
              </a:solidFill>
              <a:latin typeface="Times New Roman" panose="02020603050405020304" pitchFamily="18" charset="0"/>
              <a:ea typeface="宋体" panose="02010600030101010101" pitchFamily="2" charset="-122"/>
              <a:sym typeface="+mn-ea"/>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3" name=""/>
        <p:cNvGrpSpPr/>
        <p:nvPr/>
      </p:nvGrpSpPr>
      <p:grpSpPr>
        <a:xfrm/>
      </p:grpSpPr>
      <p:sp>
        <p:nvSpPr>
          <p:cNvPr id="1048623" name="文本框 1"/>
          <p:cNvSpPr txBox="1"/>
          <p:nvPr/>
        </p:nvSpPr>
        <p:spPr>
          <a:xfrm>
            <a:off x="1297305" y="606425"/>
            <a:ext cx="1922780" cy="447040"/>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2.2 </a:t>
            </a:r>
            <a:r>
              <a:rPr altLang="en-US" b="1" sz="2400" lang="zh-CN">
                <a:solidFill>
                  <a:schemeClr val="tx1"/>
                </a:solidFill>
                <a:latin typeface="Times New Roman" panose="02020603050405020304" pitchFamily="18" charset="0"/>
                <a:ea typeface="宋体" panose="02010600030101010101" pitchFamily="2" charset="-122"/>
              </a:rPr>
              <a:t>重要公式</a:t>
            </a:r>
            <a:endParaRPr altLang="en-US" b="1" sz="2400" lang="zh-CN">
              <a:solidFill>
                <a:schemeClr val="tx1"/>
              </a:solidFill>
              <a:latin typeface="Times New Roman" panose="02020603050405020304" pitchFamily="18" charset="0"/>
              <a:ea typeface="宋体" panose="02010600030101010101" pitchFamily="2" charset="-122"/>
            </a:endParaRPr>
          </a:p>
        </p:txBody>
      </p:sp>
      <p:sp>
        <p:nvSpPr>
          <p:cNvPr id="1048624" name="文本框 2"/>
          <p:cNvSpPr txBox="1"/>
          <p:nvPr/>
        </p:nvSpPr>
        <p:spPr>
          <a:xfrm>
            <a:off x="4164330" y="2131060"/>
            <a:ext cx="3854450" cy="2402841"/>
          </a:xfrm>
          <a:prstGeom prst="rect"/>
          <a:noFill/>
        </p:spPr>
        <p:txBody>
          <a:bodyPr rtlCol="0" wrap="square">
            <a:spAutoFit/>
          </a:bodyPr>
          <a:p>
            <a:pPr algn="l"/>
            <a:r>
              <a:rPr altLang="en-US" sz="2400" lang="zh-CN">
                <a:latin typeface="宋体" panose="02010600030101010101" pitchFamily="2" charset="-122"/>
                <a:ea typeface="宋体" panose="02010600030101010101" pitchFamily="2" charset="-122"/>
              </a:rPr>
              <a:t>反应体系封闭</a:t>
            </a:r>
            <a:r>
              <a:rPr altLang="en-US" lang="zh-CN">
                <a:latin typeface="宋体" panose="02010600030101010101" pitchFamily="2" charset="-122"/>
                <a:ea typeface="宋体" panose="02010600030101010101" pitchFamily="2" charset="-122"/>
              </a:rPr>
              <a:t>：</a:t>
            </a:r>
            <a:endParaRPr altLang="en-US" lang="zh-CN">
              <a:latin typeface="宋体" panose="02010600030101010101" pitchFamily="2" charset="-122"/>
              <a:ea typeface="宋体" panose="02010600030101010101" pitchFamily="2" charset="-122"/>
            </a:endParaRPr>
          </a:p>
          <a:p>
            <a:pPr algn="l"/>
            <a:endParaRPr altLang="en-US" lang="zh-CN"/>
          </a:p>
          <a:p>
            <a:pPr algn="l"/>
            <a:endParaRPr altLang="en-US" lang="zh-CN"/>
          </a:p>
          <a:p>
            <a:pPr algn="l"/>
            <a:endParaRPr altLang="en-US" lang="zh-CN"/>
          </a:p>
          <a:p>
            <a:pPr algn="l"/>
            <a:endParaRPr altLang="en-US" lang="zh-CN"/>
          </a:p>
          <a:p>
            <a:pPr algn="l"/>
            <a:endParaRPr altLang="en-US" lang="zh-CN"/>
          </a:p>
          <a:p>
            <a:pPr algn="l"/>
            <a:r>
              <a:rPr altLang="en-US" sz="2400" lang="zh-CN">
                <a:latin typeface="宋体" panose="02010600030101010101" pitchFamily="2" charset="-122"/>
                <a:ea typeface="宋体" panose="02010600030101010101" pitchFamily="2" charset="-122"/>
              </a:rPr>
              <a:t>反应体系部分排水</a:t>
            </a:r>
            <a:r>
              <a:rPr altLang="en-US" lang="zh-CN">
                <a:latin typeface="宋体" panose="02010600030101010101" pitchFamily="2" charset="-122"/>
                <a:ea typeface="宋体" panose="02010600030101010101" pitchFamily="2" charset="-122"/>
              </a:rPr>
              <a:t>：</a:t>
            </a:r>
            <a:endParaRPr altLang="en-US" lang="zh-CN">
              <a:latin typeface="宋体" panose="02010600030101010101" pitchFamily="2" charset="-122"/>
              <a:ea typeface="宋体" panose="02010600030101010101" pitchFamily="2" charset="-122"/>
            </a:endParaRPr>
          </a:p>
          <a:p>
            <a:pPr algn="l"/>
            <a:endParaRPr altLang="en-US" lang="zh-CN">
              <a:latin typeface="宋体" panose="02010600030101010101" pitchFamily="2" charset="-122"/>
              <a:ea typeface="宋体" panose="02010600030101010101" pitchFamily="2" charset="-122"/>
            </a:endParaRPr>
          </a:p>
        </p:txBody>
      </p:sp>
      <p:pic>
        <p:nvPicPr>
          <p:cNvPr id="2097168" name="图片 3"/>
          <p:cNvPicPr>
            <a:picLocks noChangeAspect="1"/>
          </p:cNvPicPr>
          <p:nvPr/>
        </p:nvPicPr>
        <p:blipFill>
          <a:blip xmlns:r="http://schemas.openxmlformats.org/officeDocument/2006/relationships" r:embed="rId1"/>
          <a:stretch>
            <a:fillRect/>
          </a:stretch>
        </p:blipFill>
        <p:spPr>
          <a:xfrm>
            <a:off x="4958080" y="2726690"/>
            <a:ext cx="2457450" cy="838200"/>
          </a:xfrm>
          <a:prstGeom prst="rect"/>
        </p:spPr>
      </p:pic>
      <p:pic>
        <p:nvPicPr>
          <p:cNvPr id="2097169" name="图片 4"/>
          <p:cNvPicPr>
            <a:picLocks noChangeAspect="1"/>
          </p:cNvPicPr>
          <p:nvPr/>
        </p:nvPicPr>
        <p:blipFill>
          <a:blip xmlns:r="http://schemas.openxmlformats.org/officeDocument/2006/relationships" r:embed="rId2"/>
          <a:stretch>
            <a:fillRect/>
          </a:stretch>
        </p:blipFill>
        <p:spPr>
          <a:xfrm>
            <a:off x="4958080" y="4622800"/>
            <a:ext cx="3981450" cy="942975"/>
          </a:xfrm>
          <a:prstGeom prst="rect"/>
        </p:spPr>
      </p:pic>
      <p:sp>
        <p:nvSpPr>
          <p:cNvPr id="1048625" name="文本框 5"/>
          <p:cNvSpPr txBox="1"/>
          <p:nvPr/>
        </p:nvSpPr>
        <p:spPr>
          <a:xfrm>
            <a:off x="1551305" y="1369060"/>
            <a:ext cx="6431280" cy="447040"/>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2.2.1 </a:t>
            </a:r>
            <a:r>
              <a:rPr altLang="en-US" b="1" sz="2400" lang="zh-CN">
                <a:solidFill>
                  <a:schemeClr val="tx1"/>
                </a:solidFill>
                <a:latin typeface="Times New Roman" panose="02020603050405020304" pitchFamily="18" charset="0"/>
                <a:ea typeface="宋体" panose="02010600030101010101" pitchFamily="2" charset="-122"/>
              </a:rPr>
              <a:t>线型缩聚物的聚合度</a:t>
            </a:r>
            <a:r>
              <a:rPr altLang="en-US" b="1" sz="2400" lang="zh-CN"/>
              <a:t>（两官能团等摩尔）</a:t>
            </a:r>
            <a:endParaRPr altLang="en-US" b="1" sz="2400" lang="zh-CN"/>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4" name=""/>
        <p:cNvGrpSpPr/>
        <p:nvPr/>
      </p:nvGrpSpPr>
      <p:grpSpPr>
        <a:xfrm/>
      </p:grpSpPr>
      <p:sp>
        <p:nvSpPr>
          <p:cNvPr id="1048626" name="文本框 1"/>
          <p:cNvSpPr txBox="1"/>
          <p:nvPr/>
        </p:nvSpPr>
        <p:spPr>
          <a:xfrm>
            <a:off x="831850" y="784225"/>
            <a:ext cx="11066780" cy="1158240"/>
          </a:xfrm>
          <a:prstGeom prst="rect"/>
          <a:noFill/>
        </p:spPr>
        <p:txBody>
          <a:bodyPr rtlCol="0" wrap="none">
            <a:spAutoFit/>
          </a:bodyPr>
          <a:p>
            <a:pPr algn="l"/>
            <a:r>
              <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rPr>
              <a:t>等摩尔二元醇和二元酸进行缩聚，如平衡常数为 200，在密闭体系内反应，不</a:t>
            </a:r>
            <a:endPar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algn="l"/>
            <a:r>
              <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rPr>
              <a:t>除去副产物水，问反应程度和聚合度能到达多少？如羧基的起始浓度为 2 mol/L，</a:t>
            </a:r>
            <a:endPar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algn="l"/>
            <a:r>
              <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rPr>
              <a:t>要使聚合度到达 200 ，须将[H</a:t>
            </a:r>
            <a:r>
              <a:rPr altLang="zh-CN" baseline="-25000" sz="2400" lang="en-US">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altLang="zh-CN" sz="2400" lang="en-US">
                <a:solidFill>
                  <a:schemeClr val="tx1"/>
                </a:solidFill>
                <a:latin typeface="Times New Roman" panose="02020603050405020304" pitchFamily="18" charset="0"/>
                <a:ea typeface="宋体" panose="02010600030101010101" pitchFamily="2" charset="-122"/>
                <a:cs typeface="宋体" panose="02010600030101010101" pitchFamily="2" charset="-122"/>
              </a:rPr>
              <a:t>O</a:t>
            </a:r>
            <a:r>
              <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rPr>
              <a:t>]降低到怎样的浓度?</a:t>
            </a:r>
            <a:endParaRPr altLang="en-US" sz="2400" lang="zh-CN">
              <a:solidFill>
                <a:schemeClr val="tx1"/>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1048627" name="文本框 2"/>
          <p:cNvSpPr txBox="1"/>
          <p:nvPr/>
        </p:nvSpPr>
        <p:spPr>
          <a:xfrm>
            <a:off x="1122680" y="2260600"/>
            <a:ext cx="1224280" cy="368300"/>
          </a:xfrm>
          <a:prstGeom prst="rect"/>
          <a:noFill/>
        </p:spPr>
        <p:txBody>
          <a:bodyPr rtlCol="0" wrap="none">
            <a:spAutoFit/>
          </a:bodyPr>
          <a:p>
            <a:r>
              <a:rPr altLang="en-US" lang="zh-CN"/>
              <a:t>解：（</a:t>
            </a:r>
            <a:r>
              <a:rPr altLang="zh-CN" lang="en-US"/>
              <a:t>1</a:t>
            </a:r>
            <a:r>
              <a:rPr altLang="en-US" lang="zh-CN"/>
              <a:t>）</a:t>
            </a:r>
            <a:endParaRPr altLang="en-US" lang="zh-CN"/>
          </a:p>
        </p:txBody>
      </p:sp>
      <p:graphicFrame>
        <p:nvGraphicFramePr>
          <p:cNvPr id="4194310" name="对象 4"/>
          <p:cNvGraphicFramePr>
            <a:graphicFrameLocks noChangeAspect="1"/>
          </p:cNvGraphicFramePr>
          <p:nvPr/>
        </p:nvGraphicFramePr>
        <p:xfrm>
          <a:off x="2447838" y="2629020"/>
          <a:ext cx="4679950" cy="734060"/>
        </p:xfrm>
        <a:graphic>
          <a:graphicData uri="http://schemas.openxmlformats.org/presentationml/2006/ole">
            <mc:AlternateContent xmlns:mc="http://schemas.openxmlformats.org/markup-compatibility/2006">
              <mc:Choice xmlns:v="urn:schemas-microsoft-com:vml" Requires="v">
                <p:oleObj name="" r:id="rId1" spid="_x0000_s6" imgH="457200" imgW="1943100" progId="Equation.KSEE3">
                  <p:embed/>
                </p:oleObj>
              </mc:Choice>
              <mc:Fallback>
                <p:oleObj name="" r:id="rId1" imgH="457200" imgW="1943100" progId="Equation.KSEE3">
                  <p:embed/>
                  <p:pic>
                    <p:nvPicPr>
                      <p:cNvPr id="2097170" name="图片 5"/>
                      <p:cNvPicPr>
                        <a:picLocks/>
                      </p:cNvPicPr>
                      <p:nvPr/>
                    </p:nvPicPr>
                    <p:blipFill>
                      <a:blip xmlns:r="http://schemas.openxmlformats.org/officeDocument/2006/relationships" r:embed="rId2"/>
                      <a:stretch>
                        <a:fillRect/>
                      </a:stretch>
                    </p:blipFill>
                    <p:spPr>
                      <a:xfrm>
                        <a:off x="2447838" y="2629020"/>
                        <a:ext cx="4679950" cy="734060"/>
                      </a:xfrm>
                      <a:prstGeom prst="rect"/>
                    </p:spPr>
                  </p:pic>
                </p:oleObj>
              </mc:Fallback>
            </mc:AlternateContent>
          </a:graphicData>
        </a:graphic>
      </p:graphicFrame>
      <p:graphicFrame>
        <p:nvGraphicFramePr>
          <p:cNvPr id="4194311" name="对象 6">
            <a:hlinkClick r:id="" action="ppaction://ole?verb="/>
          </p:cNvPr>
          <p:cNvGraphicFramePr>
            <a:graphicFrameLocks noChangeAspect="1"/>
          </p:cNvGraphicFramePr>
          <p:nvPr/>
        </p:nvGraphicFramePr>
        <p:xfrm>
          <a:off x="2471560" y="3572975"/>
          <a:ext cx="3192780" cy="733425"/>
        </p:xfrm>
        <a:graphic>
          <a:graphicData uri="http://schemas.openxmlformats.org/presentationml/2006/ole">
            <mc:AlternateContent xmlns:mc="http://schemas.openxmlformats.org/markup-compatibility/2006">
              <mc:Choice xmlns:v="urn:schemas-microsoft-com:vml" Requires="v">
                <p:oleObj name="" r:id="rId3" spid="_x0000_s1026" imgH="393700" imgW="1714500" progId="Equation.KSEE3">
                  <p:embed/>
                </p:oleObj>
              </mc:Choice>
              <mc:Fallback>
                <p:oleObj name="" r:id="rId3" imgH="393700" imgW="1714500" progId="Equation.KSEE3">
                  <p:embed/>
                  <p:pic>
                    <p:nvPicPr>
                      <p:cNvPr id="2097171" name="图片 1025"/>
                      <p:cNvPicPr>
                        <a:picLocks/>
                      </p:cNvPicPr>
                      <p:nvPr/>
                    </p:nvPicPr>
                    <p:blipFill>
                      <a:blip xmlns:r="http://schemas.openxmlformats.org/officeDocument/2006/relationships" r:embed="rId4"/>
                      <a:stretch>
                        <a:fillRect/>
                      </a:stretch>
                    </p:blipFill>
                    <p:spPr>
                      <a:xfrm>
                        <a:off x="2471560" y="3572975"/>
                        <a:ext cx="3192780" cy="733425"/>
                      </a:xfrm>
                      <a:prstGeom prst="rect"/>
                    </p:spPr>
                  </p:pic>
                </p:oleObj>
              </mc:Fallback>
            </mc:AlternateContent>
          </a:graphicData>
        </a:graphic>
      </p:graphicFrame>
      <p:sp>
        <p:nvSpPr>
          <p:cNvPr id="1048628" name="文本框 7"/>
          <p:cNvSpPr txBox="1"/>
          <p:nvPr/>
        </p:nvSpPr>
        <p:spPr>
          <a:xfrm>
            <a:off x="1579880" y="4495165"/>
            <a:ext cx="767080" cy="368300"/>
          </a:xfrm>
          <a:prstGeom prst="rect"/>
          <a:noFill/>
        </p:spPr>
        <p:txBody>
          <a:bodyPr rtlCol="0" wrap="none">
            <a:spAutoFit/>
          </a:bodyPr>
          <a:p>
            <a:r>
              <a:rPr altLang="en-US" lang="zh-CN"/>
              <a:t>（</a:t>
            </a:r>
            <a:r>
              <a:rPr altLang="zh-CN" lang="en-US"/>
              <a:t>2</a:t>
            </a:r>
            <a:r>
              <a:rPr altLang="en-US" lang="zh-CN"/>
              <a:t>）</a:t>
            </a:r>
            <a:endParaRPr altLang="en-US" lang="zh-CN"/>
          </a:p>
        </p:txBody>
      </p:sp>
      <p:graphicFrame>
        <p:nvGraphicFramePr>
          <p:cNvPr id="4194312" name="对象 8">
            <a:hlinkClick r:id="" action="ppaction://ole?verb="/>
          </p:cNvPr>
          <p:cNvGraphicFramePr>
            <a:graphicFrameLocks noChangeAspect="1"/>
          </p:cNvGraphicFramePr>
          <p:nvPr/>
        </p:nvGraphicFramePr>
        <p:xfrm>
          <a:off x="2448040" y="4999427"/>
          <a:ext cx="5408930" cy="990600"/>
        </p:xfrm>
        <a:graphic>
          <a:graphicData uri="http://schemas.openxmlformats.org/presentationml/2006/ole">
            <mc:AlternateContent xmlns:mc="http://schemas.openxmlformats.org/markup-compatibility/2006">
              <mc:Choice xmlns:v="urn:schemas-microsoft-com:vml" Requires="v">
                <p:oleObj name="" r:id="rId5" spid="_x0000_s1027" imgH="469900" imgW="2565400" progId="Equation.KSEE3">
                  <p:embed/>
                </p:oleObj>
              </mc:Choice>
              <mc:Fallback>
                <p:oleObj name="" r:id="rId5" imgH="469900" imgW="2565400" progId="Equation.KSEE3">
                  <p:embed/>
                  <p:pic>
                    <p:nvPicPr>
                      <p:cNvPr id="2097172" name="图片 1026"/>
                      <p:cNvPicPr>
                        <a:picLocks/>
                      </p:cNvPicPr>
                      <p:nvPr/>
                    </p:nvPicPr>
                    <p:blipFill>
                      <a:blip xmlns:r="http://schemas.openxmlformats.org/officeDocument/2006/relationships" r:embed="rId6"/>
                      <a:stretch>
                        <a:fillRect/>
                      </a:stretch>
                    </p:blipFill>
                    <p:spPr>
                      <a:xfrm>
                        <a:off x="2448040" y="4999427"/>
                        <a:ext cx="5408930" cy="990600"/>
                      </a:xfrm>
                      <a:prstGeom prst="rect"/>
                    </p:spPr>
                  </p:pic>
                </p:oleObj>
              </mc:Fallback>
            </mc:AlternateContent>
          </a:graphicData>
        </a:graphic>
      </p:graphicFrame>
      <p:sp>
        <p:nvSpPr>
          <p:cNvPr id="1048629" name="文本框 9"/>
          <p:cNvSpPr txBox="1"/>
          <p:nvPr/>
        </p:nvSpPr>
        <p:spPr>
          <a:xfrm>
            <a:off x="5522595" y="5518785"/>
            <a:ext cx="153035" cy="370839"/>
          </a:xfrm>
          <a:prstGeom prst="rect"/>
          <a:noFill/>
        </p:spPr>
        <p:txBody>
          <a:bodyPr rtlCol="0" wrap="square">
            <a:spAutoFit/>
          </a:bodyPr>
          <a:p>
            <a:r>
              <a:rPr altLang="zh-CN" baseline="30000" lang="en-US"/>
              <a:t>2</a:t>
            </a:r>
            <a:endParaRPr altLang="zh-CN" baseline="30000" lang="en-US"/>
          </a:p>
        </p:txBody>
      </p:sp>
    </p:spTree>
    <p:custDataLst>
      <p:tags r:id="rId7"/>
    </p:custData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627"/>
                                        </p:tgtEl>
                                        <p:attrNameLst>
                                          <p:attrName>style.visibility</p:attrName>
                                        </p:attrNameLst>
                                      </p:cBhvr>
                                      <p:to>
                                        <p:strVal val="visible"/>
                                      </p:to>
                                    </p:set>
                                    <p:animEffect transition="in" filter="wipe(down)">
                                      <p:cBhvr>
                                        <p:cTn dur="500" id="7"/>
                                        <p:tgtEl>
                                          <p:spTgt spid="1048627"/>
                                        </p:tgtEl>
                                      </p:cBhvr>
                                    </p:animEffect>
                                  </p:childTnLst>
                                </p:cTn>
                              </p:par>
                              <p:par>
                                <p:cTn fill="hold" id="8" nodeType="withEffect" presetClass="entr" presetID="22" presetSubtype="4">
                                  <p:stCondLst>
                                    <p:cond delay="0"/>
                                  </p:stCondLst>
                                  <p:childTnLst>
                                    <p:set>
                                      <p:cBhvr>
                                        <p:cTn dur="1" fill="hold" id="9">
                                          <p:stCondLst>
                                            <p:cond delay="0"/>
                                          </p:stCondLst>
                                        </p:cTn>
                                        <p:tgtEl>
                                          <p:spTgt spid="4194310"/>
                                        </p:tgtEl>
                                        <p:attrNameLst>
                                          <p:attrName>style.visibility</p:attrName>
                                        </p:attrNameLst>
                                      </p:cBhvr>
                                      <p:to>
                                        <p:strVal val="visible"/>
                                      </p:to>
                                    </p:set>
                                    <p:animEffect transition="in" filter="wipe(down)">
                                      <p:cBhvr>
                                        <p:cTn dur="500" id="10"/>
                                        <p:tgtEl>
                                          <p:spTgt spid="4194310"/>
                                        </p:tgtEl>
                                      </p:cBhvr>
                                    </p:animEffect>
                                  </p:childTnLst>
                                </p:cTn>
                              </p:par>
                              <p:par>
                                <p:cTn fill="hold" id="11" nodeType="withEffect" presetClass="entr" presetID="22" presetSubtype="4">
                                  <p:stCondLst>
                                    <p:cond delay="0"/>
                                  </p:stCondLst>
                                  <p:childTnLst>
                                    <p:set>
                                      <p:cBhvr>
                                        <p:cTn dur="1" fill="hold" id="12">
                                          <p:stCondLst>
                                            <p:cond delay="0"/>
                                          </p:stCondLst>
                                        </p:cTn>
                                        <p:tgtEl>
                                          <p:spTgt spid="4194311"/>
                                        </p:tgtEl>
                                        <p:attrNameLst>
                                          <p:attrName>style.visibility</p:attrName>
                                        </p:attrNameLst>
                                      </p:cBhvr>
                                      <p:to>
                                        <p:strVal val="visible"/>
                                      </p:to>
                                    </p:set>
                                    <p:animEffect transition="in" filter="wipe(down)">
                                      <p:cBhvr>
                                        <p:cTn dur="500" id="13"/>
                                        <p:tgtEl>
                                          <p:spTgt spid="4194311"/>
                                        </p:tgtEl>
                                      </p:cBhvr>
                                    </p:animEffect>
                                  </p:childTnLst>
                                </p:cTn>
                              </p:par>
                            </p:childTnLst>
                          </p:cTn>
                        </p:par>
                      </p:childTnLst>
                    </p:cTn>
                  </p:par>
                  <p:par>
                    <p:cTn fill="hold" id="14">
                      <p:stCondLst>
                        <p:cond delay="indefinite"/>
                      </p:stCondLst>
                      <p:childTnLst>
                        <p:par>
                          <p:cTn fill="hold" id="15">
                            <p:stCondLst>
                              <p:cond delay="0"/>
                            </p:stCondLst>
                            <p:childTnLst>
                              <p:par>
                                <p:cTn fill="hold" grpId="0" id="16" nodeType="clickEffect" presetClass="entr" presetID="22" presetSubtype="4">
                                  <p:stCondLst>
                                    <p:cond delay="0"/>
                                  </p:stCondLst>
                                  <p:childTnLst>
                                    <p:set>
                                      <p:cBhvr>
                                        <p:cTn dur="1" fill="hold" id="17">
                                          <p:stCondLst>
                                            <p:cond delay="0"/>
                                          </p:stCondLst>
                                        </p:cTn>
                                        <p:tgtEl>
                                          <p:spTgt spid="1048628"/>
                                        </p:tgtEl>
                                        <p:attrNameLst>
                                          <p:attrName>style.visibility</p:attrName>
                                        </p:attrNameLst>
                                      </p:cBhvr>
                                      <p:to>
                                        <p:strVal val="visible"/>
                                      </p:to>
                                    </p:set>
                                    <p:animEffect transition="in" filter="wipe(down)">
                                      <p:cBhvr>
                                        <p:cTn dur="500" id="18"/>
                                        <p:tgtEl>
                                          <p:spTgt spid="1048628"/>
                                        </p:tgtEl>
                                      </p:cBhvr>
                                    </p:animEffect>
                                  </p:childTnLst>
                                </p:cTn>
                              </p:par>
                              <p:par>
                                <p:cTn fill="hold" id="19" nodeType="withEffect" presetClass="entr" presetID="22" presetSubtype="4">
                                  <p:stCondLst>
                                    <p:cond delay="0"/>
                                  </p:stCondLst>
                                  <p:childTnLst>
                                    <p:set>
                                      <p:cBhvr>
                                        <p:cTn dur="1" fill="hold" id="20">
                                          <p:stCondLst>
                                            <p:cond delay="0"/>
                                          </p:stCondLst>
                                        </p:cTn>
                                        <p:tgtEl>
                                          <p:spTgt spid="4194312"/>
                                        </p:tgtEl>
                                        <p:attrNameLst>
                                          <p:attrName>style.visibility</p:attrName>
                                        </p:attrNameLst>
                                      </p:cBhvr>
                                      <p:to>
                                        <p:strVal val="visible"/>
                                      </p:to>
                                    </p:set>
                                    <p:animEffect transition="in" filter="wipe(down)">
                                      <p:cBhvr>
                                        <p:cTn dur="500" id="21"/>
                                        <p:tgtEl>
                                          <p:spTgt spid="4194312"/>
                                        </p:tgtEl>
                                      </p:cBhvr>
                                    </p:animEffect>
                                  </p:childTnLst>
                                </p:cTn>
                              </p:par>
                              <p:par>
                                <p:cTn fill="hold" grpId="0" id="22" nodeType="withEffect" presetClass="entr" presetID="22" presetSubtype="4">
                                  <p:stCondLst>
                                    <p:cond delay="0"/>
                                  </p:stCondLst>
                                  <p:childTnLst>
                                    <p:set>
                                      <p:cBhvr>
                                        <p:cTn dur="1" fill="hold" id="23">
                                          <p:stCondLst>
                                            <p:cond delay="0"/>
                                          </p:stCondLst>
                                        </p:cTn>
                                        <p:tgtEl>
                                          <p:spTgt spid="1048629"/>
                                        </p:tgtEl>
                                        <p:attrNameLst>
                                          <p:attrName>style.visibility</p:attrName>
                                        </p:attrNameLst>
                                      </p:cBhvr>
                                      <p:to>
                                        <p:strVal val="visible"/>
                                      </p:to>
                                    </p:set>
                                    <p:animEffect transition="in" filter="wipe(down)">
                                      <p:cBhvr>
                                        <p:cTn dur="500" id="24"/>
                                        <p:tgtEl>
                                          <p:spTgt spid="1048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7" grpId="0"/>
      <p:bldP spid="1048627" grpId="1"/>
      <p:bldP spid="1048628" grpId="0"/>
      <p:bldP spid="1048629" grpId="0"/>
      <p:bldP spid="1048628" grpId="1"/>
      <p:bldP spid="1048629"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5" name=""/>
        <p:cNvGrpSpPr/>
        <p:nvPr/>
      </p:nvGrpSpPr>
      <p:grpSpPr>
        <a:xfrm/>
      </p:grpSpPr>
      <p:sp>
        <p:nvSpPr>
          <p:cNvPr id="1048630" name="文本框 2"/>
          <p:cNvSpPr txBox="1"/>
          <p:nvPr/>
        </p:nvSpPr>
        <p:spPr>
          <a:xfrm>
            <a:off x="1342390" y="892810"/>
            <a:ext cx="6685280" cy="447040"/>
          </a:xfrm>
          <a:prstGeom prst="rect"/>
          <a:noFill/>
        </p:spPr>
        <p:txBody>
          <a:bodyPr rtlCol="0" wrap="none">
            <a:spAutoFit/>
          </a:bodyPr>
          <a:p>
            <a:pPr algn="l"/>
            <a:r>
              <a:rPr altLang="zh-CN" b="1" sz="2400" lang="en-US">
                <a:solidFill>
                  <a:schemeClr val="tx1"/>
                </a:solidFill>
                <a:latin typeface="Times New Roman" panose="02020603050405020304" pitchFamily="18" charset="0"/>
                <a:ea typeface="宋体" panose="02010600030101010101" pitchFamily="2" charset="-122"/>
              </a:rPr>
              <a:t>2.2.2 基团数比对聚合度的影响</a:t>
            </a:r>
            <a:r>
              <a:rPr altLang="en-US" b="1" sz="2400" lang="zh-CN">
                <a:solidFill>
                  <a:schemeClr val="tx1"/>
                </a:solidFill>
                <a:latin typeface="Times New Roman" panose="02020603050405020304" pitchFamily="18" charset="0"/>
                <a:ea typeface="宋体" panose="02010600030101010101" pitchFamily="2" charset="-122"/>
              </a:rPr>
              <a:t>（两官能团不等</a:t>
            </a:r>
            <a:r>
              <a:rPr altLang="en-US" b="1" lang="zh-CN">
                <a:solidFill>
                  <a:schemeClr val="tx1"/>
                </a:solidFill>
                <a:latin typeface="Times New Roman" panose="02020603050405020304" pitchFamily="18" charset="0"/>
                <a:ea typeface="宋体" panose="02010600030101010101" pitchFamily="2" charset="-122"/>
              </a:rPr>
              <a:t>）</a:t>
            </a:r>
            <a:endParaRPr altLang="en-US" b="1" lang="zh-CN">
              <a:solidFill>
                <a:schemeClr val="tx1"/>
              </a:solidFill>
              <a:latin typeface="Times New Roman" panose="02020603050405020304" pitchFamily="18" charset="0"/>
              <a:ea typeface="宋体" panose="02010600030101010101" pitchFamily="2" charset="-122"/>
            </a:endParaRPr>
          </a:p>
        </p:txBody>
      </p:sp>
      <p:pic>
        <p:nvPicPr>
          <p:cNvPr id="2097176" name="图片 3"/>
          <p:cNvPicPr>
            <a:picLocks noChangeAspect="1"/>
          </p:cNvPicPr>
          <p:nvPr/>
        </p:nvPicPr>
        <p:blipFill>
          <a:blip xmlns:r="http://schemas.openxmlformats.org/officeDocument/2006/relationships" r:embed="rId1"/>
          <a:stretch>
            <a:fillRect/>
          </a:stretch>
        </p:blipFill>
        <p:spPr>
          <a:xfrm>
            <a:off x="3936365" y="2032635"/>
            <a:ext cx="4320000" cy="2383448"/>
          </a:xfrm>
          <a:prstGeom prst="rect"/>
        </p:spPr>
      </p:pic>
      <p:sp>
        <p:nvSpPr>
          <p:cNvPr id="1048631" name="文本框 4"/>
          <p:cNvSpPr txBox="1"/>
          <p:nvPr/>
        </p:nvSpPr>
        <p:spPr>
          <a:xfrm>
            <a:off x="1583690" y="4921885"/>
            <a:ext cx="5948680" cy="802640"/>
          </a:xfrm>
          <a:prstGeom prst="rect"/>
          <a:noFill/>
        </p:spPr>
        <p:txBody>
          <a:bodyPr rtlCol="0" wrap="none">
            <a:spAutoFit/>
          </a:bodyPr>
          <a:p>
            <a:pPr algn="l"/>
            <a:r>
              <a:rPr altLang="zh-CN" b="1" sz="2400" lang="en-US">
                <a:solidFill>
                  <a:schemeClr val="tx1"/>
                </a:solidFill>
                <a:latin typeface="Times New Roman" panose="02020603050405020304" pitchFamily="18" charset="0"/>
                <a:ea typeface="宋体" panose="02010600030101010101" pitchFamily="2" charset="-122"/>
              </a:rPr>
              <a:t>r</a:t>
            </a:r>
            <a:r>
              <a:rPr altLang="zh-CN" sz="2400" lang="en-US">
                <a:solidFill>
                  <a:schemeClr val="tx1"/>
                </a:solidFill>
                <a:latin typeface="Times New Roman" panose="02020603050405020304" pitchFamily="18" charset="0"/>
                <a:ea typeface="宋体" panose="02010600030101010101" pitchFamily="2" charset="-122"/>
              </a:rPr>
              <a:t>（molar ratio）</a:t>
            </a:r>
            <a:r>
              <a:rPr altLang="en-US" sz="2400" lang="zh-CN">
                <a:solidFill>
                  <a:schemeClr val="tx1"/>
                </a:solidFill>
                <a:latin typeface="Times New Roman" panose="02020603050405020304" pitchFamily="18" charset="0"/>
                <a:ea typeface="宋体" panose="02010600030101010101" pitchFamily="2" charset="-122"/>
              </a:rPr>
              <a:t>：基团数比</a:t>
            </a:r>
            <a:endParaRPr altLang="en-US" sz="2400" lang="zh-CN">
              <a:solidFill>
                <a:schemeClr val="tx1"/>
              </a:solidFill>
              <a:latin typeface="Times New Roman" panose="02020603050405020304" pitchFamily="18" charset="0"/>
              <a:ea typeface="宋体" panose="02010600030101010101" pitchFamily="2" charset="-122"/>
            </a:endParaRPr>
          </a:p>
          <a:p>
            <a:pPr algn="l"/>
            <a:r>
              <a:rPr altLang="zh-CN" b="1" sz="2400" lang="en-US">
                <a:solidFill>
                  <a:schemeClr val="tx1"/>
                </a:solidFill>
                <a:latin typeface="Times New Roman" panose="02020603050405020304" pitchFamily="18" charset="0"/>
                <a:ea typeface="宋体" panose="02010600030101010101" pitchFamily="2" charset="-122"/>
              </a:rPr>
              <a:t>q</a:t>
            </a:r>
            <a:r>
              <a:rPr altLang="zh-CN" sz="2400" lang="en-US">
                <a:solidFill>
                  <a:schemeClr val="tx1"/>
                </a:solidFill>
                <a:latin typeface="Times New Roman" panose="02020603050405020304" pitchFamily="18" charset="0"/>
                <a:ea typeface="宋体" panose="02010600030101010101" pitchFamily="2" charset="-122"/>
                <a:sym typeface="+mn-ea"/>
              </a:rPr>
              <a:t>（excessive mole-percent ）</a:t>
            </a:r>
            <a:r>
              <a:rPr altLang="en-US" sz="2400" lang="zh-CN">
                <a:solidFill>
                  <a:schemeClr val="tx1"/>
                </a:solidFill>
                <a:latin typeface="Times New Roman" panose="02020603050405020304" pitchFamily="18" charset="0"/>
                <a:ea typeface="宋体" panose="02010600030101010101" pitchFamily="2" charset="-122"/>
              </a:rPr>
              <a:t>：过量分率</a:t>
            </a:r>
            <a:endParaRPr altLang="en-US" sz="2400" lang="zh-CN">
              <a:solidFill>
                <a:schemeClr val="tx1"/>
              </a:solidFill>
              <a:latin typeface="Times New Roman" panose="02020603050405020304" pitchFamily="18" charset="0"/>
              <a:ea typeface="宋体" panose="02010600030101010101" pitchFamily="2" charset="-122"/>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6" name=""/>
        <p:cNvGrpSpPr/>
        <p:nvPr/>
      </p:nvGrpSpPr>
      <p:grpSpPr>
        <a:xfrm/>
      </p:grpSpPr>
      <p:pic>
        <p:nvPicPr>
          <p:cNvPr id="2097177" name="图片 1"/>
          <p:cNvPicPr>
            <a:picLocks noChangeAspect="1"/>
          </p:cNvPicPr>
          <p:nvPr/>
        </p:nvPicPr>
        <p:blipFill>
          <a:blip xmlns:r="http://schemas.openxmlformats.org/officeDocument/2006/relationships" r:embed="rId1"/>
          <a:srcRect l="20439" t="23585" r="13143" b="15799"/>
          <a:stretch>
            <a:fillRect/>
          </a:stretch>
        </p:blipFill>
        <p:spPr>
          <a:xfrm>
            <a:off x="1056005" y="843280"/>
            <a:ext cx="10080000" cy="5172213"/>
          </a:xfrm>
          <a:prstGeom prst="rect"/>
        </p:spPr>
      </p:pic>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7" name=""/>
        <p:cNvGrpSpPr/>
        <p:nvPr/>
      </p:nvGrpSpPr>
      <p:grpSpPr>
        <a:xfrm/>
      </p:grpSpPr>
      <p:pic>
        <p:nvPicPr>
          <p:cNvPr id="2097178" name="图片 1"/>
          <p:cNvPicPr>
            <a:picLocks noChangeAspect="1"/>
          </p:cNvPicPr>
          <p:nvPr/>
        </p:nvPicPr>
        <p:blipFill>
          <a:blip xmlns:r="http://schemas.openxmlformats.org/officeDocument/2006/relationships" r:embed="rId1"/>
          <a:srcRect l="21898" t="20981" r="13631" b="51510"/>
          <a:stretch>
            <a:fillRect/>
          </a:stretch>
        </p:blipFill>
        <p:spPr>
          <a:xfrm>
            <a:off x="1056005" y="1099820"/>
            <a:ext cx="10080000" cy="2418132"/>
          </a:xfrm>
          <a:prstGeom prst="rect"/>
        </p:spPr>
      </p:pic>
      <p:pic>
        <p:nvPicPr>
          <p:cNvPr id="2097179" name="图片 2"/>
          <p:cNvPicPr>
            <a:picLocks noChangeAspect="1"/>
          </p:cNvPicPr>
          <p:nvPr/>
        </p:nvPicPr>
        <p:blipFill>
          <a:blip xmlns:r="http://schemas.openxmlformats.org/officeDocument/2006/relationships" r:embed="rId2"/>
          <a:srcRect l="17643" t="36137" r="19961" b="48481"/>
          <a:stretch>
            <a:fillRect/>
          </a:stretch>
        </p:blipFill>
        <p:spPr>
          <a:xfrm>
            <a:off x="1056005" y="3517900"/>
            <a:ext cx="10080000" cy="1397087"/>
          </a:xfrm>
          <a:prstGeom prst="rect"/>
        </p:spPr>
      </p:pic>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8" name=""/>
        <p:cNvGrpSpPr/>
        <p:nvPr/>
      </p:nvGrpSpPr>
      <p:grpSpPr>
        <a:xfrm/>
      </p:grpSpPr>
      <p:sp>
        <p:nvSpPr>
          <p:cNvPr id="1048632" name="文本框 2"/>
          <p:cNvSpPr txBox="1"/>
          <p:nvPr/>
        </p:nvSpPr>
        <p:spPr>
          <a:xfrm>
            <a:off x="1342390" y="892810"/>
            <a:ext cx="2799079" cy="447040"/>
          </a:xfrm>
          <a:prstGeom prst="rect"/>
          <a:noFill/>
        </p:spPr>
        <p:txBody>
          <a:bodyPr rtlCol="0" wrap="none">
            <a:spAutoFit/>
          </a:bodyPr>
          <a:p>
            <a:pPr algn="l"/>
            <a:r>
              <a:rPr altLang="zh-CN" b="1" sz="2400" lang="en-US">
                <a:solidFill>
                  <a:schemeClr val="tx1"/>
                </a:solidFill>
                <a:latin typeface="Times New Roman" panose="02020603050405020304" pitchFamily="18" charset="0"/>
                <a:ea typeface="宋体" panose="02010600030101010101" pitchFamily="2" charset="-122"/>
              </a:rPr>
              <a:t>2.2.3 </a:t>
            </a:r>
            <a:r>
              <a:rPr b="1" sz="2400" lang="zh-CN">
                <a:solidFill>
                  <a:schemeClr val="tx1"/>
                </a:solidFill>
                <a:latin typeface="Times New Roman" panose="02020603050405020304" pitchFamily="18" charset="0"/>
                <a:ea typeface="宋体" panose="02010600030101010101" pitchFamily="2" charset="-122"/>
              </a:rPr>
              <a:t>凝胶点的预测</a:t>
            </a:r>
            <a:endParaRPr b="1" sz="2400" lang="zh-CN">
              <a:solidFill>
                <a:schemeClr val="tx1"/>
              </a:solidFill>
              <a:latin typeface="Times New Roman" panose="02020603050405020304" pitchFamily="18" charset="0"/>
              <a:ea typeface="宋体" panose="02010600030101010101" pitchFamily="2" charset="-122"/>
            </a:endParaRPr>
          </a:p>
        </p:txBody>
      </p:sp>
      <p:sp>
        <p:nvSpPr>
          <p:cNvPr id="1048633" name="文本框 1"/>
          <p:cNvSpPr txBox="1"/>
          <p:nvPr/>
        </p:nvSpPr>
        <p:spPr>
          <a:xfrm>
            <a:off x="916305" y="1436370"/>
            <a:ext cx="5745480" cy="447040"/>
          </a:xfrm>
          <a:prstGeom prst="rect"/>
          <a:noFill/>
        </p:spPr>
        <p:txBody>
          <a:bodyPr rtlCol="0" wrap="none">
            <a:spAutoFit/>
          </a:bodyPr>
          <a:p>
            <a:pPr algn="l"/>
            <a:r>
              <a:rPr altLang="en-US" b="1" sz="2400" lang="zh-CN">
                <a:solidFill>
                  <a:schemeClr val="tx1"/>
                </a:solidFill>
                <a:latin typeface="Times New Roman" panose="02020603050405020304" pitchFamily="18" charset="0"/>
                <a:ea typeface="宋体" panose="02010600030101010101" pitchFamily="2" charset="-122"/>
              </a:rPr>
              <a:t>卡罗瑟思法（Carothers）凝胶点的预测</a:t>
            </a:r>
            <a:r>
              <a:rPr altLang="en-US" b="1" lang="zh-CN">
                <a:solidFill>
                  <a:schemeClr val="tx1"/>
                </a:solidFill>
                <a:latin typeface="Times New Roman" panose="02020603050405020304" pitchFamily="18" charset="0"/>
                <a:ea typeface="宋体" panose="02010600030101010101" pitchFamily="2" charset="-122"/>
              </a:rPr>
              <a:t>：</a:t>
            </a:r>
            <a:endParaRPr altLang="en-US" b="1" lang="zh-CN">
              <a:solidFill>
                <a:schemeClr val="tx1"/>
              </a:solidFill>
              <a:latin typeface="Times New Roman" panose="02020603050405020304" pitchFamily="18" charset="0"/>
              <a:ea typeface="宋体" panose="02010600030101010101" pitchFamily="2" charset="-122"/>
            </a:endParaRPr>
          </a:p>
        </p:txBody>
      </p:sp>
      <p:pic>
        <p:nvPicPr>
          <p:cNvPr id="2097180" name="图片 3"/>
          <p:cNvPicPr>
            <a:picLocks noChangeAspect="1"/>
          </p:cNvPicPr>
          <p:nvPr/>
        </p:nvPicPr>
        <p:blipFill>
          <a:blip xmlns:r="http://schemas.openxmlformats.org/officeDocument/2006/relationships" r:embed="rId1"/>
          <a:srcRect l="5628"/>
          <a:stretch>
            <a:fillRect/>
          </a:stretch>
        </p:blipFill>
        <p:spPr>
          <a:xfrm>
            <a:off x="6483350" y="1151890"/>
            <a:ext cx="1011555" cy="1028700"/>
          </a:xfrm>
          <a:prstGeom prst="rect"/>
        </p:spPr>
      </p:pic>
      <p:pic>
        <p:nvPicPr>
          <p:cNvPr id="2097181" name="图片 10"/>
          <p:cNvPicPr>
            <a:picLocks noChangeAspect="1"/>
          </p:cNvPicPr>
          <p:nvPr/>
        </p:nvPicPr>
        <p:blipFill>
          <a:blip xmlns:r="http://schemas.openxmlformats.org/officeDocument/2006/relationships" r:embed="rId2"/>
          <a:stretch>
            <a:fillRect/>
          </a:stretch>
        </p:blipFill>
        <p:spPr>
          <a:xfrm>
            <a:off x="3293110" y="2241550"/>
            <a:ext cx="1650504" cy="982800"/>
          </a:xfrm>
          <a:prstGeom prst="rect"/>
        </p:spPr>
      </p:pic>
      <p:sp>
        <p:nvSpPr>
          <p:cNvPr id="1048634" name="文本框 11"/>
          <p:cNvSpPr txBox="1"/>
          <p:nvPr/>
        </p:nvSpPr>
        <p:spPr>
          <a:xfrm>
            <a:off x="1667510" y="2549525"/>
            <a:ext cx="1325880" cy="368300"/>
          </a:xfrm>
          <a:prstGeom prst="rect"/>
          <a:noFill/>
        </p:spPr>
        <p:txBody>
          <a:bodyPr rtlCol="0" wrap="none">
            <a:spAutoFit/>
          </a:bodyPr>
          <a:p>
            <a:pPr algn="l"/>
            <a:r>
              <a:rPr altLang="en-US" lang="zh-CN">
                <a:latin typeface="宋体" panose="02010600030101010101" pitchFamily="2" charset="-122"/>
                <a:ea typeface="宋体" panose="02010600030101010101" pitchFamily="2" charset="-122"/>
              </a:rPr>
              <a:t>等基团数</a:t>
            </a:r>
            <a:r>
              <a:rPr altLang="en-US" lang="zh-CN"/>
              <a:t>：</a:t>
            </a:r>
            <a:endParaRPr altLang="en-US" lang="zh-CN"/>
          </a:p>
        </p:txBody>
      </p:sp>
      <p:sp>
        <p:nvSpPr>
          <p:cNvPr id="1048635" name="文本框 12"/>
          <p:cNvSpPr txBox="1"/>
          <p:nvPr/>
        </p:nvSpPr>
        <p:spPr>
          <a:xfrm>
            <a:off x="6030595" y="2567940"/>
            <a:ext cx="2418079" cy="358140"/>
          </a:xfrm>
          <a:prstGeom prst="rect"/>
          <a:noFill/>
        </p:spPr>
        <p:txBody>
          <a:bodyPr rtlCol="0" wrap="none">
            <a:spAutoFit/>
          </a:bodyPr>
          <a:p>
            <a:r>
              <a:rPr altLang="en-US" lang="zh-CN">
                <a:solidFill>
                  <a:schemeClr val="tx1"/>
                </a:solidFill>
                <a:latin typeface="Times New Roman" panose="02020603050405020304" pitchFamily="18" charset="0"/>
                <a:ea typeface="宋体" panose="02010600030101010101" pitchFamily="2" charset="-122"/>
              </a:rPr>
              <a:t>基团数不等，</a:t>
            </a:r>
            <a:r>
              <a:rPr altLang="zh-CN" lang="en-US">
                <a:solidFill>
                  <a:schemeClr val="tx1"/>
                </a:solidFill>
                <a:latin typeface="Times New Roman" panose="02020603050405020304" pitchFamily="18" charset="0"/>
                <a:ea typeface="宋体" panose="02010600030101010101" pitchFamily="2" charset="-122"/>
              </a:rPr>
              <a:t>n</a:t>
            </a:r>
            <a:r>
              <a:rPr altLang="zh-CN" baseline="-25000" lang="en-US">
                <a:solidFill>
                  <a:schemeClr val="tx1"/>
                </a:solidFill>
                <a:latin typeface="Times New Roman" panose="02020603050405020304" pitchFamily="18" charset="0"/>
                <a:ea typeface="宋体" panose="02010600030101010101" pitchFamily="2" charset="-122"/>
              </a:rPr>
              <a:t>A</a:t>
            </a:r>
            <a:r>
              <a:rPr altLang="zh-CN" lang="en-US">
                <a:solidFill>
                  <a:schemeClr val="tx1"/>
                </a:solidFill>
                <a:latin typeface="Times New Roman" panose="02020603050405020304" pitchFamily="18" charset="0"/>
                <a:ea typeface="宋体" panose="02010600030101010101" pitchFamily="2" charset="-122"/>
              </a:rPr>
              <a:t>&lt;n</a:t>
            </a:r>
            <a:r>
              <a:rPr altLang="zh-CN" baseline="-25000" lang="en-US">
                <a:solidFill>
                  <a:schemeClr val="tx1"/>
                </a:solidFill>
                <a:latin typeface="Times New Roman" panose="02020603050405020304" pitchFamily="18" charset="0"/>
                <a:ea typeface="宋体" panose="02010600030101010101" pitchFamily="2" charset="-122"/>
              </a:rPr>
              <a:t>B</a:t>
            </a:r>
            <a:r>
              <a:rPr altLang="en-US" lang="zh-CN"/>
              <a:t>：</a:t>
            </a:r>
            <a:endParaRPr altLang="en-US" lang="zh-CN"/>
          </a:p>
        </p:txBody>
      </p:sp>
      <p:pic>
        <p:nvPicPr>
          <p:cNvPr id="2097182" name="图片 13"/>
          <p:cNvPicPr>
            <a:picLocks noChangeAspect="1"/>
          </p:cNvPicPr>
          <p:nvPr/>
        </p:nvPicPr>
        <p:blipFill>
          <a:blip xmlns:r="http://schemas.openxmlformats.org/officeDocument/2006/relationships" r:embed="rId3"/>
          <a:stretch>
            <a:fillRect/>
          </a:stretch>
        </p:blipFill>
        <p:spPr>
          <a:xfrm>
            <a:off x="8574405" y="2241550"/>
            <a:ext cx="2166429" cy="1080000"/>
          </a:xfrm>
          <a:prstGeom prst="rect"/>
        </p:spPr>
      </p:pic>
      <p:sp>
        <p:nvSpPr>
          <p:cNvPr id="1048636" name="文本框 14"/>
          <p:cNvSpPr txBox="1"/>
          <p:nvPr/>
        </p:nvSpPr>
        <p:spPr>
          <a:xfrm>
            <a:off x="2126615" y="3895725"/>
            <a:ext cx="3878580" cy="358140"/>
          </a:xfrm>
          <a:prstGeom prst="rect"/>
          <a:noFill/>
        </p:spPr>
        <p:txBody>
          <a:bodyPr rtlCol="0" wrap="none">
            <a:spAutoFit/>
          </a:bodyPr>
          <a:p>
            <a:pPr algn="l"/>
            <a:r>
              <a:rPr altLang="en-US" lang="zh-CN">
                <a:solidFill>
                  <a:schemeClr val="tx1"/>
                </a:solidFill>
                <a:latin typeface="Times New Roman" panose="02020603050405020304" pitchFamily="18" charset="0"/>
                <a:ea typeface="宋体" panose="02010600030101010101" pitchFamily="2" charset="-122"/>
              </a:rPr>
              <a:t>三组分体系（N</a:t>
            </a:r>
            <a:r>
              <a:rPr altLang="en-US" baseline="-25000" lang="zh-CN">
                <a:solidFill>
                  <a:schemeClr val="tx1"/>
                </a:solidFill>
                <a:latin typeface="Times New Roman" panose="02020603050405020304" pitchFamily="18" charset="0"/>
                <a:ea typeface="宋体" panose="02010600030101010101" pitchFamily="2" charset="-122"/>
              </a:rPr>
              <a:t>A</a:t>
            </a:r>
            <a:r>
              <a:rPr altLang="en-US" lang="zh-CN">
                <a:solidFill>
                  <a:schemeClr val="tx1"/>
                </a:solidFill>
                <a:latin typeface="Times New Roman" panose="02020603050405020304" pitchFamily="18" charset="0"/>
                <a:ea typeface="宋体" panose="02010600030101010101" pitchFamily="2" charset="-122"/>
              </a:rPr>
              <a:t>f</a:t>
            </a:r>
            <a:r>
              <a:rPr altLang="en-US" baseline="-25000" lang="zh-CN">
                <a:solidFill>
                  <a:schemeClr val="tx1"/>
                </a:solidFill>
                <a:latin typeface="Times New Roman" panose="02020603050405020304" pitchFamily="18" charset="0"/>
                <a:ea typeface="宋体" panose="02010600030101010101" pitchFamily="2" charset="-122"/>
              </a:rPr>
              <a:t>A</a:t>
            </a:r>
            <a:r>
              <a:rPr altLang="en-US" lang="zh-CN">
                <a:solidFill>
                  <a:schemeClr val="tx1"/>
                </a:solidFill>
                <a:latin typeface="Times New Roman" panose="02020603050405020304" pitchFamily="18" charset="0"/>
                <a:ea typeface="宋体" panose="02010600030101010101" pitchFamily="2" charset="-122"/>
              </a:rPr>
              <a:t>+N</a:t>
            </a:r>
            <a:r>
              <a:rPr altLang="en-US" baseline="-25000" lang="zh-CN">
                <a:solidFill>
                  <a:schemeClr val="tx1"/>
                </a:solidFill>
                <a:latin typeface="Times New Roman" panose="02020603050405020304" pitchFamily="18" charset="0"/>
                <a:ea typeface="宋体" panose="02010600030101010101" pitchFamily="2" charset="-122"/>
              </a:rPr>
              <a:t>C</a:t>
            </a:r>
            <a:r>
              <a:rPr altLang="en-US" lang="zh-CN">
                <a:solidFill>
                  <a:schemeClr val="tx1"/>
                </a:solidFill>
                <a:latin typeface="Times New Roman" panose="02020603050405020304" pitchFamily="18" charset="0"/>
                <a:ea typeface="宋体" panose="02010600030101010101" pitchFamily="2" charset="-122"/>
              </a:rPr>
              <a:t>f</a:t>
            </a:r>
            <a:r>
              <a:rPr altLang="en-US" baseline="-25000" lang="zh-CN">
                <a:solidFill>
                  <a:schemeClr val="tx1"/>
                </a:solidFill>
                <a:latin typeface="Times New Roman" panose="02020603050405020304" pitchFamily="18" charset="0"/>
                <a:ea typeface="宋体" panose="02010600030101010101" pitchFamily="2" charset="-122"/>
              </a:rPr>
              <a:t>C</a:t>
            </a:r>
            <a:r>
              <a:rPr altLang="en-US" lang="zh-CN">
                <a:solidFill>
                  <a:schemeClr val="tx1"/>
                </a:solidFill>
                <a:latin typeface="Times New Roman" panose="02020603050405020304" pitchFamily="18" charset="0"/>
                <a:ea typeface="宋体" panose="02010600030101010101" pitchFamily="2" charset="-122"/>
              </a:rPr>
              <a:t>）＜N</a:t>
            </a:r>
            <a:r>
              <a:rPr altLang="en-US" baseline="-25000" lang="zh-CN">
                <a:solidFill>
                  <a:schemeClr val="tx1"/>
                </a:solidFill>
                <a:latin typeface="Times New Roman" panose="02020603050405020304" pitchFamily="18" charset="0"/>
                <a:ea typeface="宋体" panose="02010600030101010101" pitchFamily="2" charset="-122"/>
              </a:rPr>
              <a:t>B</a:t>
            </a:r>
            <a:r>
              <a:rPr altLang="en-US" lang="zh-CN">
                <a:solidFill>
                  <a:schemeClr val="tx1"/>
                </a:solidFill>
                <a:latin typeface="Times New Roman" panose="02020603050405020304" pitchFamily="18" charset="0"/>
                <a:ea typeface="宋体" panose="02010600030101010101" pitchFamily="2" charset="-122"/>
              </a:rPr>
              <a:t>f</a:t>
            </a:r>
            <a:r>
              <a:rPr altLang="en-US" baseline="-25000" lang="zh-CN">
                <a:solidFill>
                  <a:schemeClr val="tx1"/>
                </a:solidFill>
                <a:latin typeface="Times New Roman" panose="02020603050405020304" pitchFamily="18" charset="0"/>
                <a:ea typeface="宋体" panose="02010600030101010101" pitchFamily="2" charset="-122"/>
              </a:rPr>
              <a:t>B</a:t>
            </a:r>
            <a:r>
              <a:rPr altLang="en-US" lang="zh-CN"/>
              <a:t>：</a:t>
            </a:r>
            <a:endParaRPr altLang="en-US" lang="zh-CN"/>
          </a:p>
        </p:txBody>
      </p:sp>
      <p:pic>
        <p:nvPicPr>
          <p:cNvPr id="2097183" name="图片 15"/>
          <p:cNvPicPr>
            <a:picLocks noChangeAspect="1"/>
          </p:cNvPicPr>
          <p:nvPr/>
        </p:nvPicPr>
        <p:blipFill>
          <a:blip xmlns:r="http://schemas.openxmlformats.org/officeDocument/2006/relationships" r:embed="rId4"/>
          <a:stretch>
            <a:fillRect/>
          </a:stretch>
        </p:blipFill>
        <p:spPr>
          <a:xfrm>
            <a:off x="5816600" y="3589655"/>
            <a:ext cx="3219450" cy="981075"/>
          </a:xfrm>
          <a:prstGeom prst="rect"/>
        </p:spPr>
      </p:pic>
      <p:sp>
        <p:nvSpPr>
          <p:cNvPr id="1048637" name="文本框 16"/>
          <p:cNvSpPr txBox="1"/>
          <p:nvPr/>
        </p:nvSpPr>
        <p:spPr>
          <a:xfrm>
            <a:off x="916305" y="5349875"/>
            <a:ext cx="2075180" cy="447040"/>
          </a:xfrm>
          <a:prstGeom prst="rect"/>
          <a:solidFill>
            <a:srgbClr val="FFFFFF"/>
          </a:solidFill>
        </p:spPr>
        <p:txBody>
          <a:bodyPr rtlCol="0" wrap="none">
            <a:spAutoFit/>
          </a:bodyPr>
          <a:p>
            <a:pPr algn="l"/>
            <a:r>
              <a:rPr altLang="en-US" b="1" sz="2400" lang="zh-CN">
                <a:solidFill>
                  <a:schemeClr val="tx1"/>
                </a:solidFill>
                <a:latin typeface="Times New Roman" panose="02020603050405020304" pitchFamily="18" charset="0"/>
                <a:ea typeface="宋体" panose="02010600030101010101" pitchFamily="2" charset="-122"/>
              </a:rPr>
              <a:t>Flory统计法：</a:t>
            </a:r>
            <a:endParaRPr altLang="en-US" b="1" sz="2400" lang="zh-CN">
              <a:solidFill>
                <a:schemeClr val="tx1"/>
              </a:solidFill>
              <a:latin typeface="Times New Roman" panose="02020603050405020304" pitchFamily="18" charset="0"/>
              <a:ea typeface="宋体" panose="02010600030101010101" pitchFamily="2" charset="-122"/>
            </a:endParaRPr>
          </a:p>
        </p:txBody>
      </p:sp>
      <p:pic>
        <p:nvPicPr>
          <p:cNvPr id="2097184" name="图片 17"/>
          <p:cNvPicPr>
            <a:picLocks noChangeAspect="1"/>
          </p:cNvPicPr>
          <p:nvPr/>
        </p:nvPicPr>
        <p:blipFill>
          <a:blip xmlns:r="http://schemas.openxmlformats.org/officeDocument/2006/relationships" r:embed="rId5"/>
          <a:stretch>
            <a:fillRect/>
          </a:stretch>
        </p:blipFill>
        <p:spPr>
          <a:xfrm>
            <a:off x="3677285" y="5145405"/>
            <a:ext cx="3495675" cy="1390650"/>
          </a:xfrm>
          <a:prstGeom prst="rect"/>
        </p:spPr>
      </p:pic>
    </p:spTree>
    <p:custDataLst>
      <p:tags r:id="rId6"/>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79" name=""/>
        <p:cNvGrpSpPr/>
        <p:nvPr/>
      </p:nvGrpSpPr>
      <p:grpSpPr>
        <a:xfrm/>
      </p:grpSpPr>
      <p:sp>
        <p:nvSpPr>
          <p:cNvPr id="1048638" name="Rectangle 3"/>
          <p:cNvSpPr txBox="1">
            <a:spLocks noChangeArrowheads="1"/>
          </p:cNvSpPr>
          <p:nvPr/>
        </p:nvSpPr>
        <p:spPr bwMode="auto">
          <a:xfrm>
            <a:off x="1748155" y="1802765"/>
            <a:ext cx="9725025" cy="1827530"/>
          </a:xfrm>
          <a:prstGeom prst="rect"/>
          <a:noFill/>
          <a:ln>
            <a:noFill/>
          </a:ln>
        </p:spPr>
        <p:txBody>
          <a:bodyPr/>
          <a:lstStyle>
            <a:lvl1pPr defTabSz="0" indent="-342900" marL="342900">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defTabSz="0"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defTabSz="0"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defTabSz="0"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defTabSz="0"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defTabSz="0"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defTabSz="0"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defTabSz="0"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defTabSz="0"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a:lnSpc>
                <a:spcPct val="90000"/>
              </a:lnSpc>
              <a:buFontTx/>
              <a:buNone/>
            </a:pPr>
            <a:endParaRPr altLang="zh-CN" b="1" dirty="0" sz="2000" lang="en-US">
              <a:solidFill>
                <a:srgbClr val="3333FF"/>
              </a:solidFill>
              <a:latin typeface="黑体" panose="02010609060101010101" pitchFamily="49" charset="-122"/>
              <a:ea typeface="黑体" panose="02010609060101010101" pitchFamily="49" charset="-122"/>
            </a:endParaRPr>
          </a:p>
          <a:p>
            <a:pPr fontAlgn="auto">
              <a:lnSpc>
                <a:spcPct val="150000"/>
              </a:lnSpc>
              <a:spcBef>
                <a:spcPts val="0"/>
              </a:spcBef>
              <a:buFontTx/>
              <a:buNone/>
            </a:pPr>
            <a:r>
              <a:rPr altLang="en-US" b="1" dirty="0" sz="2400" lang="zh-CN">
                <a:solidFill>
                  <a:prstClr val="black"/>
                </a:solidFill>
                <a:latin typeface="Times New Roman" panose="02020603050405020304" pitchFamily="18" charset="0"/>
              </a:rPr>
              <a:t>分别按 </a:t>
            </a:r>
            <a:r>
              <a:rPr altLang="zh-CN" b="1" dirty="0" sz="2400" lang="en-US">
                <a:solidFill>
                  <a:prstClr val="black"/>
                </a:solidFill>
                <a:latin typeface="Times New Roman" panose="02020603050405020304" pitchFamily="18" charset="0"/>
              </a:rPr>
              <a:t>Carothers </a:t>
            </a:r>
            <a:r>
              <a:rPr altLang="en-US" b="1" dirty="0" sz="2400" lang="zh-CN">
                <a:solidFill>
                  <a:prstClr val="black"/>
                </a:solidFill>
                <a:latin typeface="Times New Roman" panose="02020603050405020304" pitchFamily="18" charset="0"/>
              </a:rPr>
              <a:t>法和 </a:t>
            </a:r>
            <a:r>
              <a:rPr altLang="zh-CN" b="1" dirty="0" sz="2400" lang="en-US">
                <a:solidFill>
                  <a:prstClr val="black"/>
                </a:solidFill>
                <a:latin typeface="Times New Roman" panose="02020603050405020304" pitchFamily="18" charset="0"/>
              </a:rPr>
              <a:t>Flory </a:t>
            </a:r>
            <a:r>
              <a:rPr altLang="en-US" b="1" dirty="0" sz="2400" lang="zh-CN">
                <a:solidFill>
                  <a:prstClr val="black"/>
                </a:solidFill>
                <a:latin typeface="Times New Roman" panose="02020603050405020304" pitchFamily="18" charset="0"/>
              </a:rPr>
              <a:t>统计法计算下列混合物的凝胶点</a:t>
            </a:r>
            <a:r>
              <a:rPr altLang="en-US" b="1" dirty="0" sz="2400" lang="zh-CN" smtClean="0">
                <a:solidFill>
                  <a:prstClr val="black"/>
                </a:solidFill>
                <a:latin typeface="Times New Roman" panose="02020603050405020304" pitchFamily="18" charset="0"/>
              </a:rPr>
              <a:t>：</a:t>
            </a:r>
            <a:endParaRPr altLang="zh-CN" b="1" dirty="0" sz="2400" lang="en-US" smtClean="0">
              <a:solidFill>
                <a:prstClr val="black"/>
              </a:solidFill>
              <a:latin typeface="Times New Roman" panose="02020603050405020304" pitchFamily="18" charset="0"/>
            </a:endParaRPr>
          </a:p>
          <a:p>
            <a:pPr fontAlgn="auto">
              <a:lnSpc>
                <a:spcPct val="150000"/>
              </a:lnSpc>
              <a:spcBef>
                <a:spcPts val="0"/>
              </a:spcBef>
              <a:buFontTx/>
              <a:buNone/>
            </a:pPr>
            <a:r>
              <a:rPr altLang="en-US" b="1" dirty="0" sz="2400" lang="zh-CN" smtClean="0">
                <a:solidFill>
                  <a:prstClr val="black"/>
                </a:solidFill>
                <a:latin typeface="Times New Roman" panose="02020603050405020304" pitchFamily="18" charset="0"/>
              </a:rPr>
              <a:t>（</a:t>
            </a:r>
            <a:r>
              <a:rPr altLang="zh-CN" b="1" dirty="0" sz="2400" lang="en-US" smtClean="0">
                <a:solidFill>
                  <a:prstClr val="black"/>
                </a:solidFill>
                <a:latin typeface="Times New Roman" panose="02020603050405020304" pitchFamily="18" charset="0"/>
              </a:rPr>
              <a:t>1</a:t>
            </a:r>
            <a:r>
              <a:rPr altLang="en-US" b="1" dirty="0" sz="2400" lang="zh-CN" smtClean="0">
                <a:solidFill>
                  <a:prstClr val="black"/>
                </a:solidFill>
                <a:latin typeface="Times New Roman" panose="02020603050405020304" pitchFamily="18" charset="0"/>
              </a:rPr>
              <a:t>）邻苯二甲酸酐和甘油摩尔比为 </a:t>
            </a:r>
            <a:r>
              <a:rPr altLang="zh-CN" b="1" dirty="0" sz="2400" lang="en-US" smtClean="0">
                <a:solidFill>
                  <a:prstClr val="black"/>
                </a:solidFill>
                <a:latin typeface="Times New Roman" panose="02020603050405020304" pitchFamily="18" charset="0"/>
              </a:rPr>
              <a:t>3 : 2 </a:t>
            </a:r>
            <a:r>
              <a:rPr altLang="en-US" b="1" dirty="0" sz="2400" lang="zh-CN" smtClean="0">
                <a:solidFill>
                  <a:prstClr val="black"/>
                </a:solidFill>
                <a:latin typeface="Times New Roman" panose="02020603050405020304" pitchFamily="18" charset="0"/>
              </a:rPr>
              <a:t>；</a:t>
            </a:r>
            <a:endParaRPr altLang="en-US" b="1" dirty="0" sz="2400" lang="zh-CN">
              <a:solidFill>
                <a:prstClr val="black"/>
              </a:solidFill>
              <a:latin typeface="Times New Roman" panose="02020603050405020304" pitchFamily="18" charset="0"/>
            </a:endParaRPr>
          </a:p>
          <a:p>
            <a:pPr fontAlgn="auto">
              <a:lnSpc>
                <a:spcPct val="150000"/>
              </a:lnSpc>
              <a:spcBef>
                <a:spcPts val="0"/>
              </a:spcBef>
              <a:buFontTx/>
              <a:buNone/>
            </a:pPr>
            <a:r>
              <a:rPr altLang="en-US" b="1" dirty="0" sz="2400" lang="zh-CN" smtClean="0">
                <a:solidFill>
                  <a:prstClr val="black"/>
                </a:solidFill>
                <a:latin typeface="Times New Roman" panose="02020603050405020304" pitchFamily="18" charset="0"/>
              </a:rPr>
              <a:t>（</a:t>
            </a:r>
            <a:r>
              <a:rPr altLang="zh-CN" b="1" dirty="0" sz="2400" lang="en-US" smtClean="0">
                <a:solidFill>
                  <a:prstClr val="black"/>
                </a:solidFill>
                <a:latin typeface="Times New Roman" panose="02020603050405020304" pitchFamily="18" charset="0"/>
              </a:rPr>
              <a:t>2</a:t>
            </a:r>
            <a:r>
              <a:rPr altLang="en-US" b="1" dirty="0" sz="2400" lang="zh-CN" smtClean="0">
                <a:solidFill>
                  <a:prstClr val="black"/>
                </a:solidFill>
                <a:latin typeface="Times New Roman" panose="02020603050405020304" pitchFamily="18" charset="0"/>
              </a:rPr>
              <a:t>）</a:t>
            </a:r>
            <a:r>
              <a:rPr altLang="en-US" b="1" dirty="0" sz="2400" lang="zh-CN">
                <a:solidFill>
                  <a:prstClr val="black"/>
                </a:solidFill>
                <a:latin typeface="Times New Roman" panose="02020603050405020304" pitchFamily="18" charset="0"/>
              </a:rPr>
              <a:t>邻苯二甲酸酐和甘油摩尔比</a:t>
            </a:r>
            <a:r>
              <a:rPr altLang="en-US" b="1" dirty="0" sz="2400" lang="zh-CN" smtClean="0">
                <a:solidFill>
                  <a:prstClr val="black"/>
                </a:solidFill>
                <a:latin typeface="Times New Roman" panose="02020603050405020304" pitchFamily="18" charset="0"/>
              </a:rPr>
              <a:t>为 </a:t>
            </a:r>
            <a:r>
              <a:rPr altLang="zh-CN" b="1" dirty="0" sz="2400" lang="en-US" smtClean="0">
                <a:solidFill>
                  <a:prstClr val="black"/>
                </a:solidFill>
                <a:latin typeface="Times New Roman" panose="02020603050405020304" pitchFamily="18" charset="0"/>
              </a:rPr>
              <a:t>1.50 : 0.98 </a:t>
            </a:r>
            <a:r>
              <a:rPr altLang="en-US" b="1" dirty="0" sz="2400" lang="zh-CN" smtClean="0">
                <a:solidFill>
                  <a:prstClr val="black"/>
                </a:solidFill>
                <a:latin typeface="Times New Roman" panose="02020603050405020304" pitchFamily="18" charset="0"/>
              </a:rPr>
              <a:t>；</a:t>
            </a:r>
            <a:endParaRPr altLang="en-US" b="1" dirty="0" sz="2400" lang="zh-CN">
              <a:solidFill>
                <a:prstClr val="black"/>
              </a:solidFill>
              <a:latin typeface="Times New Roman" panose="02020603050405020304" pitchFamily="18" charset="0"/>
            </a:endParaRPr>
          </a:p>
          <a:p>
            <a:pPr fontAlgn="auto">
              <a:lnSpc>
                <a:spcPct val="150000"/>
              </a:lnSpc>
              <a:spcBef>
                <a:spcPts val="0"/>
              </a:spcBef>
              <a:buFontTx/>
              <a:buNone/>
            </a:pPr>
            <a:r>
              <a:rPr altLang="en-US" b="1" dirty="0" sz="2400" lang="zh-CN" smtClean="0">
                <a:solidFill>
                  <a:prstClr val="black"/>
                </a:solidFill>
                <a:latin typeface="Times New Roman" panose="02020603050405020304" pitchFamily="18" charset="0"/>
              </a:rPr>
              <a:t>（</a:t>
            </a:r>
            <a:r>
              <a:rPr altLang="zh-CN" b="1" dirty="0" sz="2400" lang="en-US" smtClean="0">
                <a:solidFill>
                  <a:prstClr val="black"/>
                </a:solidFill>
                <a:latin typeface="Times New Roman" panose="02020603050405020304" pitchFamily="18" charset="0"/>
              </a:rPr>
              <a:t>3</a:t>
            </a:r>
            <a:r>
              <a:rPr altLang="en-US" b="1" dirty="0" sz="2400" lang="zh-CN" smtClean="0">
                <a:solidFill>
                  <a:prstClr val="black"/>
                </a:solidFill>
                <a:latin typeface="Times New Roman" panose="02020603050405020304" pitchFamily="18" charset="0"/>
              </a:rPr>
              <a:t>）</a:t>
            </a:r>
            <a:r>
              <a:rPr altLang="en-US" b="1" dirty="0" sz="2400" lang="zh-CN">
                <a:solidFill>
                  <a:prstClr val="black"/>
                </a:solidFill>
                <a:latin typeface="Times New Roman" panose="02020603050405020304" pitchFamily="18" charset="0"/>
              </a:rPr>
              <a:t>邻苯二甲酸酐、甘油、乙二醇的摩尔比为 </a:t>
            </a:r>
            <a:r>
              <a:rPr altLang="zh-CN" b="1" dirty="0" sz="2400" lang="en-US">
                <a:solidFill>
                  <a:prstClr val="black"/>
                </a:solidFill>
                <a:latin typeface="Times New Roman" panose="02020603050405020304" pitchFamily="18" charset="0"/>
              </a:rPr>
              <a:t>1.50 </a:t>
            </a:r>
            <a:r>
              <a:rPr altLang="en-US" b="1" dirty="0" sz="2400" lang="zh-CN">
                <a:solidFill>
                  <a:prstClr val="black"/>
                </a:solidFill>
                <a:latin typeface="Times New Roman" panose="02020603050405020304" pitchFamily="18" charset="0"/>
              </a:rPr>
              <a:t>：</a:t>
            </a:r>
            <a:r>
              <a:rPr altLang="zh-CN" b="1" dirty="0" sz="2400" lang="en-US">
                <a:solidFill>
                  <a:prstClr val="black"/>
                </a:solidFill>
                <a:latin typeface="Times New Roman" panose="02020603050405020304" pitchFamily="18" charset="0"/>
              </a:rPr>
              <a:t>0.99 : 0.002</a:t>
            </a:r>
            <a:r>
              <a:rPr altLang="en-US" b="1" dirty="0" sz="2000" lang="zh-CN" smtClean="0">
                <a:solidFill>
                  <a:prstClr val="black"/>
                </a:solidFill>
                <a:latin typeface="+mn-ea"/>
                <a:ea typeface="+mn-ea"/>
              </a:rPr>
              <a:t>；</a:t>
            </a:r>
            <a:endParaRPr altLang="en-US" b="1" dirty="0" sz="2000" lang="zh-CN">
              <a:solidFill>
                <a:prstClr val="black"/>
              </a:solidFill>
              <a:latin typeface="+mn-ea"/>
              <a:ea typeface="+mn-ea"/>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0" name=""/>
        <p:cNvGrpSpPr/>
        <p:nvPr/>
      </p:nvGrpSpPr>
      <p:grpSpPr>
        <a:xfrm/>
      </p:grpSpPr>
      <p:sp>
        <p:nvSpPr>
          <p:cNvPr id="1048639" name="Rectangle 26"/>
          <p:cNvSpPr>
            <a:spLocks noChangeArrowheads="1"/>
          </p:cNvSpPr>
          <p:nvPr/>
        </p:nvSpPr>
        <p:spPr bwMode="auto">
          <a:xfrm>
            <a:off x="2863215" y="851853"/>
            <a:ext cx="5453381" cy="3581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Aft>
                <a:spcPct val="0"/>
              </a:spcAft>
              <a:buFontTx/>
              <a:buNone/>
            </a:pPr>
            <a:r>
              <a:rPr altLang="en-US" b="1" dirty="0" sz="1800" lang="zh-CN" smtClean="0">
                <a:solidFill>
                  <a:srgbClr val="000000"/>
                </a:solidFill>
              </a:rPr>
              <a:t>解：</a:t>
            </a:r>
            <a:r>
              <a:rPr altLang="en-US" b="1" dirty="0" sz="1800" lang="zh-CN" smtClean="0">
                <a:solidFill>
                  <a:srgbClr val="000000"/>
                </a:solidFill>
                <a:sym typeface="Wingdings" panose="05000000000000000000" pitchFamily="2" charset="2"/>
              </a:rPr>
              <a:t>（</a:t>
            </a:r>
            <a:r>
              <a:rPr altLang="zh-CN" b="1" dirty="0" sz="1800" lang="en-US" smtClean="0">
                <a:solidFill>
                  <a:srgbClr val="000000"/>
                </a:solidFill>
                <a:sym typeface="Wingdings" panose="05000000000000000000" pitchFamily="2" charset="2"/>
              </a:rPr>
              <a:t>1</a:t>
            </a:r>
            <a:r>
              <a:rPr altLang="en-US" b="1" dirty="0" sz="1800" lang="zh-CN" smtClean="0">
                <a:solidFill>
                  <a:srgbClr val="000000"/>
                </a:solidFill>
                <a:sym typeface="Wingdings" panose="05000000000000000000" pitchFamily="2" charset="2"/>
              </a:rPr>
              <a:t>）邻苯二甲酸酐与甘油摩尔比是 </a:t>
            </a:r>
            <a:r>
              <a:rPr altLang="zh-CN" b="1" dirty="0" sz="1800" lang="en-US" smtClean="0">
                <a:solidFill>
                  <a:srgbClr val="000000"/>
                </a:solidFill>
                <a:sym typeface="Wingdings" panose="05000000000000000000" pitchFamily="2" charset="2"/>
              </a:rPr>
              <a:t>3 : 2 </a:t>
            </a:r>
            <a:r>
              <a:rPr altLang="en-US" b="1" dirty="0" sz="1800" lang="zh-CN" smtClean="0">
                <a:solidFill>
                  <a:srgbClr val="000000"/>
                </a:solidFill>
                <a:sym typeface="Wingdings" panose="05000000000000000000" pitchFamily="2" charset="2"/>
              </a:rPr>
              <a:t>的体系</a:t>
            </a:r>
            <a:endParaRPr altLang="en-US" b="1" dirty="0" sz="1800" lang="zh-CN" smtClean="0">
              <a:solidFill>
                <a:srgbClr val="000000"/>
              </a:solidFill>
              <a:sym typeface="Wingdings" panose="05000000000000000000" pitchFamily="2" charset="2"/>
            </a:endParaRPr>
          </a:p>
        </p:txBody>
      </p:sp>
      <p:sp>
        <p:nvSpPr>
          <p:cNvPr id="1048640" name="Rectangle 3"/>
          <p:cNvSpPr txBox="1">
            <a:spLocks noChangeArrowheads="1"/>
          </p:cNvSpPr>
          <p:nvPr/>
        </p:nvSpPr>
        <p:spPr>
          <a:xfrm>
            <a:off x="2599690" y="1515428"/>
            <a:ext cx="8229600" cy="4525962"/>
          </a:xfrm>
          <a:prstGeom prst="rect"/>
        </p:spPr>
        <p:txBody>
          <a:bodyPr bIns="45720" lIns="91440" rIns="91440" rtlCol="0" tIns="45720" vert="horz">
            <a:normAutofit/>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altLang="en-US" b="1" dirty="0" sz="1800" lang="zh-CN" smtClean="0">
                <a:solidFill>
                  <a:prstClr val="black"/>
                </a:solidFill>
                <a:latin typeface="黑体" panose="02010609060101010101" pitchFamily="49" charset="-122"/>
                <a:ea typeface="黑体" panose="02010609060101010101" pitchFamily="49" charset="-122"/>
                <a:sym typeface="Wingdings" panose="05000000000000000000" pitchFamily="2" charset="2"/>
              </a:rPr>
              <a:t> </a:t>
            </a: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邻苯二甲酸酐          ：           甘油</a:t>
            </a:r>
            <a:endPar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官能度            </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2                     </a:t>
            </a: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3</a:t>
            </a:r>
            <a:endPar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物质的量        </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3                  </a:t>
            </a: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             </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2</a:t>
            </a:r>
            <a:endPar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基团数            </a:t>
            </a:r>
            <a:r>
              <a:rPr altLang="zh-CN" b="1" dirty="0" sz="2000" lang="en-US">
                <a:solidFill>
                  <a:prstClr val="black"/>
                </a:solidFill>
                <a:latin typeface="Times New Roman" panose="02020603050405020304" pitchFamily="18" charset="0"/>
                <a:ea typeface="宋体" panose="02010600030101010101" pitchFamily="2" charset="-122"/>
                <a:sym typeface="Wingdings" panose="05000000000000000000" pitchFamily="2" charset="2"/>
              </a:rPr>
              <a:t>6</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a:t>
            </a: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6</a:t>
            </a:r>
            <a:endPar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zh-CN" b="1" dirty="0" sz="2000" lang="en-US" smtClean="0">
                <a:solidFill>
                  <a:srgbClr val="FF0000"/>
                </a:solidFill>
                <a:latin typeface="Times New Roman" panose="02020603050405020304" pitchFamily="18" charset="0"/>
                <a:ea typeface="宋体" panose="02010600030101010101" pitchFamily="2" charset="-122"/>
                <a:sym typeface="Wingdings" panose="05000000000000000000" pitchFamily="2" charset="2"/>
              </a:rPr>
              <a:t>Carothers</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a:t>
            </a:r>
            <a:r>
              <a:rPr altLang="zh-CN" b="1" dirty="0" sz="2000" lang="en-US" smtClean="0">
                <a:solidFill>
                  <a:srgbClr val="FF0000"/>
                </a:solidFill>
                <a:latin typeface="Times New Roman" panose="02020603050405020304" pitchFamily="18" charset="0"/>
                <a:ea typeface="宋体" panose="02010600030101010101" pitchFamily="2" charset="-122"/>
                <a:sym typeface="Wingdings" panose="05000000000000000000" pitchFamily="2" charset="2"/>
              </a:rPr>
              <a:t>6 = 6</a:t>
            </a:r>
            <a:r>
              <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 </a:t>
            </a: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属于等基团数，体系平均官能度为：</a:t>
            </a:r>
            <a:endPar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endPar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rPr>
              <a:t>凝胶点为</a:t>
            </a:r>
            <a:endParaRPr altLang="en-US" b="1" dirty="0" sz="2000" lang="zh-CN"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endParaRPr altLang="zh-CN" b="1" dirty="0" sz="2000" lang="en-US" smtClean="0">
              <a:solidFill>
                <a:prstClr val="black"/>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endParaRPr altLang="zh-CN" b="1" dirty="0" sz="2000" lang="en-US" smtClean="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zh-CN" b="1" dirty="0" sz="2000" lang="en-US" smtClean="0">
                <a:solidFill>
                  <a:srgbClr val="FF0000"/>
                </a:solidFill>
                <a:latin typeface="Times New Roman" panose="02020603050405020304" pitchFamily="18" charset="0"/>
                <a:ea typeface="宋体" panose="02010600030101010101" pitchFamily="2" charset="-122"/>
                <a:sym typeface="Wingdings" panose="05000000000000000000" pitchFamily="2" charset="2"/>
              </a:rPr>
              <a:t>Flory</a:t>
            </a:r>
            <a:r>
              <a:rPr altLang="en-US" b="1" dirty="0" sz="2000" lang="zh-CN" smtClean="0">
                <a:solidFill>
                  <a:srgbClr val="FF0000"/>
                </a:solidFill>
                <a:latin typeface="Times New Roman" panose="02020603050405020304" pitchFamily="18" charset="0"/>
                <a:ea typeface="宋体" panose="02010600030101010101" pitchFamily="2" charset="-122"/>
                <a:sym typeface="Wingdings" panose="05000000000000000000" pitchFamily="2" charset="2"/>
              </a:rPr>
              <a:t>统计法</a:t>
            </a:r>
            <a:r>
              <a:rPr altLang="en-US" b="1" dirty="0" sz="1800" lang="zh-CN" smtClean="0">
                <a:solidFill>
                  <a:prstClr val="black"/>
                </a:solidFill>
                <a:latin typeface="黑体" panose="02010609060101010101" pitchFamily="49" charset="-122"/>
                <a:ea typeface="黑体" panose="02010609060101010101" pitchFamily="49" charset="-122"/>
                <a:sym typeface="Wingdings" panose="05000000000000000000" pitchFamily="2" charset="2"/>
              </a:rPr>
              <a:t> </a:t>
            </a:r>
            <a:endParaRPr altLang="en-US" b="1" dirty="0" sz="1800" lang="zh-CN" smtClean="0">
              <a:solidFill>
                <a:prstClr val="black"/>
              </a:solidFill>
              <a:latin typeface="黑体" panose="02010609060101010101" pitchFamily="49" charset="-122"/>
              <a:ea typeface="黑体" panose="02010609060101010101" pitchFamily="49" charset="-122"/>
              <a:sym typeface="Wingdings" panose="05000000000000000000" pitchFamily="2" charset="2"/>
            </a:endParaRPr>
          </a:p>
          <a:p>
            <a:pPr>
              <a:buFontTx/>
              <a:buNone/>
            </a:pPr>
            <a:r>
              <a:rPr altLang="zh-CN" b="1" dirty="0" sz="1800" lang="en-US" smtClean="0">
                <a:solidFill>
                  <a:prstClr val="black"/>
                </a:solidFill>
                <a:latin typeface="黑体" panose="02010609060101010101" pitchFamily="49" charset="-122"/>
                <a:ea typeface="黑体" panose="02010609060101010101" pitchFamily="49" charset="-122"/>
                <a:sym typeface="Wingdings" panose="05000000000000000000" pitchFamily="2" charset="2"/>
              </a:rPr>
              <a:t>                              </a:t>
            </a:r>
            <a:endParaRPr altLang="zh-CN" b="1" dirty="0" sz="1800" lang="en-US" smtClean="0">
              <a:solidFill>
                <a:prstClr val="black"/>
              </a:solidFill>
              <a:latin typeface="黑体" panose="02010609060101010101" pitchFamily="49" charset="-122"/>
              <a:ea typeface="黑体" panose="02010609060101010101" pitchFamily="49" charset="-122"/>
              <a:sym typeface="Wingdings" panose="05000000000000000000" pitchFamily="2" charset="2"/>
            </a:endParaRPr>
          </a:p>
          <a:p>
            <a:endParaRPr altLang="en-US" b="1" dirty="0" sz="1800" lang="zh-CN" smtClean="0">
              <a:solidFill>
                <a:prstClr val="black"/>
              </a:solidFill>
              <a:latin typeface="黑体" panose="02010609060101010101" pitchFamily="49" charset="-122"/>
              <a:ea typeface="黑体" panose="02010609060101010101" pitchFamily="49" charset="-122"/>
            </a:endParaRPr>
          </a:p>
        </p:txBody>
      </p:sp>
      <p:graphicFrame>
        <p:nvGraphicFramePr>
          <p:cNvPr id="4194313" name="Object 24"/>
          <p:cNvGraphicFramePr>
            <a:graphicFrameLocks noChangeAspect="1"/>
          </p:cNvGraphicFramePr>
          <p:nvPr/>
        </p:nvGraphicFramePr>
        <p:xfrm>
          <a:off x="4407535" y="3449638"/>
          <a:ext cx="3376613" cy="2465387"/>
        </p:xfrm>
        <a:graphic>
          <a:graphicData uri="http://schemas.openxmlformats.org/presentationml/2006/ole">
            <mc:AlternateContent xmlns:mc="http://schemas.openxmlformats.org/markup-compatibility/2006">
              <mc:Choice xmlns:v="urn:schemas-microsoft-com:vml" Requires="v">
                <p:oleObj name="公式" r:id="rId1" spid="_x0000_s3" imgH="39624000" imgW="53035200" progId="Equation.3">
                  <p:embed/>
                </p:oleObj>
              </mc:Choice>
              <mc:Fallback>
                <p:oleObj name="公式" r:id="rId1" imgH="39624000" imgW="53035200" progId="Equation.3">
                  <p:embed/>
                  <p:pic>
                    <p:nvPicPr>
                      <p:cNvPr id="2097185" name="图片 5143"/>
                      <p:cNvPicPr>
                        <a:picLocks noChangeAspect="1" noChangeArrowheads="1"/>
                      </p:cNvPicPr>
                      <p:nvPr/>
                    </p:nvPicPr>
                    <p:blipFill>
                      <a:blip xmlns:r="http://schemas.openxmlformats.org/officeDocument/2006/relationships" r:embed="rId2"/>
                      <a:srcRect/>
                      <a:stretch>
                        <a:fillRect/>
                      </a:stretch>
                    </p:blipFill>
                    <p:spPr bwMode="auto">
                      <a:xfrm>
                        <a:off x="4407535" y="3449638"/>
                        <a:ext cx="3376613" cy="2465387"/>
                      </a:xfrm>
                      <a:prstGeom prst="rect"/>
                      <a:solidFill>
                        <a:schemeClr val="accent1">
                          <a:lumMod val="60000"/>
                          <a:lumOff val="40000"/>
                        </a:schemeClr>
                      </a:solidFill>
                      <a:ln>
                        <a:noFill/>
                      </a:ln>
                    </p:spPr>
                  </p:pic>
                </p:oleObj>
              </mc:Fallback>
            </mc:AlternateContent>
          </a:graphicData>
        </a:graphic>
      </p:graphicFrame>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2" name=""/>
        <p:cNvGrpSpPr/>
        <p:nvPr/>
      </p:nvGrpSpPr>
      <p:grpSpPr>
        <a:xfrm>
          <a:off x="0" y="0"/>
          <a:ext cx="0" cy="0"/>
          <a:chOff x="0" y="0"/>
          <a:chExt cx="0" cy="0"/>
        </a:xfrm>
      </p:grpSpPr>
      <p:sp>
        <p:nvSpPr>
          <p:cNvPr id="1048647" name="Rectangle 3"/>
          <p:cNvSpPr>
            <a:spLocks noGrp="1" noChangeArrowheads="1"/>
          </p:cNvSpPr>
          <p:nvPr>
            <p:ph type="body" sz="half" idx="1"/>
          </p:nvPr>
        </p:nvSpPr>
        <p:spPr>
          <a:xfrm>
            <a:off x="2416175" y="1312863"/>
            <a:ext cx="8229600" cy="4525962"/>
          </a:xfrm>
        </p:spPr>
        <p:txBody>
          <a:bodyPr>
            <a:normAutofit fontScale="72222" lnSpcReduction="20000"/>
          </a:bodyPr>
          <a:p>
            <a:pPr>
              <a:buFontTx/>
              <a:buNone/>
            </a:pP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             邻苯二甲酸酐          ：           甘油</a:t>
            </a:r>
            <a:endPar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官能度            </a:t>
            </a:r>
            <a:r>
              <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2                </a:t>
            </a: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             </a:t>
            </a:r>
            <a:r>
              <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3</a:t>
            </a:r>
            <a:endPar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物质的量        </a:t>
            </a:r>
            <a:r>
              <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1.5               </a:t>
            </a: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 ：           </a:t>
            </a:r>
            <a:r>
              <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0.98</a:t>
            </a:r>
            <a:endPar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基团数            </a:t>
            </a:r>
            <a:r>
              <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3                </a:t>
            </a:r>
            <a:r>
              <a:rPr altLang="en-US" b="1" dirty="0" sz="3000" lang="zh-CN"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           </a:t>
            </a:r>
            <a:r>
              <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rPr>
              <a:t>2.94</a:t>
            </a:r>
            <a:endParaRPr altLang="zh-CN" b="1" dirty="0" sz="3000" lang="en-US" smtClean="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a:p>
            <a:pPr>
              <a:buFontTx/>
              <a:buNone/>
            </a:pPr>
            <a:r>
              <a:rPr altLang="zh-CN" b="1" dirty="0" sz="3600" lang="en-US"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Carothers</a:t>
            </a:r>
            <a:r>
              <a:rPr altLang="en-US" b="1" dirty="0" sz="3600" lang="zh-CN" smtClean="0">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altLang="zh-CN" b="1" dirty="0" sz="3600" lang="en-US" smtClean="0">
                <a:latin typeface="黑体" panose="02010609060101010101" pitchFamily="49" charset="-122"/>
                <a:ea typeface="黑体" panose="02010609060101010101" pitchFamily="49" charset="-122"/>
                <a:sym typeface="Wingdings" panose="05000000000000000000" pitchFamily="2" charset="2"/>
              </a:rPr>
              <a:t> </a:t>
            </a:r>
            <a:r>
              <a:rPr altLang="zh-CN" b="1" dirty="0" sz="3600" lang="en-US"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3 &gt; 2.94</a:t>
            </a:r>
            <a:r>
              <a:rPr altLang="zh-CN" b="1" dirty="0" sz="3600" lang="en-US" smtClean="0">
                <a:latin typeface="黑体" panose="02010609060101010101" pitchFamily="49" charset="-122"/>
                <a:ea typeface="黑体" panose="02010609060101010101" pitchFamily="49" charset="-122"/>
                <a:sym typeface="Wingdings" panose="05000000000000000000" pitchFamily="2" charset="2"/>
              </a:rPr>
              <a:t> </a:t>
            </a:r>
            <a:r>
              <a:rPr altLang="en-US" b="1" dirty="0" sz="3600" lang="zh-CN" smtClean="0">
                <a:solidFill>
                  <a:srgbClr val="FF0000"/>
                </a:solidFill>
                <a:latin typeface="黑体" panose="02010609060101010101" pitchFamily="49" charset="-122"/>
                <a:ea typeface="黑体" panose="02010609060101010101" pitchFamily="49" charset="-122"/>
                <a:sym typeface="Wingdings" panose="05000000000000000000" pitchFamily="2" charset="2"/>
              </a:rPr>
              <a:t>所以羧基过量</a:t>
            </a:r>
            <a:r>
              <a:rPr altLang="zh-CN" b="1" dirty="0" sz="3600" lang="en-US" smtClean="0">
                <a:latin typeface="黑体" panose="02010609060101010101" pitchFamily="49" charset="-122"/>
                <a:ea typeface="黑体" panose="02010609060101010101" pitchFamily="49" charset="-122"/>
                <a:sym typeface="Wingdings" panose="05000000000000000000" pitchFamily="2" charset="2"/>
              </a:rPr>
              <a:t> </a:t>
            </a:r>
            <a:r>
              <a:rPr altLang="zh-CN" b="1" dirty="0" sz="3600" lang="en-US" smtClean="0">
                <a:solidFill>
                  <a:srgbClr val="FF0000"/>
                </a:solidFill>
                <a:sym typeface="Wingdings" panose="05000000000000000000" pitchFamily="2" charset="2"/>
              </a:rPr>
              <a:t>,</a:t>
            </a:r>
            <a:r>
              <a:rPr altLang="en-US" b="1" dirty="0" sz="3600" lang="zh-CN" smtClean="0">
                <a:solidFill>
                  <a:srgbClr val="FF0000"/>
                </a:solidFill>
                <a:sym typeface="Wingdings" panose="05000000000000000000" pitchFamily="2" charset="2"/>
              </a:rPr>
              <a:t>故按羟基计算</a:t>
            </a:r>
            <a:endParaRPr altLang="en-US" b="1" dirty="0" sz="1800" lang="zh-CN" smtClean="0">
              <a:latin typeface="黑体" panose="02010609060101010101" pitchFamily="49" charset="-122"/>
              <a:ea typeface="黑体" panose="02010609060101010101" pitchFamily="49" charset="-122"/>
              <a:sym typeface="Wingdings" panose="05000000000000000000" pitchFamily="2" charset="2"/>
            </a:endParaRPr>
          </a:p>
          <a:p>
            <a:pPr>
              <a:buFontTx/>
              <a:buNone/>
            </a:pPr>
            <a:endParaRPr altLang="en-US" b="1" dirty="0" sz="1800" lang="zh-CN" smtClean="0">
              <a:latin typeface="黑体" panose="02010609060101010101" pitchFamily="49" charset="-122"/>
              <a:ea typeface="黑体" panose="02010609060101010101" pitchFamily="49" charset="-122"/>
              <a:sym typeface="Wingdings" panose="05000000000000000000" pitchFamily="2" charset="2"/>
            </a:endParaRPr>
          </a:p>
          <a:p>
            <a:pPr>
              <a:buFontTx/>
              <a:buNone/>
            </a:pPr>
            <a:endParaRPr altLang="en-US" b="1" dirty="0" sz="1800" lang="zh-CN" smtClean="0">
              <a:latin typeface="黑体" panose="02010609060101010101" pitchFamily="49" charset="-122"/>
              <a:ea typeface="黑体" panose="02010609060101010101" pitchFamily="49" charset="-122"/>
              <a:sym typeface="Wingdings" panose="05000000000000000000" pitchFamily="2" charset="2"/>
            </a:endParaRPr>
          </a:p>
          <a:p>
            <a:pPr>
              <a:buFontTx/>
              <a:buNone/>
            </a:pPr>
            <a:endParaRPr altLang="zh-CN" b="1" dirty="0" sz="1800" lang="en-US" smtClean="0">
              <a:latin typeface="黑体" panose="02010609060101010101" pitchFamily="49" charset="-122"/>
              <a:ea typeface="黑体" panose="02010609060101010101" pitchFamily="49" charset="-122"/>
              <a:sym typeface="Wingdings" panose="05000000000000000000" pitchFamily="2" charset="2"/>
            </a:endParaRPr>
          </a:p>
          <a:p>
            <a:pPr>
              <a:buFontTx/>
              <a:buNone/>
            </a:pPr>
            <a:r>
              <a:rPr altLang="zh-CN" b="1" dirty="0" sz="3000" lang="en-US"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Flory</a:t>
            </a:r>
            <a:r>
              <a:rPr altLang="en-US" b="1" dirty="0" sz="3000" lang="zh-CN" smtClean="0">
                <a:solidFill>
                  <a:srgbClr val="FF0000"/>
                </a:solidFill>
                <a:latin typeface="黑体" panose="02010609060101010101" pitchFamily="49" charset="-122"/>
                <a:ea typeface="黑体" panose="02010609060101010101" pitchFamily="49" charset="-122"/>
                <a:sym typeface="Wingdings" panose="05000000000000000000" pitchFamily="2" charset="2"/>
              </a:rPr>
              <a:t>统计法：</a:t>
            </a:r>
            <a:r>
              <a:rPr altLang="en-US" b="1" dirty="0" sz="3000" lang="zh-CN" smtClean="0">
                <a:latin typeface="黑体" panose="02010609060101010101" pitchFamily="49" charset="-122"/>
                <a:ea typeface="黑体" panose="02010609060101010101" pitchFamily="49" charset="-122"/>
                <a:sym typeface="Wingdings" panose="05000000000000000000" pitchFamily="2" charset="2"/>
              </a:rPr>
              <a:t> </a:t>
            </a:r>
            <a:endParaRPr altLang="en-US" b="1" dirty="0" sz="3000" lang="zh-CN" smtClean="0">
              <a:latin typeface="黑体" panose="02010609060101010101" pitchFamily="49" charset="-122"/>
              <a:ea typeface="黑体" panose="02010609060101010101" pitchFamily="49" charset="-122"/>
              <a:sym typeface="Wingdings" panose="05000000000000000000" pitchFamily="2" charset="2"/>
            </a:endParaRPr>
          </a:p>
          <a:p>
            <a:pPr>
              <a:buFontTx/>
              <a:buNone/>
            </a:pPr>
            <a:r>
              <a:rPr altLang="zh-CN" b="1" dirty="0" sz="1800" lang="en-US" smtClean="0">
                <a:latin typeface="黑体" panose="02010609060101010101" pitchFamily="49" charset="-122"/>
                <a:ea typeface="黑体" panose="02010609060101010101" pitchFamily="49" charset="-122"/>
                <a:sym typeface="Wingdings" panose="05000000000000000000" pitchFamily="2" charset="2"/>
              </a:rPr>
              <a:t>                              </a:t>
            </a:r>
            <a:endParaRPr altLang="zh-CN" b="1" dirty="0" sz="1800" lang="en-US" smtClean="0">
              <a:latin typeface="黑体" panose="02010609060101010101" pitchFamily="49" charset="-122"/>
              <a:ea typeface="黑体" panose="02010609060101010101" pitchFamily="49" charset="-122"/>
              <a:sym typeface="Wingdings" panose="05000000000000000000" pitchFamily="2" charset="2"/>
            </a:endParaRPr>
          </a:p>
          <a:p>
            <a:endParaRPr altLang="en-US" b="1" dirty="0" sz="1800" lang="zh-CN" smtClean="0">
              <a:latin typeface="黑体" panose="02010609060101010101" pitchFamily="49" charset="-122"/>
              <a:ea typeface="黑体" panose="02010609060101010101" pitchFamily="49" charset="-122"/>
            </a:endParaRPr>
          </a:p>
        </p:txBody>
      </p:sp>
      <p:sp>
        <p:nvSpPr>
          <p:cNvPr id="1048648" name="Rectangle 16"/>
          <p:cNvSpPr>
            <a:spLocks noChangeArrowheads="1"/>
          </p:cNvSpPr>
          <p:nvPr/>
        </p:nvSpPr>
        <p:spPr bwMode="auto">
          <a:xfrm>
            <a:off x="1524000" y="3016250"/>
            <a:ext cx="309880" cy="368300"/>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endParaRPr altLang="en-US" sz="1800" lang="zh-CN" smtClean="0">
              <a:solidFill>
                <a:srgbClr val="000000"/>
              </a:solidFill>
            </a:endParaRPr>
          </a:p>
        </p:txBody>
      </p:sp>
      <p:sp>
        <p:nvSpPr>
          <p:cNvPr id="1048649" name="Rectangle 19"/>
          <p:cNvSpPr>
            <a:spLocks noChangeArrowheads="1"/>
          </p:cNvSpPr>
          <p:nvPr/>
        </p:nvSpPr>
        <p:spPr bwMode="auto">
          <a:xfrm>
            <a:off x="1524000" y="2997200"/>
            <a:ext cx="309880" cy="368300"/>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endParaRPr altLang="en-US" sz="1800" lang="zh-CN" smtClean="0">
              <a:solidFill>
                <a:srgbClr val="000000"/>
              </a:solidFill>
            </a:endParaRPr>
          </a:p>
        </p:txBody>
      </p:sp>
      <p:sp>
        <p:nvSpPr>
          <p:cNvPr id="1048650" name="Rectangle 21"/>
          <p:cNvSpPr>
            <a:spLocks noChangeArrowheads="1"/>
          </p:cNvSpPr>
          <p:nvPr/>
        </p:nvSpPr>
        <p:spPr bwMode="auto">
          <a:xfrm>
            <a:off x="1524000" y="2978150"/>
            <a:ext cx="309880" cy="368300"/>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endParaRPr altLang="en-US" sz="1800" lang="zh-CN" smtClean="0">
              <a:solidFill>
                <a:srgbClr val="000000"/>
              </a:solidFill>
            </a:endParaRPr>
          </a:p>
        </p:txBody>
      </p:sp>
      <p:sp>
        <p:nvSpPr>
          <p:cNvPr id="1048651" name="Rectangle 23"/>
          <p:cNvSpPr>
            <a:spLocks noChangeArrowheads="1"/>
          </p:cNvSpPr>
          <p:nvPr/>
        </p:nvSpPr>
        <p:spPr bwMode="auto">
          <a:xfrm>
            <a:off x="1524000" y="-184150"/>
            <a:ext cx="309880" cy="368300"/>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endParaRPr altLang="en-US" sz="1800" lang="zh-CN" smtClean="0">
              <a:solidFill>
                <a:srgbClr val="000000"/>
              </a:solidFill>
            </a:endParaRPr>
          </a:p>
        </p:txBody>
      </p:sp>
      <p:sp>
        <p:nvSpPr>
          <p:cNvPr id="1048652" name="Rectangle 25"/>
          <p:cNvSpPr>
            <a:spLocks noChangeArrowheads="1"/>
          </p:cNvSpPr>
          <p:nvPr/>
        </p:nvSpPr>
        <p:spPr bwMode="auto">
          <a:xfrm>
            <a:off x="1524000" y="2632075"/>
            <a:ext cx="309880" cy="368300"/>
          </a:xfrm>
          <a:prstGeom prst="rect"/>
          <a:noFill/>
          <a:ln>
            <a:noFill/>
          </a:ln>
          <a:effectLst/>
        </p:spPr>
        <p:txBody>
          <a:bodyPr anchor="ct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endParaRPr altLang="en-US" sz="1800" lang="zh-CN" smtClean="0">
              <a:solidFill>
                <a:srgbClr val="000000"/>
              </a:solidFill>
            </a:endParaRPr>
          </a:p>
        </p:txBody>
      </p:sp>
      <p:graphicFrame>
        <p:nvGraphicFramePr>
          <p:cNvPr id="4194314" name="Object 24"/>
          <p:cNvGraphicFramePr>
            <a:graphicFrameLocks noChangeAspect="1"/>
          </p:cNvGraphicFramePr>
          <p:nvPr/>
        </p:nvGraphicFramePr>
        <p:xfrm>
          <a:off x="4649788" y="3683159"/>
          <a:ext cx="2891790" cy="2655570"/>
        </p:xfrm>
        <a:graphic>
          <a:graphicData uri="http://schemas.openxmlformats.org/presentationml/2006/ole">
            <mc:AlternateContent xmlns:mc="http://schemas.openxmlformats.org/markup-compatibility/2006">
              <mc:Choice xmlns:v="urn:schemas-microsoft-com:vml" Requires="v">
                <p:oleObj name="公式" r:id="rId1" spid="_x0000_s6168" imgH="1777365" imgW="1892300" progId="Equation.3">
                  <p:embed/>
                </p:oleObj>
              </mc:Choice>
              <mc:Fallback>
                <p:oleObj name="公式" r:id="rId1" imgH="1777365" imgW="1892300" progId="Equation.3">
                  <p:embed/>
                  <p:pic>
                    <p:nvPicPr>
                      <p:cNvPr id="2097187" name="图片 6167"/>
                      <p:cNvPicPr>
                        <a:picLocks noChangeAspect="1" noChangeArrowheads="1"/>
                      </p:cNvPicPr>
                      <p:nvPr/>
                    </p:nvPicPr>
                    <p:blipFill>
                      <a:blip xmlns:r="http://schemas.openxmlformats.org/officeDocument/2006/relationships" r:embed="rId2"/>
                      <a:srcRect/>
                      <a:stretch>
                        <a:fillRect/>
                      </a:stretch>
                    </p:blipFill>
                    <p:spPr bwMode="auto">
                      <a:xfrm>
                        <a:off x="4649788" y="3683159"/>
                        <a:ext cx="2891790" cy="2655570"/>
                      </a:xfrm>
                      <a:prstGeom prst="rect"/>
                      <a:solidFill>
                        <a:schemeClr val="accent1"/>
                      </a:solidFill>
                      <a:ln>
                        <a:noFill/>
                      </a:ln>
                    </p:spPr>
                  </p:pic>
                </p:oleObj>
              </mc:Fallback>
            </mc:AlternateContent>
          </a:graphicData>
        </a:graphic>
      </p:graphicFrame>
      <p:sp>
        <p:nvSpPr>
          <p:cNvPr id="1048653" name="Rectangle 26"/>
          <p:cNvSpPr>
            <a:spLocks noChangeArrowheads="1"/>
          </p:cNvSpPr>
          <p:nvPr/>
        </p:nvSpPr>
        <p:spPr bwMode="auto">
          <a:xfrm>
            <a:off x="2527300" y="944563"/>
            <a:ext cx="6126480" cy="36830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Aft>
                <a:spcPct val="0"/>
              </a:spcAft>
              <a:buFontTx/>
              <a:buNone/>
            </a:pPr>
            <a:r>
              <a:rPr altLang="en-US" b="1" dirty="0" sz="1800" lang="zh-CN" smtClean="0">
                <a:solidFill>
                  <a:srgbClr val="000000"/>
                </a:solidFill>
              </a:rPr>
              <a:t>解：</a:t>
            </a:r>
            <a:r>
              <a:rPr altLang="en-US" b="1" dirty="0" sz="1800" lang="zh-CN" smtClean="0">
                <a:solidFill>
                  <a:srgbClr val="000000"/>
                </a:solidFill>
                <a:sym typeface="Wingdings" panose="05000000000000000000" pitchFamily="2" charset="2"/>
              </a:rPr>
              <a:t>（</a:t>
            </a:r>
            <a:r>
              <a:rPr altLang="zh-CN" b="1" dirty="0" sz="1800" lang="en-US">
                <a:solidFill>
                  <a:srgbClr val="000000"/>
                </a:solidFill>
                <a:sym typeface="Wingdings" panose="05000000000000000000" pitchFamily="2" charset="2"/>
              </a:rPr>
              <a:t>2</a:t>
            </a:r>
            <a:r>
              <a:rPr altLang="en-US" b="1" dirty="0" sz="1800" lang="zh-CN" smtClean="0">
                <a:solidFill>
                  <a:srgbClr val="000000"/>
                </a:solidFill>
                <a:sym typeface="Wingdings" panose="05000000000000000000" pitchFamily="2" charset="2"/>
              </a:rPr>
              <a:t>）邻苯二甲酸酐与甘油摩尔比是 </a:t>
            </a:r>
            <a:r>
              <a:rPr altLang="zh-CN" b="1" dirty="0" sz="1800" lang="en-US" smtClean="0">
                <a:solidFill>
                  <a:srgbClr val="000000"/>
                </a:solidFill>
                <a:sym typeface="Wingdings" panose="05000000000000000000" pitchFamily="2" charset="2"/>
              </a:rPr>
              <a:t>1.50 : 0.98 </a:t>
            </a:r>
            <a:r>
              <a:rPr altLang="en-US" b="1" dirty="0" sz="1800" lang="zh-CN" smtClean="0">
                <a:solidFill>
                  <a:srgbClr val="000000"/>
                </a:solidFill>
                <a:sym typeface="Wingdings" panose="05000000000000000000" pitchFamily="2" charset="2"/>
              </a:rPr>
              <a:t>的体系</a:t>
            </a:r>
            <a:endParaRPr altLang="en-US" b="1" dirty="0" sz="1800" lang="zh-CN" smtClean="0">
              <a:solidFill>
                <a:srgbClr val="000000"/>
              </a:solidFill>
              <a:sym typeface="Wingdings" panose="05000000000000000000" pitchFamily="2" charset="2"/>
            </a:endParaRPr>
          </a:p>
        </p:txBody>
      </p:sp>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3" name=""/>
        <p:cNvGrpSpPr/>
        <p:nvPr/>
      </p:nvGrpSpPr>
      <p:grpSpPr>
        <a:xfrm>
          <a:off x="0" y="0"/>
          <a:ext cx="0" cy="0"/>
          <a:chOff x="0" y="0"/>
          <a:chExt cx="0" cy="0"/>
        </a:xfrm>
      </p:grpSpPr>
      <p:sp>
        <p:nvSpPr>
          <p:cNvPr id="1048654" name="Rectangle 17"/>
          <p:cNvSpPr>
            <a:spLocks noChangeArrowheads="1"/>
          </p:cNvSpPr>
          <p:nvPr/>
        </p:nvSpPr>
        <p:spPr bwMode="auto">
          <a:xfrm>
            <a:off x="8011795" y="3244850"/>
            <a:ext cx="1555750" cy="368300"/>
          </a:xfrm>
          <a:prstGeom prst="rect"/>
          <a:noFill/>
          <a:ln>
            <a:noFill/>
          </a:ln>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r>
              <a:rPr altLang="zh-CN" b="1" sz="1800" kern="0" lang="en-US" smtClean="0">
                <a:solidFill>
                  <a:srgbClr val="FF0000"/>
                </a:solidFill>
                <a:sym typeface="Wingdings" panose="05000000000000000000" pitchFamily="2" charset="2"/>
              </a:rPr>
              <a:t>Flory</a:t>
            </a:r>
            <a:r>
              <a:rPr altLang="en-US" b="1" sz="1800" kern="0" lang="zh-CN" smtClean="0">
                <a:solidFill>
                  <a:srgbClr val="FF0000"/>
                </a:solidFill>
                <a:sym typeface="Wingdings" panose="05000000000000000000" pitchFamily="2" charset="2"/>
              </a:rPr>
              <a:t>统计法</a:t>
            </a:r>
            <a:endParaRPr altLang="en-US" b="1" sz="1800" kern="0" lang="zh-CN" smtClean="0">
              <a:solidFill>
                <a:srgbClr val="FF0000"/>
              </a:solidFill>
              <a:sym typeface="Wingdings" panose="05000000000000000000" pitchFamily="2" charset="2"/>
            </a:endParaRPr>
          </a:p>
        </p:txBody>
      </p:sp>
      <p:sp>
        <p:nvSpPr>
          <p:cNvPr id="1048655" name="Text Box 12"/>
          <p:cNvSpPr txBox="1">
            <a:spLocks noChangeArrowheads="1"/>
          </p:cNvSpPr>
          <p:nvPr/>
        </p:nvSpPr>
        <p:spPr bwMode="auto">
          <a:xfrm>
            <a:off x="2346325" y="500562"/>
            <a:ext cx="7282180" cy="624840"/>
          </a:xfrm>
          <a:prstGeom prst="rect"/>
          <a:noFill/>
          <a:ln>
            <a:noFill/>
          </a:ln>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spcBef>
                <a:spcPct val="0"/>
              </a:spcBef>
              <a:spcAft>
                <a:spcPct val="0"/>
              </a:spcAft>
              <a:buFontTx/>
              <a:buNone/>
            </a:pPr>
            <a:r>
              <a:rPr altLang="en-US" dirty="0" sz="1800" kern="0" lang="zh-CN" smtClean="0">
                <a:solidFill>
                  <a:srgbClr val="000000"/>
                </a:solidFill>
              </a:rPr>
              <a:t> </a:t>
            </a:r>
            <a:r>
              <a:rPr altLang="en-US" b="1" dirty="0" sz="1800" kern="0" lang="zh-CN" smtClean="0">
                <a:solidFill>
                  <a:srgbClr val="000000"/>
                </a:solidFill>
              </a:rPr>
              <a:t>（</a:t>
            </a:r>
            <a:r>
              <a:rPr altLang="zh-CN" b="1" dirty="0" sz="1800" kern="0" lang="en-US" smtClean="0">
                <a:solidFill>
                  <a:srgbClr val="000000"/>
                </a:solidFill>
              </a:rPr>
              <a:t>3</a:t>
            </a:r>
            <a:r>
              <a:rPr altLang="en-US" b="1" dirty="0" sz="1800" kern="0" lang="zh-CN" smtClean="0">
                <a:solidFill>
                  <a:srgbClr val="000000"/>
                </a:solidFill>
              </a:rPr>
              <a:t>）邻苯二甲酸酐、甘油、乙二醇的摩尔比为 </a:t>
            </a:r>
            <a:r>
              <a:rPr altLang="zh-CN" b="1" dirty="0" sz="1800" kern="0" lang="en-US" smtClean="0">
                <a:solidFill>
                  <a:srgbClr val="000000"/>
                </a:solidFill>
              </a:rPr>
              <a:t>1.50 </a:t>
            </a:r>
            <a:r>
              <a:rPr altLang="en-US" b="1" dirty="0" sz="1800" kern="0" lang="zh-CN" smtClean="0">
                <a:solidFill>
                  <a:srgbClr val="000000"/>
                </a:solidFill>
              </a:rPr>
              <a:t>：</a:t>
            </a:r>
            <a:r>
              <a:rPr altLang="zh-CN" b="1" dirty="0" sz="1800" kern="0" lang="en-US" smtClean="0">
                <a:solidFill>
                  <a:srgbClr val="000000"/>
                </a:solidFill>
              </a:rPr>
              <a:t>0.99 : 0.002</a:t>
            </a:r>
            <a:r>
              <a:rPr altLang="en-US" b="1" dirty="0" sz="1800" kern="0" lang="zh-CN" smtClean="0">
                <a:solidFill>
                  <a:srgbClr val="000000"/>
                </a:solidFill>
              </a:rPr>
              <a:t>；</a:t>
            </a:r>
            <a:endParaRPr altLang="en-US" b="1" dirty="0" sz="1800" kern="0" lang="zh-CN" smtClean="0">
              <a:solidFill>
                <a:srgbClr val="000000"/>
              </a:solidFill>
            </a:endParaRPr>
          </a:p>
          <a:p>
            <a:pPr eaLnBrk="0" fontAlgn="base" hangingPunct="0">
              <a:spcBef>
                <a:spcPct val="0"/>
              </a:spcBef>
              <a:spcAft>
                <a:spcPct val="0"/>
              </a:spcAft>
              <a:buFontTx/>
              <a:buNone/>
            </a:pPr>
            <a:endParaRPr altLang="zh-CN" b="1" dirty="0" sz="1800" kern="0" lang="en-US" smtClean="0">
              <a:solidFill>
                <a:srgbClr val="000000"/>
              </a:solidFill>
            </a:endParaRPr>
          </a:p>
        </p:txBody>
      </p:sp>
      <p:sp>
        <p:nvSpPr>
          <p:cNvPr id="1048656" name="Rectangle 13"/>
          <p:cNvSpPr>
            <a:spLocks noChangeArrowheads="1"/>
          </p:cNvSpPr>
          <p:nvPr/>
        </p:nvSpPr>
        <p:spPr bwMode="auto">
          <a:xfrm>
            <a:off x="2501900" y="976630"/>
            <a:ext cx="8514715" cy="2656840"/>
          </a:xfrm>
          <a:prstGeom prst="rect"/>
          <a:noFill/>
          <a:ln>
            <a:noFill/>
          </a:ln>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sym typeface="Arial" panose="020B0604020202020204" pitchFamily="34" charset="0"/>
              </a:defRPr>
            </a:lvl1pPr>
            <a:lvl2pPr indent="-285750" marL="742950">
              <a:spcBef>
                <a:spcPct val="20000"/>
              </a:spcBef>
              <a:buChar char="–"/>
              <a:defRPr sz="2800">
                <a:solidFill>
                  <a:schemeClr val="tx1"/>
                </a:solidFill>
                <a:latin typeface="Arial" panose="020B0604020202020204" pitchFamily="34" charset="0"/>
                <a:ea typeface="宋体" panose="02010600030101010101" pitchFamily="2" charset="-122"/>
                <a:sym typeface="Arial" panose="020B0604020202020204" pitchFamily="34" charset="0"/>
              </a:defRPr>
            </a:lvl2pPr>
            <a:lvl3pPr indent="-228600" marL="1143000">
              <a:spcBef>
                <a:spcPct val="20000"/>
              </a:spcBef>
              <a:buChar char="•"/>
              <a:defRPr sz="2400">
                <a:solidFill>
                  <a:schemeClr val="tx1"/>
                </a:solidFill>
                <a:latin typeface="Arial" panose="020B0604020202020204" pitchFamily="34" charset="0"/>
                <a:ea typeface="宋体" panose="02010600030101010101" pitchFamily="2" charset="-122"/>
                <a:sym typeface="Arial" panose="020B0604020202020204" pitchFamily="34" charset="0"/>
              </a:defRPr>
            </a:lvl3pPr>
            <a:lvl4pPr indent="-228600" marL="16002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4pPr>
            <a:lvl5pPr indent="-228600" marL="2057400">
              <a:spcBef>
                <a:spcPct val="20000"/>
              </a:spcBef>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5pPr>
            <a:lvl6pPr eaLnBrk="0" fontAlgn="base" hangingPunct="0" indent="-228600" marL="25146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6pPr>
            <a:lvl7pPr eaLnBrk="0" fontAlgn="base" hangingPunct="0" indent="-228600" marL="29718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7pPr>
            <a:lvl8pPr eaLnBrk="0" fontAlgn="base" hangingPunct="0" indent="-228600" marL="34290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8pPr>
            <a:lvl9pPr eaLnBrk="0" fontAlgn="base" hangingPunct="0" indent="-228600" marL="3886200">
              <a:spcBef>
                <a:spcPct val="20000"/>
              </a:spcBef>
              <a:spcAft>
                <a:spcPct val="0"/>
              </a:spcAft>
              <a:buChar char="»"/>
              <a:defRPr sz="2000">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pPr eaLnBrk="0" fontAlgn="base" hangingPunct="0">
              <a:lnSpc>
                <a:spcPct val="150000"/>
              </a:lnSpc>
              <a:spcBef>
                <a:spcPct val="0"/>
              </a:spcBef>
              <a:spcAft>
                <a:spcPct val="0"/>
              </a:spcAft>
              <a:buFontTx/>
              <a:buNone/>
            </a:pPr>
            <a:r>
              <a:rPr altLang="en-US" b="1" dirty="0" sz="1800" kern="0" lang="zh-CN" smtClean="0">
                <a:solidFill>
                  <a:srgbClr val="000000"/>
                </a:solidFill>
                <a:sym typeface="Wingdings" panose="05000000000000000000" pitchFamily="2" charset="2"/>
              </a:rPr>
              <a:t>                 邻苯二甲酸酐          ：     甘油   </a:t>
            </a:r>
            <a:r>
              <a:rPr altLang="zh-CN" b="1" dirty="0" sz="1800" kern="0" lang="en-US" smtClean="0">
                <a:solidFill>
                  <a:srgbClr val="000000"/>
                </a:solidFill>
                <a:sym typeface="Wingdings" panose="05000000000000000000" pitchFamily="2" charset="2"/>
              </a:rPr>
              <a:t>:       </a:t>
            </a:r>
            <a:r>
              <a:rPr altLang="en-US" b="1" dirty="0" sz="1800" kern="0" lang="zh-CN" smtClean="0">
                <a:solidFill>
                  <a:srgbClr val="000000"/>
                </a:solidFill>
                <a:sym typeface="Wingdings" panose="05000000000000000000" pitchFamily="2" charset="2"/>
              </a:rPr>
              <a:t>乙二醇</a:t>
            </a:r>
            <a:endParaRPr altLang="en-US" b="1" dirty="0" sz="1800" kern="0" lang="zh-CN" smtClean="0">
              <a:solidFill>
                <a:srgbClr val="000000"/>
              </a:solidFill>
              <a:sym typeface="Wingdings" panose="05000000000000000000" pitchFamily="2" charset="2"/>
            </a:endParaRPr>
          </a:p>
          <a:p>
            <a:pPr eaLnBrk="0" fontAlgn="base" hangingPunct="0">
              <a:lnSpc>
                <a:spcPct val="150000"/>
              </a:lnSpc>
              <a:spcBef>
                <a:spcPct val="0"/>
              </a:spcBef>
              <a:spcAft>
                <a:spcPct val="0"/>
              </a:spcAft>
              <a:buFontTx/>
              <a:buNone/>
            </a:pPr>
            <a:r>
              <a:rPr altLang="en-US" b="1" dirty="0" sz="1800" kern="0" lang="zh-CN" smtClean="0">
                <a:solidFill>
                  <a:srgbClr val="000000"/>
                </a:solidFill>
                <a:sym typeface="Wingdings" panose="05000000000000000000" pitchFamily="2" charset="2"/>
              </a:rPr>
              <a:t>官能度            </a:t>
            </a:r>
            <a:r>
              <a:rPr altLang="zh-CN" b="1" dirty="0" sz="1800" kern="0" lang="en-US" smtClean="0">
                <a:solidFill>
                  <a:srgbClr val="000000"/>
                </a:solidFill>
                <a:sym typeface="Wingdings" panose="05000000000000000000" pitchFamily="2" charset="2"/>
              </a:rPr>
              <a:t>2                        </a:t>
            </a:r>
            <a:r>
              <a:rPr altLang="en-US" b="1" dirty="0" sz="1800" kern="0" lang="zh-CN" smtClean="0">
                <a:solidFill>
                  <a:srgbClr val="000000"/>
                </a:solidFill>
                <a:sym typeface="Wingdings" panose="05000000000000000000" pitchFamily="2" charset="2"/>
              </a:rPr>
              <a:t>：        </a:t>
            </a:r>
            <a:r>
              <a:rPr altLang="zh-CN" b="1" dirty="0" sz="1800" kern="0" lang="en-US" smtClean="0">
                <a:solidFill>
                  <a:srgbClr val="000000"/>
                </a:solidFill>
                <a:sym typeface="Wingdings" panose="05000000000000000000" pitchFamily="2" charset="2"/>
              </a:rPr>
              <a:t>3     </a:t>
            </a:r>
            <a:r>
              <a:rPr altLang="en-US" b="1" dirty="0" sz="1800" kern="0" lang="zh-CN" smtClean="0">
                <a:solidFill>
                  <a:srgbClr val="000000"/>
                </a:solidFill>
                <a:sym typeface="Wingdings" panose="05000000000000000000" pitchFamily="2" charset="2"/>
              </a:rPr>
              <a:t>：          </a:t>
            </a:r>
            <a:r>
              <a:rPr altLang="zh-CN" b="1" dirty="0" sz="1800" kern="0" lang="en-US" smtClean="0">
                <a:solidFill>
                  <a:srgbClr val="000000"/>
                </a:solidFill>
                <a:sym typeface="Wingdings" panose="05000000000000000000" pitchFamily="2" charset="2"/>
              </a:rPr>
              <a:t>2</a:t>
            </a:r>
            <a:endParaRPr altLang="zh-CN" b="1" dirty="0" sz="1800" kern="0" lang="en-US" smtClean="0">
              <a:solidFill>
                <a:srgbClr val="000000"/>
              </a:solidFill>
              <a:sym typeface="Wingdings" panose="05000000000000000000" pitchFamily="2" charset="2"/>
            </a:endParaRPr>
          </a:p>
          <a:p>
            <a:pPr eaLnBrk="0" fontAlgn="base" hangingPunct="0">
              <a:lnSpc>
                <a:spcPct val="150000"/>
              </a:lnSpc>
              <a:spcBef>
                <a:spcPct val="0"/>
              </a:spcBef>
              <a:spcAft>
                <a:spcPct val="0"/>
              </a:spcAft>
              <a:buFontTx/>
              <a:buNone/>
            </a:pPr>
            <a:r>
              <a:rPr altLang="en-US" b="1" dirty="0" sz="1800" kern="0" lang="zh-CN" smtClean="0">
                <a:solidFill>
                  <a:srgbClr val="000000"/>
                </a:solidFill>
                <a:sym typeface="Wingdings" panose="05000000000000000000" pitchFamily="2" charset="2"/>
              </a:rPr>
              <a:t>物质的量        </a:t>
            </a:r>
            <a:r>
              <a:rPr altLang="zh-CN" b="1" dirty="0" sz="1800" kern="0" lang="en-US" smtClean="0">
                <a:solidFill>
                  <a:srgbClr val="000000"/>
                </a:solidFill>
                <a:sym typeface="Wingdings" panose="05000000000000000000" pitchFamily="2" charset="2"/>
              </a:rPr>
              <a:t>1.5                    </a:t>
            </a:r>
            <a:r>
              <a:rPr altLang="en-US" b="1" dirty="0" sz="1800" kern="0" lang="zh-CN" smtClean="0">
                <a:solidFill>
                  <a:srgbClr val="000000"/>
                </a:solidFill>
                <a:sym typeface="Wingdings" panose="05000000000000000000" pitchFamily="2" charset="2"/>
              </a:rPr>
              <a:t> ：     </a:t>
            </a:r>
            <a:r>
              <a:rPr altLang="zh-CN" b="1" dirty="0" sz="1800" kern="0" lang="en-US" smtClean="0">
                <a:solidFill>
                  <a:srgbClr val="000000"/>
                </a:solidFill>
                <a:sym typeface="Wingdings" panose="05000000000000000000" pitchFamily="2" charset="2"/>
              </a:rPr>
              <a:t>0.99    </a:t>
            </a:r>
            <a:r>
              <a:rPr altLang="en-US" b="1" dirty="0" sz="1800" kern="0" lang="zh-CN" smtClean="0">
                <a:solidFill>
                  <a:srgbClr val="000000"/>
                </a:solidFill>
                <a:sym typeface="Wingdings" panose="05000000000000000000" pitchFamily="2" charset="2"/>
              </a:rPr>
              <a:t>：      </a:t>
            </a:r>
            <a:r>
              <a:rPr altLang="zh-CN" b="1" dirty="0" sz="1800" kern="0" lang="en-US" smtClean="0">
                <a:solidFill>
                  <a:srgbClr val="000000"/>
                </a:solidFill>
                <a:sym typeface="Wingdings" panose="05000000000000000000" pitchFamily="2" charset="2"/>
              </a:rPr>
              <a:t>0.002</a:t>
            </a:r>
            <a:endParaRPr altLang="zh-CN" b="1" dirty="0" sz="1800" kern="0" lang="en-US" smtClean="0">
              <a:solidFill>
                <a:srgbClr val="000000"/>
              </a:solidFill>
              <a:sym typeface="Wingdings" panose="05000000000000000000" pitchFamily="2" charset="2"/>
            </a:endParaRPr>
          </a:p>
          <a:p>
            <a:pPr eaLnBrk="0" fontAlgn="base" hangingPunct="0">
              <a:lnSpc>
                <a:spcPct val="150000"/>
              </a:lnSpc>
              <a:spcBef>
                <a:spcPct val="0"/>
              </a:spcBef>
              <a:spcAft>
                <a:spcPct val="0"/>
              </a:spcAft>
              <a:buFontTx/>
              <a:buNone/>
            </a:pPr>
            <a:r>
              <a:rPr altLang="en-US" b="1" dirty="0" sz="1800" kern="0" lang="zh-CN" smtClean="0">
                <a:solidFill>
                  <a:srgbClr val="000000"/>
                </a:solidFill>
                <a:sym typeface="Wingdings" panose="05000000000000000000" pitchFamily="2" charset="2"/>
              </a:rPr>
              <a:t>基团数            </a:t>
            </a:r>
            <a:r>
              <a:rPr altLang="zh-CN" b="1" dirty="0" sz="1800" kern="0" lang="en-US" smtClean="0">
                <a:solidFill>
                  <a:srgbClr val="000000"/>
                </a:solidFill>
                <a:sym typeface="Wingdings" panose="05000000000000000000" pitchFamily="2" charset="2"/>
              </a:rPr>
              <a:t>3                        </a:t>
            </a:r>
            <a:r>
              <a:rPr altLang="en-US" b="1" dirty="0" sz="1800" kern="0" lang="zh-CN" smtClean="0">
                <a:solidFill>
                  <a:srgbClr val="000000"/>
                </a:solidFill>
                <a:sym typeface="Wingdings" panose="05000000000000000000" pitchFamily="2" charset="2"/>
              </a:rPr>
              <a:t>：    </a:t>
            </a:r>
            <a:r>
              <a:rPr altLang="zh-CN" b="1" dirty="0" sz="1800" kern="0" lang="en-US" smtClean="0">
                <a:solidFill>
                  <a:srgbClr val="000000"/>
                </a:solidFill>
                <a:sym typeface="Wingdings" panose="05000000000000000000" pitchFamily="2" charset="2"/>
              </a:rPr>
              <a:t>2.97    </a:t>
            </a:r>
            <a:r>
              <a:rPr altLang="en-US" b="1" dirty="0" sz="1800" kern="0" lang="zh-CN" smtClean="0">
                <a:solidFill>
                  <a:srgbClr val="000000"/>
                </a:solidFill>
                <a:sym typeface="Wingdings" panose="05000000000000000000" pitchFamily="2" charset="2"/>
              </a:rPr>
              <a:t>：       </a:t>
            </a:r>
            <a:r>
              <a:rPr altLang="zh-CN" b="1" dirty="0" sz="1800" kern="0" lang="en-US" smtClean="0">
                <a:solidFill>
                  <a:srgbClr val="000000"/>
                </a:solidFill>
                <a:sym typeface="Wingdings" panose="05000000000000000000" pitchFamily="2" charset="2"/>
              </a:rPr>
              <a:t>0.004</a:t>
            </a:r>
            <a:endParaRPr altLang="zh-CN" b="1" dirty="0" sz="1800" kern="0" lang="en-US" smtClean="0">
              <a:solidFill>
                <a:srgbClr val="000000"/>
              </a:solidFill>
              <a:sym typeface="Wingdings" panose="05000000000000000000" pitchFamily="2" charset="2"/>
            </a:endParaRPr>
          </a:p>
          <a:p>
            <a:pPr eaLnBrk="0" fontAlgn="base" hangingPunct="0">
              <a:lnSpc>
                <a:spcPct val="150000"/>
              </a:lnSpc>
              <a:spcBef>
                <a:spcPct val="0"/>
              </a:spcBef>
              <a:spcAft>
                <a:spcPct val="0"/>
              </a:spcAft>
              <a:buFontTx/>
              <a:buNone/>
            </a:pPr>
            <a:r>
              <a:rPr altLang="en-US" b="1" dirty="0" sz="1800" kern="0" lang="zh-CN" smtClean="0">
                <a:solidFill>
                  <a:srgbClr val="000000"/>
                </a:solidFill>
                <a:sym typeface="Wingdings" panose="05000000000000000000" pitchFamily="2" charset="2"/>
              </a:rPr>
              <a:t>合计                </a:t>
            </a:r>
            <a:r>
              <a:rPr altLang="zh-CN" b="1" dirty="0" sz="1800" kern="0" lang="en-US" smtClean="0">
                <a:solidFill>
                  <a:srgbClr val="000000"/>
                </a:solidFill>
                <a:sym typeface="Wingdings" panose="05000000000000000000" pitchFamily="2" charset="2"/>
              </a:rPr>
              <a:t>3                        </a:t>
            </a:r>
            <a:r>
              <a:rPr altLang="en-US" b="1" dirty="0" sz="1800" kern="0" lang="zh-CN" smtClean="0">
                <a:solidFill>
                  <a:srgbClr val="000000"/>
                </a:solidFill>
                <a:sym typeface="Wingdings" panose="05000000000000000000" pitchFamily="2" charset="2"/>
              </a:rPr>
              <a:t>：           </a:t>
            </a:r>
            <a:r>
              <a:rPr altLang="zh-CN" b="1" dirty="0" sz="1800" kern="0" lang="en-US" smtClean="0">
                <a:solidFill>
                  <a:srgbClr val="000000"/>
                </a:solidFill>
                <a:sym typeface="Wingdings" panose="05000000000000000000" pitchFamily="2" charset="2"/>
              </a:rPr>
              <a:t>2.974</a:t>
            </a:r>
            <a:endParaRPr altLang="zh-CN" b="1" dirty="0" sz="1800" kern="0" lang="en-US" smtClean="0">
              <a:solidFill>
                <a:srgbClr val="000000"/>
              </a:solidFill>
              <a:sym typeface="Wingdings" panose="05000000000000000000" pitchFamily="2" charset="2"/>
            </a:endParaRPr>
          </a:p>
          <a:p>
            <a:pPr eaLnBrk="0" fontAlgn="base" hangingPunct="0">
              <a:spcBef>
                <a:spcPct val="0"/>
              </a:spcBef>
              <a:spcAft>
                <a:spcPct val="0"/>
              </a:spcAft>
              <a:buFontTx/>
              <a:buNone/>
            </a:pPr>
            <a:r>
              <a:rPr altLang="zh-CN" b="1" dirty="0" sz="1800" kern="0" lang="en-US" smtClean="0">
                <a:solidFill>
                  <a:srgbClr val="000000"/>
                </a:solidFill>
                <a:sym typeface="Wingdings" panose="05000000000000000000" pitchFamily="2" charset="2"/>
              </a:rPr>
              <a:t>   </a:t>
            </a:r>
            <a:endParaRPr altLang="en-US" b="1" dirty="0" sz="1800" kern="0" lang="zh-CN" smtClean="0">
              <a:solidFill>
                <a:srgbClr val="000000"/>
              </a:solidFill>
              <a:sym typeface="Wingdings" panose="05000000000000000000" pitchFamily="2" charset="2"/>
            </a:endParaRPr>
          </a:p>
          <a:p>
            <a:pPr eaLnBrk="0" fontAlgn="base" hangingPunct="0">
              <a:spcBef>
                <a:spcPct val="0"/>
              </a:spcBef>
              <a:spcAft>
                <a:spcPct val="0"/>
              </a:spcAft>
              <a:buFontTx/>
              <a:buNone/>
            </a:pPr>
            <a:endParaRPr altLang="en-US" b="1" dirty="0" sz="1800" kern="0" lang="zh-CN" smtClean="0">
              <a:solidFill>
                <a:srgbClr val="000000"/>
              </a:solidFill>
              <a:sym typeface="Wingdings" panose="05000000000000000000" pitchFamily="2" charset="2"/>
            </a:endParaRPr>
          </a:p>
        </p:txBody>
      </p:sp>
      <p:graphicFrame>
        <p:nvGraphicFramePr>
          <p:cNvPr id="4194315" name="Object 16"/>
          <p:cNvGraphicFramePr>
            <a:graphicFrameLocks noChangeAspect="1"/>
          </p:cNvGraphicFramePr>
          <p:nvPr/>
        </p:nvGraphicFramePr>
        <p:xfrm>
          <a:off x="7349892" y="3857172"/>
          <a:ext cx="2878138" cy="2238375"/>
        </p:xfrm>
        <a:graphic>
          <a:graphicData uri="http://schemas.openxmlformats.org/presentationml/2006/ole">
            <mc:AlternateContent xmlns:mc="http://schemas.openxmlformats.org/markup-compatibility/2006">
              <mc:Choice xmlns:v="urn:schemas-microsoft-com:vml" Requires="v">
                <p:oleObj name="公式" r:id="rId1" spid="_x0000_s7216" imgH="1574800" imgW="1981200" progId="Equation.3">
                  <p:embed/>
                </p:oleObj>
              </mc:Choice>
              <mc:Fallback>
                <p:oleObj name="公式" r:id="rId1" imgH="1574800" imgW="1981200" progId="Equation.3">
                  <p:embed/>
                  <p:pic>
                    <p:nvPicPr>
                      <p:cNvPr id="2097189" name="图片 7215"/>
                      <p:cNvPicPr>
                        <a:picLocks noChangeAspect="1" noChangeArrowheads="1"/>
                      </p:cNvPicPr>
                      <p:nvPr/>
                    </p:nvPicPr>
                    <p:blipFill>
                      <a:blip xmlns:r="http://schemas.openxmlformats.org/officeDocument/2006/relationships" r:embed="rId2"/>
                      <a:srcRect/>
                      <a:stretch>
                        <a:fillRect/>
                      </a:stretch>
                    </p:blipFill>
                    <p:spPr bwMode="auto">
                      <a:xfrm>
                        <a:off x="7349892" y="3857172"/>
                        <a:ext cx="2878138" cy="2238375"/>
                      </a:xfrm>
                      <a:prstGeom prst="rect"/>
                      <a:solidFill>
                        <a:srgbClr val="BBE0E3"/>
                      </a:solidFill>
                      <a:ln>
                        <a:noFill/>
                      </a:ln>
                    </p:spPr>
                  </p:pic>
                </p:oleObj>
              </mc:Fallback>
            </mc:AlternateContent>
          </a:graphicData>
        </a:graphic>
      </p:graphicFrame>
      <p:graphicFrame>
        <p:nvGraphicFramePr>
          <p:cNvPr id="4194316" name="Object 18"/>
          <p:cNvGraphicFramePr>
            <a:graphicFrameLocks noChangeAspect="1"/>
          </p:cNvGraphicFramePr>
          <p:nvPr/>
        </p:nvGraphicFramePr>
        <p:xfrm>
          <a:off x="3048953" y="4373427"/>
          <a:ext cx="2724150" cy="1206500"/>
        </p:xfrm>
        <a:graphic>
          <a:graphicData uri="http://schemas.openxmlformats.org/presentationml/2006/ole">
            <mc:AlternateContent xmlns:mc="http://schemas.openxmlformats.org/markup-compatibility/2006">
              <mc:Choice xmlns:v="urn:schemas-microsoft-com:vml" Requires="v">
                <p:oleObj name="公式" r:id="rId3" spid="_x0000_s7217" imgH="838200" imgW="1892300" progId="Equation.3">
                  <p:embed/>
                </p:oleObj>
              </mc:Choice>
              <mc:Fallback>
                <p:oleObj name="公式" r:id="rId3" imgH="838200" imgW="1892300" progId="Equation.3">
                  <p:embed/>
                  <p:pic>
                    <p:nvPicPr>
                      <p:cNvPr id="2097190" name="图片 7216"/>
                      <p:cNvPicPr>
                        <a:picLocks noChangeAspect="1" noChangeArrowheads="1"/>
                      </p:cNvPicPr>
                      <p:nvPr/>
                    </p:nvPicPr>
                    <p:blipFill>
                      <a:blip xmlns:r="http://schemas.openxmlformats.org/officeDocument/2006/relationships" r:embed="rId4"/>
                      <a:srcRect/>
                      <a:stretch>
                        <a:fillRect/>
                      </a:stretch>
                    </p:blipFill>
                    <p:spPr bwMode="auto">
                      <a:xfrm>
                        <a:off x="3048953" y="4373427"/>
                        <a:ext cx="2724150" cy="1206500"/>
                      </a:xfrm>
                      <a:prstGeom prst="rect"/>
                      <a:solidFill>
                        <a:srgbClr val="BBE0E3"/>
                      </a:solidFill>
                      <a:ln>
                        <a:noFill/>
                      </a:ln>
                    </p:spPr>
                  </p:pic>
                </p:oleObj>
              </mc:Fallback>
            </mc:AlternateContent>
          </a:graphicData>
        </a:graphic>
      </p:graphicFrame>
      <p:sp>
        <p:nvSpPr>
          <p:cNvPr id="1048657" name="文本框 1"/>
          <p:cNvSpPr txBox="1"/>
          <p:nvPr/>
        </p:nvSpPr>
        <p:spPr>
          <a:xfrm>
            <a:off x="2021205" y="3699510"/>
            <a:ext cx="4869180" cy="358140"/>
          </a:xfrm>
          <a:prstGeom prst="rect"/>
          <a:noFill/>
        </p:spPr>
        <p:txBody>
          <a:bodyPr rtlCol="0" wrap="none">
            <a:spAutoFit/>
          </a:bodyPr>
          <a:p>
            <a:pPr algn="l"/>
            <a:r>
              <a:rPr altLang="zh-CN" b="1" dirty="0" kern="0" lang="en-US" smtClean="0">
                <a:solidFill>
                  <a:schemeClr val="tx1"/>
                </a:solidFill>
                <a:sym typeface="Wingdings" panose="05000000000000000000" pitchFamily="2" charset="2"/>
              </a:rPr>
              <a:t> 3 &gt; 2.97 + 0.004 </a:t>
            </a:r>
            <a:r>
              <a:rPr altLang="en-US" b="1" dirty="0" kern="0" lang="zh-CN" smtClean="0">
                <a:solidFill>
                  <a:schemeClr val="tx1"/>
                </a:solidFill>
                <a:sym typeface="Wingdings" panose="05000000000000000000" pitchFamily="2" charset="2"/>
              </a:rPr>
              <a:t>所以羧基过量</a:t>
            </a:r>
            <a:r>
              <a:rPr altLang="zh-CN" b="1" dirty="0" kern="0" lang="en-US" smtClean="0">
                <a:solidFill>
                  <a:schemeClr val="tx1"/>
                </a:solidFill>
                <a:sym typeface="Wingdings" panose="05000000000000000000" pitchFamily="2" charset="2"/>
              </a:rPr>
              <a:t>,</a:t>
            </a:r>
            <a:r>
              <a:rPr altLang="en-US" b="1" dirty="0" kern="0" lang="zh-CN" smtClean="0">
                <a:solidFill>
                  <a:schemeClr val="tx1"/>
                </a:solidFill>
                <a:sym typeface="Wingdings" panose="05000000000000000000" pitchFamily="2" charset="2"/>
              </a:rPr>
              <a:t>故按羟基计算</a:t>
            </a:r>
            <a:endParaRPr altLang="en-US" b="1" dirty="0" kern="0" lang="zh-CN" smtClean="0">
              <a:solidFill>
                <a:schemeClr val="tx1"/>
              </a:solidFill>
              <a:sym typeface="Wingdings" panose="05000000000000000000" pitchFamily="2" charset="2"/>
            </a:endParaRPr>
          </a:p>
        </p:txBody>
      </p:sp>
      <p:sp>
        <p:nvSpPr>
          <p:cNvPr id="1048658" name="文本框 2"/>
          <p:cNvSpPr txBox="1"/>
          <p:nvPr/>
        </p:nvSpPr>
        <p:spPr>
          <a:xfrm>
            <a:off x="3709035" y="3244850"/>
            <a:ext cx="2167890" cy="368300"/>
          </a:xfrm>
          <a:prstGeom prst="rect"/>
          <a:noFill/>
        </p:spPr>
        <p:txBody>
          <a:bodyPr rtlCol="0" wrap="square">
            <a:spAutoFit/>
          </a:bodyPr>
          <a:p>
            <a:r>
              <a:rPr altLang="zh-CN" b="1" dirty="0" kern="0" lang="en-US"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Carothers</a:t>
            </a:r>
            <a:r>
              <a:rPr altLang="zh-CN" b="1" dirty="0" kern="0" lang="en-US" smtClean="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endParaRPr altLang="en-US" lang="zh-CN"/>
          </a:p>
        </p:txBody>
      </p: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4" name=""/>
        <p:cNvGrpSpPr/>
        <p:nvPr/>
      </p:nvGrpSpPr>
      <p:grpSpPr>
        <a:xfrm/>
      </p:grpSpPr>
      <p:sp>
        <p:nvSpPr>
          <p:cNvPr id="1048659" name="文本框 7"/>
          <p:cNvSpPr txBox="1"/>
          <p:nvPr/>
        </p:nvSpPr>
        <p:spPr>
          <a:xfrm>
            <a:off x="1297305" y="606425"/>
            <a:ext cx="4361180" cy="447040"/>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2.3 </a:t>
            </a:r>
            <a:r>
              <a:rPr altLang="en-US" b="1" sz="2400" lang="zh-CN">
                <a:solidFill>
                  <a:schemeClr val="tx1"/>
                </a:solidFill>
                <a:latin typeface="Times New Roman" panose="02020603050405020304" pitchFamily="18" charset="0"/>
                <a:ea typeface="宋体" panose="02010600030101010101" pitchFamily="2" charset="-122"/>
              </a:rPr>
              <a:t>缩聚和逐步聚合的实施方法</a:t>
            </a:r>
            <a:endParaRPr altLang="en-US" b="1" sz="2400" lang="zh-CN">
              <a:solidFill>
                <a:schemeClr val="tx1"/>
              </a:solidFill>
              <a:latin typeface="Times New Roman" panose="02020603050405020304" pitchFamily="18" charset="0"/>
              <a:ea typeface="宋体" panose="02010600030101010101" pitchFamily="2" charset="-122"/>
            </a:endParaRPr>
          </a:p>
        </p:txBody>
      </p:sp>
      <p:sp>
        <p:nvSpPr>
          <p:cNvPr id="1048660" name="文本框 8"/>
          <p:cNvSpPr txBox="1"/>
          <p:nvPr/>
        </p:nvSpPr>
        <p:spPr>
          <a:xfrm>
            <a:off x="1544320" y="1305560"/>
            <a:ext cx="9103995" cy="4663440"/>
          </a:xfrm>
          <a:prstGeom prst="rect"/>
          <a:noFill/>
        </p:spPr>
        <p:txBody>
          <a:bodyPr anchor="t" rtlCol="0" wrap="square">
            <a:spAutoFit/>
          </a:bodyPr>
          <a:p>
            <a:pPr fontAlgn="auto" indent="-342900" marL="342900">
              <a:lnSpc>
                <a:spcPct val="150000"/>
              </a:lnSpc>
              <a:buFont typeface="Wingdings" panose="05000000000000000000" charset="0"/>
              <a:buChar char="Ø"/>
            </a:pPr>
            <a:r>
              <a:rPr altLang="en-US" sz="2000" lang="zh-CN">
                <a:solidFill>
                  <a:schemeClr val="tx1"/>
                </a:solidFill>
                <a:latin typeface="Times New Roman" panose="02020603050405020304" pitchFamily="18" charset="0"/>
                <a:ea typeface="宋体" panose="02010600030101010101" pitchFamily="2" charset="-122"/>
              </a:rPr>
              <a:t>熔融缩聚（Melt Polycondensation）：高于单体和缩聚物的熔点聚合，即反应在熔融状态下进行。</a:t>
            </a:r>
            <a:endParaRPr altLang="en-US" sz="2000" lang="zh-CN">
              <a:solidFill>
                <a:schemeClr val="tx1"/>
              </a:solidFill>
              <a:latin typeface="Times New Roman" panose="02020603050405020304" pitchFamily="18" charset="0"/>
              <a:ea typeface="宋体" panose="02010600030101010101" pitchFamily="2" charset="-122"/>
            </a:endParaRPr>
          </a:p>
          <a:p>
            <a:pPr fontAlgn="auto" indent="-342900" marL="342900">
              <a:lnSpc>
                <a:spcPct val="150000"/>
              </a:lnSpc>
              <a:buFont typeface="Wingdings" panose="05000000000000000000" charset="0"/>
              <a:buChar char="Ø"/>
            </a:pPr>
            <a:r>
              <a:rPr altLang="en-US" sz="2000" lang="zh-CN">
                <a:solidFill>
                  <a:schemeClr val="tx1"/>
                </a:solidFill>
                <a:latin typeface="Times New Roman" panose="02020603050405020304" pitchFamily="18" charset="0"/>
                <a:ea typeface="宋体" panose="02010600030101010101" pitchFamily="2" charset="-122"/>
              </a:rPr>
              <a:t>溶液缩聚（Solution Polycondensation）：单体加适当催化剂在溶剂中呈溶液状态进行的缩聚。</a:t>
            </a:r>
            <a:endParaRPr altLang="en-US" sz="2000" lang="zh-CN">
              <a:solidFill>
                <a:schemeClr val="tx1"/>
              </a:solidFill>
              <a:latin typeface="Times New Roman" panose="02020603050405020304" pitchFamily="18" charset="0"/>
              <a:ea typeface="宋体" panose="02010600030101010101" pitchFamily="2" charset="-122"/>
            </a:endParaRPr>
          </a:p>
          <a:p>
            <a:pPr fontAlgn="auto" indent="-342900" marL="342900">
              <a:lnSpc>
                <a:spcPct val="150000"/>
              </a:lnSpc>
              <a:buFont typeface="Wingdings" panose="05000000000000000000" charset="0"/>
              <a:buChar char="Ø"/>
            </a:pPr>
            <a:r>
              <a:rPr altLang="en-US" sz="2000" lang="zh-CN">
                <a:solidFill>
                  <a:schemeClr val="tx1"/>
                </a:solidFill>
                <a:latin typeface="Times New Roman" panose="02020603050405020304" pitchFamily="18" charset="0"/>
                <a:ea typeface="宋体" panose="02010600030101010101" pitchFamily="2" charset="-122"/>
              </a:rPr>
              <a:t>界面缩聚（Interfacial Polycondensation）：两种单体分别溶解于两不互溶的溶剂中，反应在两相界面上进行的缩聚。</a:t>
            </a:r>
            <a:endParaRPr altLang="en-US" sz="2000" lang="zh-CN">
              <a:solidFill>
                <a:schemeClr val="tx1"/>
              </a:solidFill>
              <a:latin typeface="Times New Roman" panose="02020603050405020304" pitchFamily="18" charset="0"/>
              <a:ea typeface="宋体" panose="02010600030101010101" pitchFamily="2" charset="-122"/>
            </a:endParaRPr>
          </a:p>
          <a:p>
            <a:pPr fontAlgn="auto" indent="-342900" marL="342900">
              <a:lnSpc>
                <a:spcPct val="150000"/>
              </a:lnSpc>
              <a:buFont typeface="Wingdings" panose="05000000000000000000" charset="0"/>
              <a:buChar char="Ø"/>
            </a:pPr>
            <a:r>
              <a:rPr altLang="en-US" sz="2000" lang="zh-CN">
                <a:solidFill>
                  <a:schemeClr val="tx1"/>
                </a:solidFill>
                <a:latin typeface="Times New Roman" panose="02020603050405020304" pitchFamily="18" charset="0"/>
                <a:ea typeface="宋体" panose="02010600030101010101" pitchFamily="2" charset="-122"/>
              </a:rPr>
              <a:t>固相缩聚（Solid Phase Polycondensation）：在玻璃化转变温度以上，原料和聚合物熔点以下进行的缩聚反应为固相缩聚。</a:t>
            </a:r>
            <a:endParaRPr altLang="en-US" sz="2000" lang="zh-CN">
              <a:solidFill>
                <a:schemeClr val="tx1"/>
              </a:solidFill>
              <a:latin typeface="Times New Roman" panose="02020603050405020304" pitchFamily="18" charset="0"/>
              <a:ea typeface="宋体" panose="02010600030101010101" pitchFamily="2" charset="-122"/>
            </a:endParaRPr>
          </a:p>
          <a:p>
            <a:pPr fontAlgn="auto" indent="-342900" marL="342900">
              <a:lnSpc>
                <a:spcPct val="150000"/>
              </a:lnSpc>
              <a:buFont typeface="Wingdings" panose="05000000000000000000" charset="0"/>
              <a:buChar char="Ø"/>
            </a:pPr>
            <a:r>
              <a:rPr altLang="en-US" sz="2000" lang="zh-CN">
                <a:solidFill>
                  <a:schemeClr val="tx1"/>
                </a:solidFill>
                <a:latin typeface="Times New Roman" panose="02020603050405020304" pitchFamily="18" charset="0"/>
                <a:ea typeface="宋体" panose="02010600030101010101" pitchFamily="2" charset="-122"/>
              </a:rPr>
              <a:t>乳液缩聚（Emulsion Polycondensation)</a:t>
            </a:r>
            <a:r>
              <a:rPr altLang="zh-CN" sz="2000" lang="en-US">
                <a:solidFill>
                  <a:schemeClr val="tx1"/>
                </a:solidFill>
                <a:latin typeface="Times New Roman" panose="02020603050405020304" pitchFamily="18" charset="0"/>
                <a:ea typeface="宋体" panose="02010600030101010101" pitchFamily="2" charset="-122"/>
              </a:rPr>
              <a:t>:反应包括两个液相，是多相体系，形成聚合物的缩聚反应在其中一相中进行（称为反应相）。</a:t>
            </a:r>
            <a:endParaRPr altLang="zh-CN" sz="2000" lang="en-US">
              <a:solidFill>
                <a:schemeClr val="tx1"/>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5" name=""/>
        <p:cNvGrpSpPr/>
        <p:nvPr/>
      </p:nvGrpSpPr>
      <p:grpSpPr>
        <a:xfrm/>
      </p:grpSpPr>
      <p:sp>
        <p:nvSpPr>
          <p:cNvPr id="1048661" name="文本框 1"/>
          <p:cNvSpPr txBox="1"/>
          <p:nvPr/>
        </p:nvSpPr>
        <p:spPr>
          <a:xfrm>
            <a:off x="949960" y="757555"/>
            <a:ext cx="3383280" cy="521970"/>
          </a:xfrm>
          <a:prstGeom prst="rect"/>
          <a:noFill/>
        </p:spPr>
        <p:txBody>
          <a:bodyPr rtlCol="0" wrap="none">
            <a:spAutoFit/>
          </a:bodyPr>
          <a:p>
            <a:r>
              <a:rPr altLang="en-US" sz="2800" lang="zh-CN">
                <a:latin typeface="宋体" panose="02010600030101010101" pitchFamily="2" charset="-122"/>
                <a:ea typeface="宋体" panose="02010600030101010101" pitchFamily="2" charset="-122"/>
              </a:rPr>
              <a:t>第三章：自由基聚合</a:t>
            </a:r>
            <a:endParaRPr altLang="en-US" sz="2800" lang="zh-CN">
              <a:latin typeface="宋体" panose="02010600030101010101" pitchFamily="2" charset="-122"/>
              <a:ea typeface="宋体" panose="02010600030101010101" pitchFamily="2" charset="-122"/>
            </a:endParaRPr>
          </a:p>
        </p:txBody>
      </p:sp>
      <p:sp>
        <p:nvSpPr>
          <p:cNvPr id="1048662" name="文本框 3"/>
          <p:cNvSpPr txBox="1"/>
          <p:nvPr/>
        </p:nvSpPr>
        <p:spPr>
          <a:xfrm>
            <a:off x="1311910" y="1580515"/>
            <a:ext cx="1821179" cy="447040"/>
          </a:xfrm>
          <a:prstGeom prst="rect"/>
          <a:noFill/>
        </p:spPr>
        <p:txBody>
          <a:bodyPr rtlCol="0" wrap="none">
            <a:spAutoFit/>
          </a:bodyPr>
          <a:p>
            <a:r>
              <a:rPr altLang="zh-CN" b="1" sz="2400" lang="en-US">
                <a:solidFill>
                  <a:schemeClr val="tx1"/>
                </a:solidFill>
                <a:latin typeface="Times New Roman" panose="02020603050405020304" pitchFamily="18" charset="0"/>
                <a:ea typeface="宋体" panose="02010600030101010101" pitchFamily="2" charset="-122"/>
              </a:rPr>
              <a:t>3.1</a:t>
            </a:r>
            <a:r>
              <a:rPr altLang="en-US" b="1" sz="2400" lang="zh-CN">
                <a:solidFill>
                  <a:schemeClr val="tx1"/>
                </a:solidFill>
                <a:latin typeface="Times New Roman" panose="02020603050405020304" pitchFamily="18" charset="0"/>
                <a:ea typeface="宋体" panose="02010600030101010101" pitchFamily="2" charset="-122"/>
              </a:rPr>
              <a:t>名词解释</a:t>
            </a:r>
            <a:endParaRPr altLang="en-US" b="1" sz="2400" lang="zh-CN">
              <a:solidFill>
                <a:schemeClr val="tx1"/>
              </a:solidFill>
              <a:latin typeface="Times New Roman" panose="02020603050405020304" pitchFamily="18" charset="0"/>
              <a:ea typeface="宋体" panose="02010600030101010101" pitchFamily="2" charset="-122"/>
            </a:endParaRPr>
          </a:p>
        </p:txBody>
      </p:sp>
      <p:sp>
        <p:nvSpPr>
          <p:cNvPr id="1048663" name="文本框 2"/>
          <p:cNvSpPr txBox="1"/>
          <p:nvPr/>
        </p:nvSpPr>
        <p:spPr>
          <a:xfrm>
            <a:off x="406400" y="2040890"/>
            <a:ext cx="11435080" cy="3253740"/>
          </a:xfrm>
          <a:prstGeom prst="rect"/>
          <a:noFill/>
        </p:spPr>
        <p:txBody>
          <a:bodyPr rtlCol="0" wrap="none">
            <a:spAutoFit/>
          </a:bodyPr>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半衰期</a:t>
            </a:r>
            <a:r>
              <a:rPr altLang="zh-CN" dirty="0" sz="2000" lang="en-US">
                <a:solidFill>
                  <a:schemeClr val="tx1"/>
                </a:solidFill>
                <a:latin typeface="Times New Roman" panose="02020603050405020304" pitchFamily="18" charset="0"/>
                <a:ea typeface="宋体" panose="02010600030101010101" pitchFamily="2" charset="-122"/>
                <a:sym typeface="+mn-ea"/>
              </a:rPr>
              <a:t>（Half Life）</a:t>
            </a:r>
            <a:r>
              <a:rPr altLang="en-US" dirty="0" sz="2000" lang="zh-CN">
                <a:solidFill>
                  <a:schemeClr val="tx1"/>
                </a:solidFill>
                <a:latin typeface="Times New Roman" panose="02020603050405020304" pitchFamily="18" charset="0"/>
                <a:ea typeface="宋体" panose="02010600030101010101" pitchFamily="2" charset="-122"/>
                <a:sym typeface="+mn-ea"/>
              </a:rPr>
              <a:t>：引发剂分解起至起始浓度一半所需的时间，以</a:t>
            </a:r>
            <a:r>
              <a:rPr altLang="zh-CN" dirty="0" sz="2000" lang="en-US">
                <a:solidFill>
                  <a:schemeClr val="tx1"/>
                </a:solidFill>
                <a:latin typeface="Times New Roman" panose="02020603050405020304" pitchFamily="18" charset="0"/>
                <a:ea typeface="宋体" panose="02010600030101010101" pitchFamily="2" charset="-122"/>
                <a:sym typeface="+mn-ea"/>
              </a:rPr>
              <a:t>t</a:t>
            </a:r>
            <a:r>
              <a:rPr altLang="zh-CN" baseline="-30000" dirty="0" sz="2000" lang="en-US">
                <a:solidFill>
                  <a:schemeClr val="tx1"/>
                </a:solidFill>
                <a:latin typeface="Times New Roman" panose="02020603050405020304" pitchFamily="18" charset="0"/>
                <a:ea typeface="宋体" panose="02010600030101010101" pitchFamily="2" charset="-122"/>
                <a:sym typeface="+mn-ea"/>
              </a:rPr>
              <a:t>1/2</a:t>
            </a:r>
            <a:r>
              <a:rPr altLang="en-US" dirty="0" sz="2000" lang="zh-CN">
                <a:solidFill>
                  <a:schemeClr val="tx1"/>
                </a:solidFill>
                <a:latin typeface="Times New Roman" panose="02020603050405020304" pitchFamily="18" charset="0"/>
                <a:ea typeface="宋体" panose="02010600030101010101" pitchFamily="2" charset="-122"/>
                <a:sym typeface="+mn-ea"/>
              </a:rPr>
              <a:t>表示</a:t>
            </a:r>
            <a:r>
              <a:rPr altLang="zh-CN" dirty="0" sz="2000" lang="en-US">
                <a:solidFill>
                  <a:schemeClr val="tx1"/>
                </a:solidFill>
                <a:latin typeface="Times New Roman" panose="02020603050405020304" pitchFamily="18" charset="0"/>
                <a:ea typeface="宋体" panose="02010600030101010101" pitchFamily="2" charset="-122"/>
                <a:sym typeface="+mn-ea"/>
              </a:rPr>
              <a:t>。</a:t>
            </a:r>
            <a:endParaRPr altLang="zh-CN" dirty="0" sz="2000" lang="en-US">
              <a:solidFill>
                <a:schemeClr val="tx1"/>
              </a:solidFill>
              <a:latin typeface="Times New Roman" panose="02020603050405020304" pitchFamily="18" charset="0"/>
              <a:ea typeface="宋体" panose="02010600030101010101" pitchFamily="2" charset="-122"/>
              <a:sym typeface="+mn-ea"/>
            </a:endParaRPr>
          </a:p>
          <a:p>
            <a:pPr algn="l" fontAlgn="auto" indent="-342900" lvl="0" marL="342900">
              <a:lnSpc>
                <a:spcPct val="150000"/>
              </a:lnSpc>
              <a:spcBef>
                <a:spcPct val="50000"/>
              </a:spcBef>
              <a:buClrTx/>
              <a:buSzTx/>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引发剂效率（</a:t>
            </a:r>
            <a:r>
              <a:rPr altLang="zh-CN" dirty="0" sz="2000" lang="en-US">
                <a:solidFill>
                  <a:schemeClr val="tx1"/>
                </a:solidFill>
                <a:latin typeface="Times New Roman" panose="02020603050405020304" pitchFamily="18" charset="0"/>
                <a:ea typeface="宋体" panose="02010600030101010101" pitchFamily="2" charset="-122"/>
                <a:sym typeface="+mn-ea"/>
              </a:rPr>
              <a:t>Initiation Efficiency, f ）:</a:t>
            </a:r>
            <a:r>
              <a:rPr altLang="en-US" dirty="0" sz="2000" lang="zh-CN">
                <a:solidFill>
                  <a:schemeClr val="tx1"/>
                </a:solidFill>
                <a:latin typeface="Times New Roman" panose="02020603050405020304" pitchFamily="18" charset="0"/>
                <a:ea typeface="宋体" panose="02010600030101010101" pitchFamily="2" charset="-122"/>
                <a:sym typeface="+mn-ea"/>
              </a:rPr>
              <a:t>引发聚合部份占引发剂分解总量的分率.</a:t>
            </a:r>
            <a:endParaRPr altLang="en-US" dirty="0" sz="20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笼蔽效应（</a:t>
            </a:r>
            <a:r>
              <a:rPr altLang="zh-CN" dirty="0" sz="2000" lang="en-US">
                <a:solidFill>
                  <a:schemeClr val="tx1"/>
                </a:solidFill>
                <a:latin typeface="Times New Roman" panose="02020603050405020304" pitchFamily="18" charset="0"/>
                <a:ea typeface="宋体" panose="02010600030101010101" pitchFamily="2" charset="-122"/>
                <a:sym typeface="+mn-ea"/>
              </a:rPr>
              <a:t>Cage Effect）</a:t>
            </a:r>
            <a:r>
              <a:rPr altLang="en-US" dirty="0" sz="2000" lang="zh-CN">
                <a:solidFill>
                  <a:schemeClr val="tx1"/>
                </a:solidFill>
                <a:latin typeface="Times New Roman" panose="02020603050405020304" pitchFamily="18" charset="0"/>
                <a:ea typeface="宋体" panose="02010600030101010101" pitchFamily="2" charset="-122"/>
                <a:sym typeface="+mn-ea"/>
              </a:rPr>
              <a:t>：在聚合体系中，引发剂的浓度相对很低，引发剂分子处于单体或溶剂</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algn="l" fontAlgn="auto" indent="0">
              <a:lnSpc>
                <a:spcPct val="150000"/>
              </a:lnSpc>
              <a:buFont typeface="Wingdings" panose="05000000000000000000" charset="0"/>
              <a:buNone/>
            </a:pPr>
            <a:r>
              <a:rPr altLang="en-US" dirty="0" sz="2000" lang="zh-CN">
                <a:solidFill>
                  <a:schemeClr val="tx1"/>
                </a:solidFill>
                <a:latin typeface="Times New Roman" panose="02020603050405020304" pitchFamily="18" charset="0"/>
                <a:ea typeface="宋体" panose="02010600030101010101" pitchFamily="2" charset="-122"/>
                <a:sym typeface="+mn-ea"/>
              </a:rPr>
              <a:t>    的笼子包围中，初级自由基形成后，像处在笼子中一样，而自由基在笼子内的平均寿命约为10</a:t>
            </a:r>
            <a:r>
              <a:rPr altLang="en-US" baseline="30000" dirty="0" sz="2000" lang="zh-CN">
                <a:solidFill>
                  <a:schemeClr val="tx1"/>
                </a:solidFill>
                <a:latin typeface="Times New Roman" panose="02020603050405020304" pitchFamily="18" charset="0"/>
                <a:ea typeface="宋体" panose="02010600030101010101" pitchFamily="2" charset="-122"/>
                <a:sym typeface="+mn-ea"/>
              </a:rPr>
              <a:t>-11</a:t>
            </a:r>
            <a:r>
              <a:rPr altLang="en-US" dirty="0" sz="2000" lang="zh-CN">
                <a:solidFill>
                  <a:schemeClr val="tx1"/>
                </a:solidFill>
                <a:latin typeface="Times New Roman" panose="02020603050405020304" pitchFamily="18" charset="0"/>
                <a:ea typeface="宋体" panose="02010600030101010101" pitchFamily="2" charset="-122"/>
                <a:sym typeface="+mn-ea"/>
              </a:rPr>
              <a:t>～</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algn="l" fontAlgn="auto" indent="0">
              <a:lnSpc>
                <a:spcPct val="150000"/>
              </a:lnSpc>
              <a:buFont typeface="Wingdings" panose="05000000000000000000" charset="0"/>
              <a:buNone/>
            </a:pPr>
            <a:r>
              <a:rPr altLang="en-US" dirty="0" sz="2000" lang="zh-CN">
                <a:solidFill>
                  <a:schemeClr val="tx1"/>
                </a:solidFill>
                <a:latin typeface="Times New Roman" panose="02020603050405020304" pitchFamily="18" charset="0"/>
                <a:ea typeface="宋体" panose="02010600030101010101" pitchFamily="2" charset="-122"/>
                <a:sym typeface="+mn-ea"/>
              </a:rPr>
              <a:t>     10</a:t>
            </a:r>
            <a:r>
              <a:rPr altLang="en-US" baseline="30000" dirty="0" sz="2000" lang="zh-CN">
                <a:solidFill>
                  <a:schemeClr val="tx1"/>
                </a:solidFill>
                <a:latin typeface="Times New Roman" panose="02020603050405020304" pitchFamily="18" charset="0"/>
                <a:ea typeface="宋体" panose="02010600030101010101" pitchFamily="2" charset="-122"/>
                <a:sym typeface="+mn-ea"/>
              </a:rPr>
              <a:t>-9</a:t>
            </a:r>
            <a:r>
              <a:rPr altLang="zh-CN" dirty="0" sz="2000" lang="en-US">
                <a:solidFill>
                  <a:schemeClr val="tx1"/>
                </a:solidFill>
                <a:latin typeface="Times New Roman" panose="02020603050405020304" pitchFamily="18" charset="0"/>
                <a:ea typeface="宋体" panose="02010600030101010101" pitchFamily="2" charset="-122"/>
                <a:sym typeface="+mn-ea"/>
              </a:rPr>
              <a:t>s，</a:t>
            </a:r>
            <a:r>
              <a:rPr altLang="en-US" dirty="0" sz="2000" lang="zh-CN">
                <a:solidFill>
                  <a:schemeClr val="tx1"/>
                </a:solidFill>
                <a:latin typeface="Times New Roman" panose="02020603050405020304" pitchFamily="18" charset="0"/>
                <a:ea typeface="宋体" panose="02010600030101010101" pitchFamily="2" charset="-122"/>
                <a:sym typeface="+mn-ea"/>
              </a:rPr>
              <a:t>若不能及时扩散出来，就可能发生副反应而形成稳定分子，使引发剂效率降低。</a:t>
            </a:r>
            <a:endParaRPr altLang="zh-CN" dirty="0" sz="2000" lang="en-US">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热引发（</a:t>
            </a:r>
            <a:r>
              <a:rPr altLang="zh-CN" dirty="0" sz="2000" lang="en-US">
                <a:solidFill>
                  <a:schemeClr val="tx1"/>
                </a:solidFill>
                <a:latin typeface="Times New Roman" panose="02020603050405020304" pitchFamily="18" charset="0"/>
                <a:ea typeface="宋体" panose="02010600030101010101" pitchFamily="2" charset="-122"/>
                <a:sym typeface="+mn-ea"/>
              </a:rPr>
              <a:t>Thermal Initiation）</a:t>
            </a:r>
            <a:r>
              <a:rPr altLang="en-US" dirty="0" sz="2000" lang="zh-CN">
                <a:solidFill>
                  <a:schemeClr val="tx1"/>
                </a:solidFill>
                <a:latin typeface="Times New Roman" panose="02020603050405020304" pitchFamily="18" charset="0"/>
                <a:ea typeface="宋体" panose="02010600030101010101" pitchFamily="2" charset="-122"/>
                <a:sym typeface="+mn-ea"/>
              </a:rPr>
              <a:t>聚合：无引发剂，直接在热的作用于下进行的聚合叫热引发聚合。</a:t>
            </a:r>
            <a:endParaRPr altLang="zh-CN" dirty="0" sz="2000" lang="en-US">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光引发（</a:t>
            </a:r>
            <a:r>
              <a:rPr altLang="zh-CN" dirty="0" sz="2000" lang="en-US">
                <a:solidFill>
                  <a:schemeClr val="tx1"/>
                </a:solidFill>
                <a:latin typeface="Times New Roman" panose="02020603050405020304" pitchFamily="18" charset="0"/>
                <a:ea typeface="宋体" panose="02010600030101010101" pitchFamily="2" charset="-122"/>
                <a:sym typeface="+mn-ea"/>
              </a:rPr>
              <a:t>Photo Initiation）</a:t>
            </a:r>
            <a:r>
              <a:rPr altLang="en-US" dirty="0" sz="2000" lang="zh-CN">
                <a:solidFill>
                  <a:schemeClr val="tx1"/>
                </a:solidFill>
                <a:latin typeface="Times New Roman" panose="02020603050405020304" pitchFamily="18" charset="0"/>
                <a:ea typeface="宋体" panose="02010600030101010101" pitchFamily="2" charset="-122"/>
                <a:sym typeface="+mn-ea"/>
              </a:rPr>
              <a:t>聚合：烯类单体在光（电磁波）的激发下，形成自由基而进行的聚合。</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辐射引发（</a:t>
            </a:r>
            <a:r>
              <a:rPr altLang="zh-CN" dirty="0" sz="2000" lang="en-US">
                <a:solidFill>
                  <a:schemeClr val="tx1"/>
                </a:solidFill>
                <a:latin typeface="Times New Roman" panose="02020603050405020304" pitchFamily="18" charset="0"/>
                <a:ea typeface="宋体" panose="02010600030101010101" pitchFamily="2" charset="-122"/>
                <a:sym typeface="+mn-ea"/>
              </a:rPr>
              <a:t>Radiation Initiation）</a:t>
            </a:r>
            <a:r>
              <a:rPr altLang="en-US" dirty="0" sz="2000" lang="zh-CN">
                <a:solidFill>
                  <a:schemeClr val="tx1"/>
                </a:solidFill>
                <a:latin typeface="Times New Roman" panose="02020603050405020304" pitchFamily="18" charset="0"/>
                <a:ea typeface="宋体" panose="02010600030101010101" pitchFamily="2" charset="-122"/>
                <a:sym typeface="+mn-ea"/>
              </a:rPr>
              <a:t>聚合：以高能辐射线（</a:t>
            </a:r>
            <a:r>
              <a:rPr altLang="zh-CN" dirty="0" sz="2000" lang="en-US">
                <a:solidFill>
                  <a:schemeClr val="tx1"/>
                </a:solidFill>
                <a:latin typeface="Times New Roman" panose="02020603050405020304" pitchFamily="18" charset="0"/>
                <a:ea typeface="宋体" panose="02010600030101010101" pitchFamily="2" charset="-122"/>
                <a:sym typeface="+mn-ea"/>
              </a:rPr>
              <a:t>γ</a:t>
            </a:r>
            <a:r>
              <a:rPr altLang="en-US" dirty="0" sz="2000" lang="zh-CN">
                <a:solidFill>
                  <a:schemeClr val="tx1"/>
                </a:solidFill>
                <a:latin typeface="Times New Roman" panose="02020603050405020304" pitchFamily="18" charset="0"/>
                <a:ea typeface="宋体" panose="02010600030101010101" pitchFamily="2" charset="-122"/>
                <a:sym typeface="+mn-ea"/>
              </a:rPr>
              <a:t>射线、</a:t>
            </a:r>
            <a:r>
              <a:rPr altLang="zh-CN" dirty="0" sz="2000" lang="en-US">
                <a:solidFill>
                  <a:schemeClr val="tx1"/>
                </a:solidFill>
                <a:latin typeface="Times New Roman" panose="02020603050405020304" pitchFamily="18" charset="0"/>
                <a:ea typeface="宋体" panose="02010600030101010101" pitchFamily="2" charset="-122"/>
                <a:sym typeface="+mn-ea"/>
              </a:rPr>
              <a:t>X</a:t>
            </a:r>
            <a:r>
              <a:rPr altLang="en-US" dirty="0" sz="2000" lang="zh-CN">
                <a:solidFill>
                  <a:schemeClr val="tx1"/>
                </a:solidFill>
                <a:latin typeface="Times New Roman" panose="02020603050405020304" pitchFamily="18" charset="0"/>
                <a:ea typeface="宋体" panose="02010600030101010101" pitchFamily="2" charset="-122"/>
                <a:sym typeface="+mn-ea"/>
              </a:rPr>
              <a:t>射线、</a:t>
            </a:r>
            <a:r>
              <a:rPr altLang="zh-CN" dirty="0" sz="2000" lang="en-US">
                <a:solidFill>
                  <a:schemeClr val="tx1"/>
                </a:solidFill>
                <a:latin typeface="Times New Roman" panose="02020603050405020304" pitchFamily="18" charset="0"/>
                <a:ea typeface="宋体" panose="02010600030101010101" pitchFamily="2" charset="-122"/>
                <a:sym typeface="+mn-ea"/>
              </a:rPr>
              <a:t>β</a:t>
            </a:r>
            <a:r>
              <a:rPr altLang="en-US" dirty="0" sz="2000" lang="zh-CN">
                <a:solidFill>
                  <a:schemeClr val="tx1"/>
                </a:solidFill>
                <a:latin typeface="Times New Roman" panose="02020603050405020304" pitchFamily="18" charset="0"/>
                <a:ea typeface="宋体" panose="02010600030101010101" pitchFamily="2" charset="-122"/>
                <a:sym typeface="+mn-ea"/>
              </a:rPr>
              <a:t>射线、</a:t>
            </a:r>
            <a:r>
              <a:rPr altLang="zh-CN" dirty="0" sz="2000" lang="en-US">
                <a:solidFill>
                  <a:schemeClr val="tx1"/>
                </a:solidFill>
                <a:latin typeface="Times New Roman" panose="02020603050405020304" pitchFamily="18" charset="0"/>
                <a:ea typeface="宋体" panose="02010600030101010101" pitchFamily="2" charset="-122"/>
                <a:sym typeface="+mn-ea"/>
              </a:rPr>
              <a:t>α</a:t>
            </a:r>
            <a:r>
              <a:rPr altLang="en-US" dirty="0" sz="2000" lang="zh-CN">
                <a:solidFill>
                  <a:schemeClr val="tx1"/>
                </a:solidFill>
                <a:latin typeface="Times New Roman" panose="02020603050405020304" pitchFamily="18" charset="0"/>
                <a:ea typeface="宋体" panose="02010600030101010101" pitchFamily="2" charset="-122"/>
                <a:sym typeface="+mn-ea"/>
              </a:rPr>
              <a:t>射线和中子射</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algn="l" fontAlgn="auto" indent="0">
              <a:lnSpc>
                <a:spcPct val="150000"/>
              </a:lnSpc>
              <a:buFont typeface="Wingdings" panose="05000000000000000000" charset="0"/>
              <a:buNone/>
            </a:pPr>
            <a:r>
              <a:rPr altLang="en-US" dirty="0" sz="2000" lang="zh-CN">
                <a:solidFill>
                  <a:schemeClr val="tx1"/>
                </a:solidFill>
                <a:latin typeface="Times New Roman" panose="02020603050405020304" pitchFamily="18" charset="0"/>
                <a:ea typeface="宋体" panose="02010600030101010101" pitchFamily="2" charset="-122"/>
                <a:sym typeface="+mn-ea"/>
              </a:rPr>
              <a:t>     线）引发单体进行的聚合。</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algn="l" fontAlgn="auto" indent="-285750" marL="285750">
              <a:lnSpc>
                <a:spcPct val="150000"/>
              </a:lnSpc>
            </a:pPr>
            <a:r>
              <a:rPr altLang="en-US" dirty="0" lang="zh-CN">
                <a:latin typeface="Times New Roman" panose="02020603050405020304" pitchFamily="18" charset="0"/>
                <a:ea typeface="宋体" panose="02010600030101010101" pitchFamily="2" charset="-122"/>
                <a:sym typeface="+mn-ea"/>
              </a:rPr>
              <a:t> </a:t>
            </a:r>
            <a:endParaRPr altLang="zh-CN" dirty="0" lang="en-US">
              <a:solidFill>
                <a:schemeClr val="tx1"/>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6" name=""/>
        <p:cNvGrpSpPr/>
        <p:nvPr/>
      </p:nvGrpSpPr>
      <p:grpSpPr>
        <a:xfrm/>
      </p:grpSpPr>
      <p:sp>
        <p:nvSpPr>
          <p:cNvPr id="1048664" name="文本框 1"/>
          <p:cNvSpPr txBox="1"/>
          <p:nvPr/>
        </p:nvSpPr>
        <p:spPr>
          <a:xfrm>
            <a:off x="1228725" y="470535"/>
            <a:ext cx="9734550" cy="6504939"/>
          </a:xfrm>
          <a:prstGeom prst="rect"/>
          <a:noFill/>
        </p:spPr>
        <p:txBody>
          <a:bodyPr rtlCol="0" wrap="square">
            <a:spAutoFit/>
          </a:bodyPr>
          <a:p>
            <a:pPr fontAlgn="auto" indent="-342900" marL="342900">
              <a:lnSpc>
                <a:spcPct val="150000"/>
              </a:lnSpc>
              <a:buFont typeface="Wingdings" panose="05000000000000000000" charset="0"/>
              <a:buChar char="Ø"/>
            </a:pPr>
            <a:r>
              <a:rPr altLang="en-US" dirty="0" sz="2000" lang="zh-CN" smtClean="0">
                <a:solidFill>
                  <a:schemeClr val="tx1"/>
                </a:solidFill>
                <a:latin typeface="Times New Roman" panose="02020603050405020304" pitchFamily="18" charset="0"/>
                <a:ea typeface="宋体" panose="02010600030101010101" pitchFamily="2" charset="-122"/>
                <a:sym typeface="+mn-ea"/>
              </a:rPr>
              <a:t>诱导效应（</a:t>
            </a:r>
            <a:r>
              <a:rPr altLang="zh-CN" dirty="0" sz="2000" lang="en-US" smtClean="0">
                <a:solidFill>
                  <a:schemeClr val="tx1"/>
                </a:solidFill>
                <a:latin typeface="Times New Roman" panose="02020603050405020304" pitchFamily="18" charset="0"/>
                <a:ea typeface="宋体" panose="02010600030101010101" pitchFamily="2" charset="-122"/>
                <a:sym typeface="+mn-ea"/>
              </a:rPr>
              <a:t>Induced Decomposition</a:t>
            </a:r>
            <a:r>
              <a:rPr altLang="en-US" dirty="0" sz="2000" lang="zh-CN" smtClean="0">
                <a:solidFill>
                  <a:schemeClr val="tx1"/>
                </a:solidFill>
                <a:latin typeface="Times New Roman" panose="02020603050405020304" pitchFamily="18" charset="0"/>
                <a:ea typeface="宋体" panose="02010600030101010101" pitchFamily="2" charset="-122"/>
                <a:sym typeface="+mn-ea"/>
              </a:rPr>
              <a:t>）：</a:t>
            </a:r>
            <a:r>
              <a:rPr altLang="en-US" dirty="0" sz="2000" lang="zh-CN">
                <a:solidFill>
                  <a:schemeClr val="tx1"/>
                </a:solidFill>
                <a:latin typeface="Times New Roman" panose="02020603050405020304" pitchFamily="18" charset="0"/>
                <a:ea typeface="宋体" panose="02010600030101010101" pitchFamily="2" charset="-122"/>
                <a:sym typeface="+mn-ea"/>
              </a:rPr>
              <a:t>诱导效应是指链自由基向引发剂的转移反应。原来的链自由基或简单自由基在形成稳定分子的同时，只生成一个新的自由基。由于无偿的消耗了一个引发剂分子，故使实际引发效率降低。 </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fontAlgn="auto" indent="-342900" marL="342900">
              <a:lnSpc>
                <a:spcPct val="150000"/>
              </a:lnSpc>
              <a:buFont typeface="Wingdings" panose="05000000000000000000" charset="0"/>
              <a:buChar char="Ø"/>
            </a:pPr>
            <a:r>
              <a:rPr altLang="en-US" dirty="0" sz="2000" lang="zh-CN" smtClean="0">
                <a:solidFill>
                  <a:schemeClr val="tx1"/>
                </a:solidFill>
                <a:latin typeface="Times New Roman" panose="02020603050405020304" pitchFamily="18" charset="0"/>
                <a:ea typeface="宋体" panose="02010600030101010101" pitchFamily="2" charset="-122"/>
                <a:sym typeface="+mn-ea"/>
              </a:rPr>
              <a:t>阻聚剂：能与链自由基反应生成非自由基或不能引发单体聚合的低活性自由基而使聚合反应完全停止的化合物。</a:t>
            </a:r>
            <a:endParaRPr altLang="en-US" dirty="0" sz="2000" lang="zh-CN">
              <a:solidFill>
                <a:schemeClr val="tx1"/>
              </a:solidFill>
              <a:latin typeface="Times New Roman" panose="02020603050405020304" pitchFamily="18" charset="0"/>
              <a:ea typeface="宋体" panose="02010600030101010101" pitchFamily="2" charset="-122"/>
            </a:endParaRPr>
          </a:p>
          <a:p>
            <a:pPr fontAlgn="auto" indent="-342900" marL="342900">
              <a:lnSpc>
                <a:spcPct val="150000"/>
              </a:lnSpc>
              <a:buFont typeface="Wingdings" panose="05000000000000000000" charset="0"/>
              <a:buChar char="Ø"/>
            </a:pPr>
            <a:r>
              <a:rPr altLang="en-US" dirty="0" sz="2000" lang="zh-CN" smtClean="0">
                <a:solidFill>
                  <a:schemeClr val="tx1"/>
                </a:solidFill>
                <a:latin typeface="Times New Roman" panose="02020603050405020304" pitchFamily="18" charset="0"/>
                <a:ea typeface="宋体" panose="02010600030101010101" pitchFamily="2" charset="-122"/>
                <a:sym typeface="+mn-ea"/>
              </a:rPr>
              <a:t>缓聚剂：</a:t>
            </a:r>
            <a:r>
              <a:rPr altLang="en-US" dirty="0" sz="2000" lang="zh-CN">
                <a:solidFill>
                  <a:schemeClr val="tx1"/>
                </a:solidFill>
                <a:latin typeface="Times New Roman" panose="02020603050405020304" pitchFamily="18" charset="0"/>
                <a:ea typeface="宋体" panose="02010600030101010101" pitchFamily="2" charset="-122"/>
                <a:sym typeface="+mn-ea"/>
              </a:rPr>
              <a:t>能使聚合反应速率减慢的化合物</a:t>
            </a:r>
            <a:endParaRPr altLang="en-US" dirty="0" sz="2000" lang="zh-CN">
              <a:solidFill>
                <a:schemeClr val="tx1"/>
              </a:solidFill>
              <a:latin typeface="Times New Roman" panose="02020603050405020304" pitchFamily="18" charset="0"/>
              <a:ea typeface="宋体" panose="02010600030101010101" pitchFamily="2" charset="-122"/>
            </a:endParaRPr>
          </a:p>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自动加速现象：随转化率的增加，体系的粘度增大，双基终止速率因链自由基的扩散困难而减小，</a:t>
            </a:r>
            <a:r>
              <a:rPr altLang="zh-CN" dirty="0" sz="2000" lang="en-US">
                <a:solidFill>
                  <a:schemeClr val="tx1"/>
                </a:solidFill>
                <a:latin typeface="Times New Roman" panose="02020603050405020304" pitchFamily="18" charset="0"/>
                <a:ea typeface="宋体" panose="02010600030101010101" pitchFamily="2" charset="-122"/>
                <a:sym typeface="+mn-ea"/>
              </a:rPr>
              <a:t>k</a:t>
            </a:r>
            <a:r>
              <a:rPr altLang="zh-CN" baseline="-30000" dirty="0" sz="2000" lang="en-US">
                <a:solidFill>
                  <a:schemeClr val="tx1"/>
                </a:solidFill>
                <a:latin typeface="Times New Roman" panose="02020603050405020304" pitchFamily="18" charset="0"/>
                <a:ea typeface="宋体" panose="02010600030101010101" pitchFamily="2" charset="-122"/>
                <a:sym typeface="+mn-ea"/>
              </a:rPr>
              <a:t>t</a:t>
            </a:r>
            <a:r>
              <a:rPr altLang="zh-CN" dirty="0" sz="2000" lang="en-US">
                <a:solidFill>
                  <a:schemeClr val="tx1"/>
                </a:solidFill>
                <a:latin typeface="Times New Roman" panose="02020603050405020304" pitchFamily="18" charset="0"/>
                <a:ea typeface="宋体" panose="02010600030101010101" pitchFamily="2" charset="-122"/>
                <a:sym typeface="+mn-ea"/>
              </a:rPr>
              <a:t>↓。C→40～50%</a:t>
            </a:r>
            <a:r>
              <a:rPr altLang="en-US" dirty="0" sz="2000" lang="zh-CN">
                <a:solidFill>
                  <a:schemeClr val="tx1"/>
                </a:solidFill>
                <a:latin typeface="Times New Roman" panose="02020603050405020304" pitchFamily="18" charset="0"/>
                <a:ea typeface="宋体" panose="02010600030101010101" pitchFamily="2" charset="-122"/>
                <a:sym typeface="+mn-ea"/>
              </a:rPr>
              <a:t>时，</a:t>
            </a:r>
            <a:r>
              <a:rPr altLang="zh-CN" dirty="0" sz="2000" lang="en-US">
                <a:solidFill>
                  <a:schemeClr val="tx1"/>
                </a:solidFill>
                <a:latin typeface="Times New Roman" panose="02020603050405020304" pitchFamily="18" charset="0"/>
                <a:ea typeface="宋体" panose="02010600030101010101" pitchFamily="2" charset="-122"/>
                <a:sym typeface="+mn-ea"/>
              </a:rPr>
              <a:t>k</a:t>
            </a:r>
            <a:r>
              <a:rPr altLang="zh-CN" baseline="-30000" dirty="0" sz="2000" lang="en-US">
                <a:solidFill>
                  <a:schemeClr val="tx1"/>
                </a:solidFill>
                <a:latin typeface="Times New Roman" panose="02020603050405020304" pitchFamily="18" charset="0"/>
                <a:ea typeface="宋体" panose="02010600030101010101" pitchFamily="2" charset="-122"/>
                <a:sym typeface="+mn-ea"/>
              </a:rPr>
              <a:t>t</a:t>
            </a:r>
            <a:r>
              <a:rPr altLang="zh-CN" dirty="0" sz="2000" lang="en-US">
                <a:solidFill>
                  <a:schemeClr val="tx1"/>
                </a:solidFill>
                <a:latin typeface="Times New Roman" panose="02020603050405020304" pitchFamily="18" charset="0"/>
                <a:ea typeface="宋体" panose="02010600030101010101" pitchFamily="2" charset="-122"/>
                <a:sym typeface="+mn-ea"/>
              </a:rPr>
              <a:t>↓</a:t>
            </a:r>
            <a:r>
              <a:rPr altLang="en-US" dirty="0" sz="2000" lang="zh-CN">
                <a:solidFill>
                  <a:schemeClr val="tx1"/>
                </a:solidFill>
                <a:latin typeface="Times New Roman" panose="02020603050405020304" pitchFamily="18" charset="0"/>
                <a:ea typeface="宋体" panose="02010600030101010101" pitchFamily="2" charset="-122"/>
                <a:sym typeface="+mn-ea"/>
              </a:rPr>
              <a:t>可达上百倍，活性链寿命则延长十多倍；而此时体系粘度还不足以严重妨碍单体扩散，</a:t>
            </a:r>
            <a:r>
              <a:rPr altLang="zh-CN" dirty="0" sz="2000" lang="en-US">
                <a:solidFill>
                  <a:schemeClr val="tx1"/>
                </a:solidFill>
                <a:latin typeface="Times New Roman" panose="02020603050405020304" pitchFamily="18" charset="0"/>
                <a:ea typeface="宋体" panose="02010600030101010101" pitchFamily="2" charset="-122"/>
                <a:sym typeface="+mn-ea"/>
              </a:rPr>
              <a:t>k</a:t>
            </a:r>
            <a:r>
              <a:rPr altLang="zh-CN" baseline="-25000" dirty="0" sz="2000" lang="en-US">
                <a:solidFill>
                  <a:schemeClr val="tx1"/>
                </a:solidFill>
                <a:latin typeface="Times New Roman" panose="02020603050405020304" pitchFamily="18" charset="0"/>
                <a:ea typeface="宋体" panose="02010600030101010101" pitchFamily="2" charset="-122"/>
                <a:sym typeface="+mn-ea"/>
              </a:rPr>
              <a:t>p</a:t>
            </a:r>
            <a:r>
              <a:rPr altLang="en-US" dirty="0" sz="2000" lang="zh-CN">
                <a:solidFill>
                  <a:schemeClr val="tx1"/>
                </a:solidFill>
                <a:latin typeface="Times New Roman" panose="02020603050405020304" pitchFamily="18" charset="0"/>
                <a:ea typeface="宋体" panose="02010600030101010101" pitchFamily="2" charset="-122"/>
                <a:sym typeface="+mn-ea"/>
              </a:rPr>
              <a:t>变动不大，使</a:t>
            </a:r>
            <a:r>
              <a:rPr altLang="zh-CN" dirty="0" sz="2000" lang="en-US">
                <a:solidFill>
                  <a:schemeClr val="tx1"/>
                </a:solidFill>
                <a:latin typeface="Times New Roman" panose="02020603050405020304" pitchFamily="18" charset="0"/>
                <a:ea typeface="宋体" panose="02010600030101010101" pitchFamily="2" charset="-122"/>
                <a:sym typeface="+mn-ea"/>
              </a:rPr>
              <a:t>k</a:t>
            </a:r>
            <a:r>
              <a:rPr altLang="zh-CN" baseline="-30000" dirty="0" sz="2000" lang="en-US">
                <a:solidFill>
                  <a:schemeClr val="tx1"/>
                </a:solidFill>
                <a:latin typeface="Times New Roman" panose="02020603050405020304" pitchFamily="18" charset="0"/>
                <a:ea typeface="宋体" panose="02010600030101010101" pitchFamily="2" charset="-122"/>
                <a:sym typeface="+mn-ea"/>
              </a:rPr>
              <a:t>p</a:t>
            </a:r>
            <a:r>
              <a:rPr altLang="zh-CN" dirty="0" sz="2000" lang="en-US">
                <a:solidFill>
                  <a:schemeClr val="tx1"/>
                </a:solidFill>
                <a:latin typeface="Times New Roman" panose="02020603050405020304" pitchFamily="18" charset="0"/>
                <a:ea typeface="宋体" panose="02010600030101010101" pitchFamily="2" charset="-122"/>
                <a:sym typeface="+mn-ea"/>
              </a:rPr>
              <a:t>/k</a:t>
            </a:r>
            <a:r>
              <a:rPr altLang="zh-CN" baseline="-30000" dirty="0" sz="2000" lang="en-US">
                <a:solidFill>
                  <a:schemeClr val="tx1"/>
                </a:solidFill>
                <a:latin typeface="Times New Roman" panose="02020603050405020304" pitchFamily="18" charset="0"/>
                <a:ea typeface="宋体" panose="02010600030101010101" pitchFamily="2" charset="-122"/>
                <a:sym typeface="+mn-ea"/>
              </a:rPr>
              <a:t>t</a:t>
            </a:r>
            <a:r>
              <a:rPr altLang="zh-CN" baseline="30000" dirty="0" sz="2000" lang="en-US">
                <a:solidFill>
                  <a:schemeClr val="tx1"/>
                </a:solidFill>
                <a:latin typeface="Times New Roman" panose="02020603050405020304" pitchFamily="18" charset="0"/>
                <a:ea typeface="宋体" panose="02010600030101010101" pitchFamily="2" charset="-122"/>
                <a:sym typeface="+mn-ea"/>
              </a:rPr>
              <a:t>1/2</a:t>
            </a:r>
            <a:r>
              <a:rPr altLang="en-US" dirty="0" sz="2000" lang="zh-CN">
                <a:solidFill>
                  <a:schemeClr val="tx1"/>
                </a:solidFill>
                <a:latin typeface="Times New Roman" panose="02020603050405020304" pitchFamily="18" charset="0"/>
                <a:ea typeface="宋体" panose="02010600030101010101" pitchFamily="2" charset="-122"/>
                <a:sym typeface="+mn-ea"/>
              </a:rPr>
              <a:t>增加了近7～8倍，自动加速显著，分子量也迅速增加。</a:t>
            </a:r>
            <a:endParaRPr altLang="en-US" dirty="0" sz="2000" lang="zh-CN">
              <a:solidFill>
                <a:schemeClr val="tx1"/>
              </a:solidFill>
              <a:latin typeface="Times New Roman" panose="02020603050405020304" pitchFamily="18" charset="0"/>
              <a:ea typeface="宋体" panose="02010600030101010101" pitchFamily="2" charset="-122"/>
              <a:sym typeface="+mn-ea"/>
            </a:endParaRPr>
          </a:p>
          <a:p>
            <a:pPr algn="l" fontAlgn="auto" indent="-342900" marL="342900">
              <a:lnSpc>
                <a:spcPct val="150000"/>
              </a:lnSpc>
              <a:buFont typeface="Wingdings" panose="05000000000000000000" charset="0"/>
              <a:buChar char="Ø"/>
            </a:pPr>
            <a:r>
              <a:rPr altLang="en-US" dirty="0" sz="2000" lang="zh-CN">
                <a:solidFill>
                  <a:schemeClr val="tx1"/>
                </a:solidFill>
                <a:latin typeface="Times New Roman" panose="02020603050405020304" pitchFamily="18" charset="0"/>
                <a:ea typeface="宋体" panose="02010600030101010101" pitchFamily="2" charset="-122"/>
                <a:sym typeface="+mn-ea"/>
              </a:rPr>
              <a:t>动力学链长（</a:t>
            </a:r>
            <a:r>
              <a:rPr altLang="zh-CN" dirty="0" sz="2000" lang="en-US">
                <a:solidFill>
                  <a:schemeClr val="tx1"/>
                </a:solidFill>
                <a:latin typeface="Times New Roman" panose="02020603050405020304" pitchFamily="18" charset="0"/>
                <a:ea typeface="宋体" panose="02010600030101010101" pitchFamily="2" charset="-122"/>
                <a:sym typeface="+mn-ea"/>
              </a:rPr>
              <a:t>Kinetics Chain Length）:</a:t>
            </a:r>
            <a:r>
              <a:rPr altLang="en-US" dirty="0" sz="2000" lang="zh-CN">
                <a:solidFill>
                  <a:schemeClr val="tx1"/>
                </a:solidFill>
                <a:latin typeface="Times New Roman" panose="02020603050405020304" pitchFamily="18" charset="0"/>
                <a:ea typeface="宋体" panose="02010600030101010101" pitchFamily="2" charset="-122"/>
                <a:sym typeface="+mn-ea"/>
              </a:rPr>
              <a:t>每个活性种从引发阶段到终止阶段所消耗的单体分子数。以 </a:t>
            </a:r>
            <a:r>
              <a:rPr altLang="zh-CN" dirty="0" sz="2000" lang="en-US">
                <a:solidFill>
                  <a:schemeClr val="tx1"/>
                </a:solidFill>
                <a:latin typeface="Times New Roman" panose="02020603050405020304" pitchFamily="18" charset="0"/>
                <a:ea typeface="宋体" panose="02010600030101010101" pitchFamily="2" charset="-122"/>
                <a:sym typeface="+mn-ea"/>
              </a:rPr>
              <a:t>v </a:t>
            </a:r>
            <a:r>
              <a:rPr altLang="en-US" dirty="0" sz="2000" lang="zh-CN">
                <a:solidFill>
                  <a:schemeClr val="tx1"/>
                </a:solidFill>
                <a:latin typeface="Times New Roman" panose="02020603050405020304" pitchFamily="18" charset="0"/>
                <a:ea typeface="宋体" panose="02010600030101010101" pitchFamily="2" charset="-122"/>
                <a:sym typeface="+mn-ea"/>
              </a:rPr>
              <a:t>表示。</a:t>
            </a:r>
            <a:endParaRPr altLang="en-US" dirty="0" sz="2000" lang="zh-CN">
              <a:solidFill>
                <a:schemeClr val="tx1"/>
              </a:solidFill>
              <a:latin typeface="Times New Roman" panose="02020603050405020304" pitchFamily="18" charset="0"/>
              <a:ea typeface="宋体" panose="02010600030101010101" pitchFamily="2" charset="-122"/>
            </a:endParaRPr>
          </a:p>
          <a:p>
            <a:pPr indent="-285750" marL="285750"/>
            <a:endParaRPr altLang="zh-CN" b="1" dirty="0" lang="en-US" smtClean="0">
              <a:solidFill>
                <a:prstClr val="black"/>
              </a:solidFill>
            </a:endParaRPr>
          </a:p>
          <a:p>
            <a:endParaRPr altLang="zh-CN" b="1" dirty="0" lang="en-US" smtClean="0">
              <a:solidFill>
                <a:prstClr val="black"/>
              </a:solidFill>
            </a:endParaRPr>
          </a:p>
          <a:p>
            <a:endParaRPr altLang="en-US" lang="zh-CN"/>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87" name=""/>
        <p:cNvGrpSpPr/>
        <p:nvPr/>
      </p:nvGrpSpPr>
      <p:grpSpPr>
        <a:xfrm/>
      </p:grpSpPr>
      <p:sp>
        <p:nvSpPr>
          <p:cNvPr id="1048665" name="文本框 1"/>
          <p:cNvSpPr txBox="1"/>
          <p:nvPr/>
        </p:nvSpPr>
        <p:spPr>
          <a:xfrm>
            <a:off x="949960" y="757555"/>
            <a:ext cx="4665980" cy="447040"/>
          </a:xfrm>
          <a:prstGeom prst="rect"/>
          <a:noFill/>
        </p:spPr>
        <p:txBody>
          <a:bodyPr rtlCol="0" wrap="none">
            <a:spAutoFit/>
          </a:bodyPr>
          <a:p>
            <a:pPr algn="l"/>
            <a:r>
              <a:rPr altLang="zh-CN" b="1" sz="2400" lang="en-US">
                <a:solidFill>
                  <a:schemeClr val="tx1"/>
                </a:solidFill>
                <a:latin typeface="Times New Roman" panose="02020603050405020304" pitchFamily="18" charset="0"/>
                <a:ea typeface="宋体" panose="02010600030101010101" pitchFamily="2" charset="-122"/>
              </a:rPr>
              <a:t>3.2 </a:t>
            </a:r>
            <a:r>
              <a:rPr altLang="zh-CN" b="1" dirty="0" sz="2400" lang="en-US">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乙烯基单体对聚合机理的选择</a:t>
            </a:r>
            <a:endParaRPr altLang="zh-CN" b="1" dirty="0" sz="2400" lang="en-US">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048666" name="Freeform 3"/>
          <p:cNvSpPr/>
          <p:nvPr/>
        </p:nvSpPr>
        <p:spPr>
          <a:xfrm>
            <a:off x="1961061" y="1957474"/>
            <a:ext cx="8491538" cy="69850"/>
          </a:xfrm>
          <a:custGeom>
            <a:avLst/>
            <a:gdLst>
              <a:gd name="connsiteX0" fmla="*/ 17462 w 8491588"/>
              <a:gd name="connsiteY0" fmla="*/ 17462 h 69850"/>
              <a:gd name="connsiteX1" fmla="*/ 8474125 w 8491588"/>
              <a:gd name="connsiteY1" fmla="*/ 17462 h 69850"/>
            </a:gdLst>
            <a:ahLst/>
            <a:cxnLst>
              <a:cxn ang="0">
                <a:pos x="connsiteX0" y="connsiteY0"/>
              </a:cxn>
              <a:cxn ang="1">
                <a:pos x="connsiteX1" y="connsiteY1"/>
              </a:cxn>
            </a:cxnLst>
            <a:rect l="l" t="t" r="r" b="b"/>
            <a:pathLst>
              <a:path w="8491588" h="69850">
                <a:moveTo>
                  <a:pt x="17462" y="17462"/>
                </a:moveTo>
                <a:lnTo>
                  <a:pt x="8474125" y="17462"/>
                </a:lnTo>
              </a:path>
            </a:pathLst>
          </a:custGeom>
          <a:noFill/>
          <a:ln w="381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67" name="Freeform 3"/>
          <p:cNvSpPr/>
          <p:nvPr/>
        </p:nvSpPr>
        <p:spPr>
          <a:xfrm>
            <a:off x="1961968" y="5326154"/>
            <a:ext cx="8491538" cy="69850"/>
          </a:xfrm>
          <a:custGeom>
            <a:avLst/>
            <a:gdLst>
              <a:gd name="connsiteX0" fmla="*/ 17462 w 8491601"/>
              <a:gd name="connsiteY0" fmla="*/ 17462 h 69850"/>
              <a:gd name="connsiteX1" fmla="*/ 8474138 w 8491601"/>
              <a:gd name="connsiteY1" fmla="*/ 17462 h 69850"/>
            </a:gdLst>
            <a:ahLst/>
            <a:cxnLst>
              <a:cxn ang="0">
                <a:pos x="connsiteX0" y="connsiteY0"/>
              </a:cxn>
              <a:cxn ang="1">
                <a:pos x="connsiteX1" y="connsiteY1"/>
              </a:cxn>
            </a:cxnLst>
            <a:rect l="l" t="t" r="r" b="b"/>
            <a:pathLst>
              <a:path w="8491601" h="69850">
                <a:moveTo>
                  <a:pt x="17462" y="17462"/>
                </a:moveTo>
                <a:lnTo>
                  <a:pt x="8474138" y="17462"/>
                </a:lnTo>
              </a:path>
            </a:pathLst>
          </a:custGeom>
          <a:noFill/>
          <a:ln w="381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68" name="Freeform 3"/>
          <p:cNvSpPr/>
          <p:nvPr/>
        </p:nvSpPr>
        <p:spPr>
          <a:xfrm>
            <a:off x="1974442" y="1955891"/>
            <a:ext cx="69850" cy="3421063"/>
          </a:xfrm>
          <a:custGeom>
            <a:avLst/>
            <a:gdLst>
              <a:gd name="connsiteX0" fmla="*/ 17462 w 69850"/>
              <a:gd name="connsiteY0" fmla="*/ 17462 h 3419728"/>
              <a:gd name="connsiteX1" fmla="*/ 17462 w 69850"/>
              <a:gd name="connsiteY1" fmla="*/ 3402266 h 3419728"/>
            </a:gdLst>
            <a:ahLst/>
            <a:cxnLst>
              <a:cxn ang="0">
                <a:pos x="connsiteX0" y="connsiteY0"/>
              </a:cxn>
              <a:cxn ang="1">
                <a:pos x="connsiteX1" y="connsiteY1"/>
              </a:cxn>
            </a:cxnLst>
            <a:rect l="l" t="t" r="r" b="b"/>
            <a:pathLst>
              <a:path w="69850" h="3419728">
                <a:moveTo>
                  <a:pt x="17462" y="17462"/>
                </a:moveTo>
                <a:lnTo>
                  <a:pt x="17462" y="3402266"/>
                </a:lnTo>
              </a:path>
            </a:pathLst>
          </a:custGeom>
          <a:noFill/>
          <a:ln w="381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69" name="Freeform 3"/>
          <p:cNvSpPr/>
          <p:nvPr/>
        </p:nvSpPr>
        <p:spPr>
          <a:xfrm>
            <a:off x="10399305" y="1955891"/>
            <a:ext cx="69850" cy="3421063"/>
          </a:xfrm>
          <a:custGeom>
            <a:avLst/>
            <a:gdLst>
              <a:gd name="connsiteX0" fmla="*/ 17462 w 69850"/>
              <a:gd name="connsiteY0" fmla="*/ 17462 h 3419728"/>
              <a:gd name="connsiteX1" fmla="*/ 17462 w 69850"/>
              <a:gd name="connsiteY1" fmla="*/ 3402266 h 3419728"/>
            </a:gdLst>
            <a:ahLst/>
            <a:cxnLst>
              <a:cxn ang="0">
                <a:pos x="connsiteX0" y="connsiteY0"/>
              </a:cxn>
              <a:cxn ang="1">
                <a:pos x="connsiteX1" y="connsiteY1"/>
              </a:cxn>
            </a:cxnLst>
            <a:rect l="l" t="t" r="r" b="b"/>
            <a:pathLst>
              <a:path w="69850" h="3419728">
                <a:moveTo>
                  <a:pt x="17462" y="17462"/>
                </a:moveTo>
                <a:lnTo>
                  <a:pt x="17462" y="3402266"/>
                </a:lnTo>
              </a:path>
            </a:pathLst>
          </a:custGeom>
          <a:noFill/>
          <a:ln w="381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0" name="Freeform 3"/>
          <p:cNvSpPr/>
          <p:nvPr/>
        </p:nvSpPr>
        <p:spPr>
          <a:xfrm>
            <a:off x="4579530" y="3395754"/>
            <a:ext cx="50800" cy="614362"/>
          </a:xfrm>
          <a:custGeom>
            <a:avLst/>
            <a:gdLst>
              <a:gd name="connsiteX0" fmla="*/ 12700 w 50800"/>
              <a:gd name="connsiteY0" fmla="*/ 12700 h 614426"/>
              <a:gd name="connsiteX1" fmla="*/ 12700 w 50800"/>
              <a:gd name="connsiteY1" fmla="*/ 601726 h 614426"/>
            </a:gdLst>
            <a:ahLst/>
            <a:cxnLst>
              <a:cxn ang="0">
                <a:pos x="connsiteX0" y="connsiteY0"/>
              </a:cxn>
              <a:cxn ang="1">
                <a:pos x="connsiteX1" y="connsiteY1"/>
              </a:cxn>
            </a:cxnLst>
            <a:rect l="l" t="t" r="r" b="b"/>
            <a:pathLst>
              <a:path w="50800" h="614426">
                <a:moveTo>
                  <a:pt x="12700" y="12700"/>
                </a:moveTo>
                <a:lnTo>
                  <a:pt x="12700" y="601726"/>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1" name="Freeform 3"/>
          <p:cNvSpPr/>
          <p:nvPr/>
        </p:nvSpPr>
        <p:spPr>
          <a:xfrm>
            <a:off x="8179980" y="3395754"/>
            <a:ext cx="50800" cy="614362"/>
          </a:xfrm>
          <a:custGeom>
            <a:avLst/>
            <a:gdLst>
              <a:gd name="connsiteX0" fmla="*/ 12700 w 50800"/>
              <a:gd name="connsiteY0" fmla="*/ 12700 h 614426"/>
              <a:gd name="connsiteX1" fmla="*/ 12700 w 50800"/>
              <a:gd name="connsiteY1" fmla="*/ 601726 h 614426"/>
            </a:gdLst>
            <a:ahLst/>
            <a:cxnLst>
              <a:cxn ang="0">
                <a:pos x="connsiteX0" y="connsiteY0"/>
              </a:cxn>
              <a:cxn ang="1">
                <a:pos x="connsiteX1" y="connsiteY1"/>
              </a:cxn>
            </a:cxnLst>
            <a:rect l="l" t="t" r="r" b="b"/>
            <a:pathLst>
              <a:path w="50800" h="614426">
                <a:moveTo>
                  <a:pt x="12700" y="12700"/>
                </a:moveTo>
                <a:lnTo>
                  <a:pt x="12700" y="601726"/>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2" name="Freeform 3"/>
          <p:cNvSpPr/>
          <p:nvPr/>
        </p:nvSpPr>
        <p:spPr>
          <a:xfrm>
            <a:off x="4579530" y="3984716"/>
            <a:ext cx="922337" cy="50800"/>
          </a:xfrm>
          <a:custGeom>
            <a:avLst/>
            <a:gdLst>
              <a:gd name="connsiteX0" fmla="*/ 12700 w 922274"/>
              <a:gd name="connsiteY0" fmla="*/ 12700 h 50800"/>
              <a:gd name="connsiteX1" fmla="*/ 909573 w 922274"/>
              <a:gd name="connsiteY1" fmla="*/ 12700 h 50800"/>
            </a:gdLst>
            <a:ahLst/>
            <a:cxnLst>
              <a:cxn ang="0">
                <a:pos x="connsiteX0" y="connsiteY0"/>
              </a:cxn>
              <a:cxn ang="1">
                <a:pos x="connsiteX1" y="connsiteY1"/>
              </a:cxn>
            </a:cxnLst>
            <a:rect l="l" t="t" r="r" b="b"/>
            <a:pathLst>
              <a:path w="922274" h="50800">
                <a:moveTo>
                  <a:pt x="12700" y="12700"/>
                </a:moveTo>
                <a:lnTo>
                  <a:pt x="909573" y="12700"/>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3" name="Freeform 3"/>
          <p:cNvSpPr/>
          <p:nvPr/>
        </p:nvSpPr>
        <p:spPr>
          <a:xfrm>
            <a:off x="7279867" y="3984716"/>
            <a:ext cx="925513" cy="50800"/>
          </a:xfrm>
          <a:custGeom>
            <a:avLst/>
            <a:gdLst>
              <a:gd name="connsiteX0" fmla="*/ 12700 w 925334"/>
              <a:gd name="connsiteY0" fmla="*/ 12700 h 50800"/>
              <a:gd name="connsiteX1" fmla="*/ 912634 w 925334"/>
              <a:gd name="connsiteY1" fmla="*/ 12700 h 50800"/>
            </a:gdLst>
            <a:ahLst/>
            <a:cxnLst>
              <a:cxn ang="0">
                <a:pos x="connsiteX0" y="connsiteY0"/>
              </a:cxn>
              <a:cxn ang="1">
                <a:pos x="connsiteX1" y="connsiteY1"/>
              </a:cxn>
            </a:cxnLst>
            <a:rect l="l" t="t" r="r" b="b"/>
            <a:pathLst>
              <a:path w="925334" h="50800">
                <a:moveTo>
                  <a:pt x="12700" y="12700"/>
                </a:moveTo>
                <a:lnTo>
                  <a:pt x="912634" y="12700"/>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4" name="Freeform 3"/>
          <p:cNvSpPr/>
          <p:nvPr/>
        </p:nvSpPr>
        <p:spPr>
          <a:xfrm>
            <a:off x="3860392" y="4719729"/>
            <a:ext cx="1657350" cy="50800"/>
          </a:xfrm>
          <a:custGeom>
            <a:avLst/>
            <a:gdLst>
              <a:gd name="connsiteX0" fmla="*/ 12700 w 1657604"/>
              <a:gd name="connsiteY0" fmla="*/ 12700 h 50800"/>
              <a:gd name="connsiteX1" fmla="*/ 1644904 w 1657604"/>
              <a:gd name="connsiteY1" fmla="*/ 12700 h 50800"/>
            </a:gdLst>
            <a:ahLst/>
            <a:cxnLst>
              <a:cxn ang="0">
                <a:pos x="connsiteX0" y="connsiteY0"/>
              </a:cxn>
              <a:cxn ang="1">
                <a:pos x="connsiteX1" y="connsiteY1"/>
              </a:cxn>
            </a:cxnLst>
            <a:rect l="l" t="t" r="r" b="b"/>
            <a:pathLst>
              <a:path w="1657604" h="50800">
                <a:moveTo>
                  <a:pt x="12700" y="12700"/>
                </a:moveTo>
                <a:lnTo>
                  <a:pt x="1644904" y="12700"/>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5" name="Freeform 3"/>
          <p:cNvSpPr/>
          <p:nvPr/>
        </p:nvSpPr>
        <p:spPr>
          <a:xfrm>
            <a:off x="7279867" y="4732429"/>
            <a:ext cx="925513" cy="50800"/>
          </a:xfrm>
          <a:custGeom>
            <a:avLst/>
            <a:gdLst>
              <a:gd name="connsiteX0" fmla="*/ 12700 w 925334"/>
              <a:gd name="connsiteY0" fmla="*/ 12700 h 50800"/>
              <a:gd name="connsiteX1" fmla="*/ 912634 w 925334"/>
              <a:gd name="connsiteY1" fmla="*/ 12700 h 50800"/>
            </a:gdLst>
            <a:ahLst/>
            <a:cxnLst>
              <a:cxn ang="0">
                <a:pos x="connsiteX0" y="connsiteY0"/>
              </a:cxn>
              <a:cxn ang="1">
                <a:pos x="connsiteX1" y="connsiteY1"/>
              </a:cxn>
            </a:cxnLst>
            <a:rect l="l" t="t" r="r" b="b"/>
            <a:pathLst>
              <a:path w="925334" h="50800">
                <a:moveTo>
                  <a:pt x="12700" y="12700"/>
                </a:moveTo>
                <a:lnTo>
                  <a:pt x="912634" y="12700"/>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6" name="Freeform 3"/>
          <p:cNvSpPr/>
          <p:nvPr/>
        </p:nvSpPr>
        <p:spPr>
          <a:xfrm>
            <a:off x="3860392" y="3395754"/>
            <a:ext cx="50800" cy="1349375"/>
          </a:xfrm>
          <a:custGeom>
            <a:avLst/>
            <a:gdLst>
              <a:gd name="connsiteX0" fmla="*/ 12700 w 50800"/>
              <a:gd name="connsiteY0" fmla="*/ 12700 h 1348994"/>
              <a:gd name="connsiteX1" fmla="*/ 12700 w 50800"/>
              <a:gd name="connsiteY1" fmla="*/ 1336294 h 1348994"/>
            </a:gdLst>
            <a:ahLst/>
            <a:cxnLst>
              <a:cxn ang="0">
                <a:pos x="connsiteX0" y="connsiteY0"/>
              </a:cxn>
              <a:cxn ang="1">
                <a:pos x="connsiteX1" y="connsiteY1"/>
              </a:cxn>
            </a:cxnLst>
            <a:rect l="l" t="t" r="r" b="b"/>
            <a:pathLst>
              <a:path w="50800" h="1348994">
                <a:moveTo>
                  <a:pt x="12700" y="12700"/>
                </a:moveTo>
                <a:lnTo>
                  <a:pt x="12700" y="1336294"/>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7" name="Freeform 3"/>
          <p:cNvSpPr/>
          <p:nvPr/>
        </p:nvSpPr>
        <p:spPr>
          <a:xfrm>
            <a:off x="8179980" y="3984716"/>
            <a:ext cx="50800" cy="760413"/>
          </a:xfrm>
          <a:custGeom>
            <a:avLst/>
            <a:gdLst>
              <a:gd name="connsiteX0" fmla="*/ 12700 w 50800"/>
              <a:gd name="connsiteY0" fmla="*/ 12700 h 759968"/>
              <a:gd name="connsiteX1" fmla="*/ 12700 w 50800"/>
              <a:gd name="connsiteY1" fmla="*/ 747267 h 759968"/>
            </a:gdLst>
            <a:ahLst/>
            <a:cxnLst>
              <a:cxn ang="0">
                <a:pos x="connsiteX0" y="connsiteY0"/>
              </a:cxn>
              <a:cxn ang="1">
                <a:pos x="connsiteX1" y="connsiteY1"/>
              </a:cxn>
            </a:cxnLst>
            <a:rect l="l" t="t" r="r" b="b"/>
            <a:pathLst>
              <a:path w="50800" h="759968">
                <a:moveTo>
                  <a:pt x="12700" y="12700"/>
                </a:moveTo>
                <a:lnTo>
                  <a:pt x="12700" y="747267"/>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8" name="Freeform 3"/>
          <p:cNvSpPr/>
          <p:nvPr/>
        </p:nvSpPr>
        <p:spPr>
          <a:xfrm>
            <a:off x="6914742" y="2365466"/>
            <a:ext cx="841375" cy="50800"/>
          </a:xfrm>
          <a:custGeom>
            <a:avLst/>
            <a:gdLst>
              <a:gd name="connsiteX0" fmla="*/ 12700 w 841489"/>
              <a:gd name="connsiteY0" fmla="*/ 12700 h 50800"/>
              <a:gd name="connsiteX1" fmla="*/ 828789 w 841489"/>
              <a:gd name="connsiteY1" fmla="*/ 12700 h 50800"/>
            </a:gdLst>
            <a:ahLst/>
            <a:cxnLst>
              <a:cxn ang="0">
                <a:pos x="connsiteX0" y="connsiteY0"/>
              </a:cxn>
              <a:cxn ang="1">
                <a:pos x="connsiteX1" y="connsiteY1"/>
              </a:cxn>
            </a:cxnLst>
            <a:rect l="l" t="t" r="r" b="b"/>
            <a:pathLst>
              <a:path w="841489" h="50800">
                <a:moveTo>
                  <a:pt x="12700" y="12700"/>
                </a:moveTo>
                <a:lnTo>
                  <a:pt x="828789" y="12700"/>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79" name="Freeform 3"/>
          <p:cNvSpPr/>
          <p:nvPr/>
        </p:nvSpPr>
        <p:spPr>
          <a:xfrm>
            <a:off x="9408705" y="2365466"/>
            <a:ext cx="596900" cy="50800"/>
          </a:xfrm>
          <a:custGeom>
            <a:avLst/>
            <a:gdLst>
              <a:gd name="connsiteX0" fmla="*/ 12700 w 596900"/>
              <a:gd name="connsiteY0" fmla="*/ 12700 h 50800"/>
              <a:gd name="connsiteX1" fmla="*/ 584200 w 596900"/>
              <a:gd name="connsiteY1" fmla="*/ 12700 h 50800"/>
            </a:gdLst>
            <a:ahLst/>
            <a:cxnLst>
              <a:cxn ang="0">
                <a:pos x="connsiteX0" y="connsiteY0"/>
              </a:cxn>
              <a:cxn ang="1">
                <a:pos x="connsiteX1" y="connsiteY1"/>
              </a:cxn>
            </a:cxnLst>
            <a:rect l="l" t="t" r="r" b="b"/>
            <a:pathLst>
              <a:path w="596900" h="50800">
                <a:moveTo>
                  <a:pt x="12700" y="12700"/>
                </a:moveTo>
                <a:lnTo>
                  <a:pt x="584200" y="12700"/>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0" name="Freeform 3"/>
          <p:cNvSpPr/>
          <p:nvPr/>
        </p:nvSpPr>
        <p:spPr>
          <a:xfrm>
            <a:off x="6914742" y="2365466"/>
            <a:ext cx="50800" cy="466725"/>
          </a:xfrm>
          <a:custGeom>
            <a:avLst/>
            <a:gdLst>
              <a:gd name="connsiteX0" fmla="*/ 12700 w 50800"/>
              <a:gd name="connsiteY0" fmla="*/ 12700 h 466598"/>
              <a:gd name="connsiteX1" fmla="*/ 12700 w 50800"/>
              <a:gd name="connsiteY1" fmla="*/ 453897 h 466598"/>
            </a:gdLst>
            <a:ahLst/>
            <a:cxnLst>
              <a:cxn ang="0">
                <a:pos x="connsiteX0" y="connsiteY0"/>
              </a:cxn>
              <a:cxn ang="1">
                <a:pos x="connsiteX1" y="connsiteY1"/>
              </a:cxn>
            </a:cxnLst>
            <a:rect l="l" t="t" r="r" b="b"/>
            <a:pathLst>
              <a:path w="50800" h="466598">
                <a:moveTo>
                  <a:pt x="12700" y="12700"/>
                </a:moveTo>
                <a:lnTo>
                  <a:pt x="12700" y="453897"/>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1" name="Freeform 3"/>
          <p:cNvSpPr/>
          <p:nvPr/>
        </p:nvSpPr>
        <p:spPr>
          <a:xfrm>
            <a:off x="9980205" y="2355941"/>
            <a:ext cx="50800" cy="466725"/>
          </a:xfrm>
          <a:custGeom>
            <a:avLst/>
            <a:gdLst>
              <a:gd name="connsiteX0" fmla="*/ 12700 w 50800"/>
              <a:gd name="connsiteY0" fmla="*/ 12700 h 466598"/>
              <a:gd name="connsiteX1" fmla="*/ 12700 w 50800"/>
              <a:gd name="connsiteY1" fmla="*/ 453897 h 466598"/>
            </a:gdLst>
            <a:ahLst/>
            <a:cxnLst>
              <a:cxn ang="0">
                <a:pos x="connsiteX0" y="connsiteY0"/>
              </a:cxn>
              <a:cxn ang="1">
                <a:pos x="connsiteX1" y="connsiteY1"/>
              </a:cxn>
            </a:cxnLst>
            <a:rect l="l" t="t" r="r" b="b"/>
            <a:pathLst>
              <a:path w="50800" h="466598">
                <a:moveTo>
                  <a:pt x="12700" y="12700"/>
                </a:moveTo>
                <a:lnTo>
                  <a:pt x="12700" y="453897"/>
                </a:lnTo>
              </a:path>
            </a:pathLst>
          </a:custGeom>
          <a:noFill/>
          <a:ln w="25400" cap="flat" cmpd="sng" algn="ctr">
            <a:solidFill>
              <a:sysClr lastClr="000000" val="windowText"/>
            </a:solidFill>
            <a:prstDash val="solid"/>
          </a:ln>
          <a:effectLst/>
        </p:spPr>
        <p:txBody>
          <a:bodyPr anchor="ctr"/>
          <a:p>
            <a:pPr algn="ctr"/>
            <a:endParaRPr altLang="en-US" kern="0" lang="zh-CN">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2" name="TextBox 1"/>
          <p:cNvSpPr txBox="1">
            <a:spLocks noChangeArrowheads="1"/>
          </p:cNvSpPr>
          <p:nvPr/>
        </p:nvSpPr>
        <p:spPr bwMode="auto">
          <a:xfrm>
            <a:off x="2087155" y="2748054"/>
            <a:ext cx="7886700" cy="401320"/>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3000"/>
              </a:lnSpc>
              <a:spcBef>
                <a:spcPct val="0"/>
              </a:spcBef>
              <a:spcAft>
                <a:spcPct val="0"/>
              </a:spcAft>
            </a:pP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取代基</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X</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NO</a:t>
            </a:r>
            <a:r>
              <a:rPr altLang="zh-CN" b="1" sz="1600" lang="en-US">
                <a:solidFill>
                  <a:prstClr val="black"/>
                </a:solidFill>
                <a:latin typeface="Times New Roman" panose="02020603050405020304" pitchFamily="18" charset="0"/>
                <a:ea typeface="Adobe 楷体 Std R" pitchFamily="18" charset="-122"/>
                <a:cs typeface="Times New Roman" panose="02020603050405020304" pitchFamily="18" charset="0"/>
              </a:rPr>
              <a:t>2</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CN</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COOCH</a:t>
            </a:r>
            <a:r>
              <a:rPr altLang="zh-CN" b="1" sz="1600" lang="en-US">
                <a:solidFill>
                  <a:prstClr val="black"/>
                </a:solidFill>
                <a:latin typeface="Times New Roman" panose="02020603050405020304" pitchFamily="18" charset="0"/>
                <a:ea typeface="Adobe 楷体 Std R" pitchFamily="18" charset="-122"/>
                <a:cs typeface="Times New Roman" panose="02020603050405020304" pitchFamily="18" charset="0"/>
              </a:rPr>
              <a:t>3</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CH=CH</a:t>
            </a:r>
            <a:r>
              <a:rPr altLang="zh-CN" b="1" sz="1600" lang="en-US">
                <a:solidFill>
                  <a:prstClr val="black"/>
                </a:solidFill>
                <a:latin typeface="Times New Roman" panose="02020603050405020304" pitchFamily="18" charset="0"/>
                <a:ea typeface="Adobe 楷体 Std R" pitchFamily="18" charset="-122"/>
                <a:cs typeface="Times New Roman" panose="02020603050405020304" pitchFamily="18" charset="0"/>
              </a:rPr>
              <a:t>2</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C</a:t>
            </a:r>
            <a:r>
              <a:rPr altLang="zh-CN" b="1" sz="1600" lang="en-US">
                <a:solidFill>
                  <a:prstClr val="black"/>
                </a:solidFill>
                <a:latin typeface="Times New Roman" panose="02020603050405020304" pitchFamily="18" charset="0"/>
                <a:ea typeface="Adobe 楷体 Std R" pitchFamily="18" charset="-122"/>
                <a:cs typeface="Times New Roman" panose="02020603050405020304" pitchFamily="18" charset="0"/>
              </a:rPr>
              <a:t>6</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H</a:t>
            </a:r>
            <a:r>
              <a:rPr altLang="zh-CN" b="1" sz="1600" lang="en-US">
                <a:solidFill>
                  <a:prstClr val="black"/>
                </a:solidFill>
                <a:latin typeface="Times New Roman" panose="02020603050405020304" pitchFamily="18" charset="0"/>
                <a:ea typeface="Adobe 楷体 Std R" pitchFamily="18" charset="-122"/>
                <a:cs typeface="Times New Roman" panose="02020603050405020304" pitchFamily="18" charset="0"/>
              </a:rPr>
              <a:t>5</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CH</a:t>
            </a:r>
            <a:r>
              <a:rPr altLang="zh-CN" b="1" sz="1600" lang="en-US">
                <a:solidFill>
                  <a:prstClr val="black"/>
                </a:solidFill>
                <a:latin typeface="Times New Roman" panose="02020603050405020304" pitchFamily="18" charset="0"/>
                <a:ea typeface="Adobe 楷体 Std R" pitchFamily="18" charset="-122"/>
                <a:cs typeface="Times New Roman" panose="02020603050405020304" pitchFamily="18" charset="0"/>
              </a:rPr>
              <a:t>3</a:t>
            </a: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   </a:t>
            </a:r>
            <a:r>
              <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rPr>
              <a:t>OR</a:t>
            </a:r>
            <a:endParaRPr altLang="zh-CN" b="1" sz="2400" lang="en-US">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3" name="TextBox 1"/>
          <p:cNvSpPr txBox="1">
            <a:spLocks noChangeArrowheads="1"/>
          </p:cNvSpPr>
          <p:nvPr/>
        </p:nvSpPr>
        <p:spPr bwMode="auto">
          <a:xfrm>
            <a:off x="5643155" y="3649754"/>
            <a:ext cx="1524000" cy="401319"/>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2300"/>
              </a:lnSpc>
              <a:spcBef>
                <a:spcPct val="0"/>
              </a:spcBef>
              <a:spcAft>
                <a:spcPct val="0"/>
              </a:spcAft>
            </a:pP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自由基聚合</a:t>
            </a:r>
            <a:endPar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4" name="TextBox 1"/>
          <p:cNvSpPr txBox="1">
            <a:spLocks noChangeArrowheads="1"/>
          </p:cNvSpPr>
          <p:nvPr/>
        </p:nvSpPr>
        <p:spPr bwMode="auto">
          <a:xfrm>
            <a:off x="5643155" y="4411754"/>
            <a:ext cx="1524000" cy="401319"/>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2300"/>
              </a:lnSpc>
              <a:spcBef>
                <a:spcPct val="0"/>
              </a:spcBef>
              <a:spcAft>
                <a:spcPct val="0"/>
              </a:spcAft>
            </a:pP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阴离子聚合</a:t>
            </a:r>
            <a:endPar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5" name="TextBox 1"/>
          <p:cNvSpPr txBox="1">
            <a:spLocks noChangeArrowheads="1"/>
          </p:cNvSpPr>
          <p:nvPr/>
        </p:nvSpPr>
        <p:spPr bwMode="auto">
          <a:xfrm>
            <a:off x="7776755" y="2074954"/>
            <a:ext cx="1524000" cy="401319"/>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2300"/>
              </a:lnSpc>
              <a:spcBef>
                <a:spcPct val="0"/>
              </a:spcBef>
              <a:spcAft>
                <a:spcPct val="0"/>
              </a:spcAft>
            </a:pPr>
            <a:r>
              <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rPr>
              <a:t>阳离子聚合</a:t>
            </a:r>
            <a:endParaRPr altLang="zh-CN" sz="2400" lang="en-US">
              <a:solidFill>
                <a:prstClr val="black"/>
              </a:solidFill>
              <a:latin typeface="Times New Roman" panose="02020603050405020304" pitchFamily="18" charset="0"/>
              <a:ea typeface="Adobe 楷体 Std R" pitchFamily="18" charset="-122"/>
              <a:cs typeface="Times New Roman" panose="02020603050405020304" pitchFamily="18" charset="0"/>
            </a:endParaRPr>
          </a:p>
        </p:txBody>
      </p:sp>
      <p:sp>
        <p:nvSpPr>
          <p:cNvPr id="1048686" name="文本框 2"/>
          <p:cNvSpPr txBox="1"/>
          <p:nvPr/>
        </p:nvSpPr>
        <p:spPr>
          <a:xfrm>
            <a:off x="6786245" y="757555"/>
            <a:ext cx="2937510" cy="460375"/>
          </a:xfrm>
          <a:prstGeom prst="rect"/>
          <a:noFill/>
        </p:spPr>
        <p:txBody>
          <a:bodyPr rtlCol="0" wrap="none">
            <a:spAutoFit/>
          </a:bodyPr>
          <a:p>
            <a:r>
              <a:rPr altLang="en-US" b="1" sz="2400" lang="zh-CN">
                <a:solidFill>
                  <a:srgbClr val="FF0000"/>
                </a:solidFill>
                <a:latin typeface="宋体" panose="02010600030101010101" pitchFamily="2" charset="-122"/>
                <a:ea typeface="宋体" panose="02010600030101010101" pitchFamily="2" charset="-122"/>
              </a:rPr>
              <a:t>电子效应、位阻效应</a:t>
            </a:r>
            <a:endParaRPr altLang="en-US" b="1" sz="2400" lang="zh-CN">
              <a:solidFill>
                <a:srgbClr val="FF0000"/>
              </a:solidFill>
              <a:latin typeface="宋体" panose="02010600030101010101" pitchFamily="2" charset="-122"/>
              <a:ea typeface="宋体" panose="02010600030101010101" pitchFamily="2" charset="-122"/>
            </a:endParaRPr>
          </a:p>
        </p:txBody>
      </p:sp>
      <p:sp>
        <p:nvSpPr>
          <p:cNvPr id="1048687" name="文本框 4"/>
          <p:cNvSpPr txBox="1"/>
          <p:nvPr/>
        </p:nvSpPr>
        <p:spPr>
          <a:xfrm>
            <a:off x="2432050" y="1424305"/>
            <a:ext cx="7597775" cy="460375"/>
          </a:xfrm>
          <a:prstGeom prst="rect"/>
          <a:noFill/>
        </p:spPr>
        <p:txBody>
          <a:bodyPr rtlCol="0" wrap="square">
            <a:spAutoFit/>
          </a:bodyPr>
          <a:p>
            <a:r>
              <a:rPr altLang="en-US" b="1" sz="2400" lang="zh-CN">
                <a:latin typeface="宋体" panose="02010600030101010101" pitchFamily="2" charset="-122"/>
                <a:ea typeface="宋体" panose="02010600030101010101" pitchFamily="2" charset="-122"/>
              </a:rPr>
              <a:t>取代基与聚合选择性的关系：</a:t>
            </a:r>
            <a:endParaRPr altLang="en-US" b="1" sz="2400" lang="zh-CN">
              <a:latin typeface="宋体" panose="02010600030101010101" pitchFamily="2" charset="-122"/>
              <a:ea typeface="宋体" panose="02010600030101010101" pitchFamily="2" charset="-122"/>
            </a:endParaRPr>
          </a:p>
        </p:txBody>
      </p:sp>
      <p:sp>
        <p:nvSpPr>
          <p:cNvPr id="1048688" name="文本框 5"/>
          <p:cNvSpPr txBox="1"/>
          <p:nvPr/>
        </p:nvSpPr>
        <p:spPr>
          <a:xfrm>
            <a:off x="671195" y="5396230"/>
            <a:ext cx="10850880" cy="1005840"/>
          </a:xfrm>
          <a:prstGeom prst="rect"/>
          <a:noFill/>
        </p:spPr>
        <p:txBody>
          <a:bodyPr rtlCol="0" wrap="none">
            <a:spAutoFit/>
          </a:bodyPr>
          <a:p>
            <a:pPr fontAlgn="auto">
              <a:lnSpc>
                <a:spcPct val="150000"/>
              </a:lnSpc>
            </a:pPr>
            <a:r>
              <a:rPr altLang="zh-CN" sz="2000" lang="en-US">
                <a:solidFill>
                  <a:schemeClr val="tx1"/>
                </a:solidFill>
                <a:latin typeface="Times New Roman" panose="02020603050405020304" pitchFamily="18" charset="0"/>
                <a:ea typeface="宋体" panose="02010600030101010101" pitchFamily="2" charset="-122"/>
              </a:rPr>
              <a:t>1,1-</a:t>
            </a:r>
            <a:r>
              <a:rPr altLang="en-US" sz="2000" lang="zh-CN">
                <a:solidFill>
                  <a:schemeClr val="tx1"/>
                </a:solidFill>
                <a:latin typeface="Times New Roman" panose="02020603050405020304" pitchFamily="18" charset="0"/>
                <a:ea typeface="宋体" panose="02010600030101010101" pitchFamily="2" charset="-122"/>
              </a:rPr>
              <a:t>双取代烯类单体结构不对称，极化程度增加，更易聚合；</a:t>
            </a:r>
            <a:r>
              <a:rPr altLang="zh-CN" sz="2000" lang="en-US">
                <a:solidFill>
                  <a:schemeClr val="tx1"/>
                </a:solidFill>
                <a:latin typeface="Times New Roman" panose="02020603050405020304" pitchFamily="18" charset="0"/>
                <a:ea typeface="宋体" panose="02010600030101010101" pitchFamily="2" charset="-122"/>
              </a:rPr>
              <a:t>1,2</a:t>
            </a:r>
            <a:r>
              <a:rPr altLang="en-US" sz="2000" lang="zh-CN">
                <a:solidFill>
                  <a:schemeClr val="tx1"/>
                </a:solidFill>
                <a:latin typeface="Times New Roman" panose="02020603050405020304" pitchFamily="18" charset="0"/>
                <a:ea typeface="宋体" panose="02010600030101010101" pitchFamily="2" charset="-122"/>
              </a:rPr>
              <a:t>双取代烯类单体结构对称，极</a:t>
            </a:r>
            <a:endParaRPr altLang="en-US" sz="2000" lang="zh-CN">
              <a:solidFill>
                <a:schemeClr val="tx1"/>
              </a:solidFill>
              <a:latin typeface="Times New Roman" panose="02020603050405020304" pitchFamily="18" charset="0"/>
              <a:ea typeface="宋体" panose="02010600030101010101" pitchFamily="2" charset="-122"/>
            </a:endParaRPr>
          </a:p>
          <a:p>
            <a:pPr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化程度低，难以均聚；三取代或四取代乙烯一般都不能聚合，但氟代乙烯是个例外，无论氟代的</a:t>
            </a:r>
            <a:endParaRPr altLang="en-US" sz="2000" lang="zh-CN">
              <a:solidFill>
                <a:schemeClr val="tx1"/>
              </a:solidFill>
              <a:latin typeface="Times New Roman" panose="02020603050405020304" pitchFamily="18" charset="0"/>
              <a:ea typeface="宋体" panose="02010600030101010101" pitchFamily="2" charset="-122"/>
            </a:endParaRPr>
          </a:p>
          <a:p>
            <a:pPr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数量和位置如何，均易聚合。</a:t>
            </a:r>
            <a:endParaRPr altLang="en-US" sz="2000" lang="zh-CN">
              <a:solidFill>
                <a:schemeClr val="tx1"/>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88" name=""/>
        <p:cNvGrpSpPr/>
        <p:nvPr/>
      </p:nvGrpSpPr>
      <p:grpSpPr>
        <a:xfrm/>
      </p:grpSpPr>
      <p:pic>
        <p:nvPicPr>
          <p:cNvPr id="2097193" name="图片 2"/>
          <p:cNvPicPr>
            <a:picLocks noChangeAspect="1"/>
          </p:cNvPicPr>
          <p:nvPr/>
        </p:nvPicPr>
        <p:blipFill>
          <a:blip xmlns:r="http://schemas.openxmlformats.org/officeDocument/2006/relationships" r:embed="rId1"/>
          <a:stretch>
            <a:fillRect/>
          </a:stretch>
        </p:blipFill>
        <p:spPr>
          <a:xfrm>
            <a:off x="1527810" y="746462"/>
            <a:ext cx="9136800" cy="1208502"/>
          </a:xfrm>
          <a:prstGeom prst="rect"/>
        </p:spPr>
      </p:pic>
      <p:pic>
        <p:nvPicPr>
          <p:cNvPr id="2097194" name="图片 4"/>
          <p:cNvPicPr>
            <a:picLocks noChangeAspect="1"/>
          </p:cNvPicPr>
          <p:nvPr/>
        </p:nvPicPr>
        <p:blipFill rotWithShape="1">
          <a:blip xmlns:r="http://schemas.openxmlformats.org/officeDocument/2006/relationships" r:embed="rId2"/>
          <a:srcRect b="12706"/>
          <a:stretch>
            <a:fillRect/>
          </a:stretch>
        </p:blipFill>
        <p:spPr>
          <a:xfrm>
            <a:off x="1955800" y="2344780"/>
            <a:ext cx="8280000" cy="3725037"/>
          </a:xfrm>
          <a:prstGeom prst="rect"/>
        </p:spPr>
      </p:pic>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89" name=""/>
        <p:cNvGrpSpPr/>
        <p:nvPr/>
      </p:nvGrpSpPr>
      <p:grpSpPr>
        <a:xfrm>
          <a:off x="0" y="0"/>
          <a:ext cx="0" cy="0"/>
          <a:chOff x="0" y="0"/>
          <a:chExt cx="0" cy="0"/>
        </a:xfrm>
      </p:grpSpPr>
      <p:sp>
        <p:nvSpPr>
          <p:cNvPr id="1048689" name="TextBox 1"/>
          <p:cNvSpPr txBox="1">
            <a:spLocks noChangeArrowheads="1"/>
          </p:cNvSpPr>
          <p:nvPr/>
        </p:nvSpPr>
        <p:spPr bwMode="auto">
          <a:xfrm>
            <a:off x="10280343" y="6648404"/>
            <a:ext cx="152400" cy="212090"/>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300"/>
              </a:lnSpc>
            </a:pPr>
            <a:r>
              <a:rPr altLang="zh-CN" sz="1200" lang="en-US">
                <a:solidFill>
                  <a:prstClr val="black"/>
                </a:solidFill>
                <a:latin typeface="Times New Roman" panose="02020603050405020304" pitchFamily="18" charset="0"/>
                <a:cs typeface="Times New Roman" panose="02020603050405020304" pitchFamily="18" charset="0"/>
              </a:rPr>
              <a:t>36</a:t>
            </a:r>
            <a:endParaRPr altLang="zh-CN" sz="1200" lang="en-US">
              <a:solidFill>
                <a:prstClr val="black"/>
              </a:solidFill>
              <a:latin typeface="Times New Roman" panose="02020603050405020304" pitchFamily="18" charset="0"/>
              <a:cs typeface="Times New Roman" panose="02020603050405020304" pitchFamily="18" charset="0"/>
            </a:endParaRPr>
          </a:p>
        </p:txBody>
      </p:sp>
      <p:sp>
        <p:nvSpPr>
          <p:cNvPr id="1048690" name="TextBox 1"/>
          <p:cNvSpPr txBox="1">
            <a:spLocks noChangeArrowheads="1"/>
          </p:cNvSpPr>
          <p:nvPr/>
        </p:nvSpPr>
        <p:spPr bwMode="auto">
          <a:xfrm>
            <a:off x="2374628" y="1101769"/>
            <a:ext cx="2502535" cy="455930"/>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200"/>
              </a:lnSpc>
            </a:pPr>
            <a:r>
              <a:rPr altLang="zh-CN" b="1" dirty="0" sz="2800" lang="en-US" err="1" smtClean="0">
                <a:solidFill>
                  <a:prstClr val="black"/>
                </a:solidFill>
                <a:latin typeface="宋体" panose="02010600030101010101" pitchFamily="2" charset="-122"/>
                <a:cs typeface="楷体_GB2312"/>
              </a:rPr>
              <a:t>自由基聚合机理</a:t>
            </a:r>
            <a:endParaRPr altLang="zh-CN" b="1" dirty="0" sz="2800" lang="en-US" err="1" smtClean="0">
              <a:solidFill>
                <a:prstClr val="black"/>
              </a:solidFill>
              <a:latin typeface="宋体" panose="02010600030101010101" pitchFamily="2" charset="-122"/>
              <a:cs typeface="楷体_GB2312"/>
            </a:endParaRPr>
          </a:p>
        </p:txBody>
      </p:sp>
      <p:sp>
        <p:nvSpPr>
          <p:cNvPr id="1048691" name="TextBox 1"/>
          <p:cNvSpPr txBox="1">
            <a:spLocks noChangeArrowheads="1"/>
          </p:cNvSpPr>
          <p:nvPr/>
        </p:nvSpPr>
        <p:spPr bwMode="auto">
          <a:xfrm>
            <a:off x="5418560" y="1155468"/>
            <a:ext cx="5195570" cy="391795"/>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00"/>
              </a:lnSpc>
            </a:pPr>
            <a:r>
              <a:rPr altLang="en-US" dirty="0" sz="2400" lang="zh-CN" smtClean="0">
                <a:solidFill>
                  <a:prstClr val="black"/>
                </a:solidFill>
                <a:latin typeface="宋体" panose="02010600030101010101" pitchFamily="2" charset="-122"/>
                <a:cs typeface="楷体_GB2312"/>
              </a:rPr>
              <a:t>动力学特征：</a:t>
            </a:r>
            <a:r>
              <a:rPr altLang="en-US" b="1" dirty="0" sz="2400" lang="zh-CN" smtClean="0">
                <a:solidFill>
                  <a:srgbClr val="FF0000"/>
                </a:solidFill>
                <a:latin typeface="宋体" panose="02010600030101010101" pitchFamily="2" charset="-122"/>
                <a:cs typeface="楷体_GB2312"/>
              </a:rPr>
              <a:t>慢引发，快增长，速终止</a:t>
            </a:r>
            <a:endParaRPr altLang="en-US" b="1" dirty="0" sz="2400" lang="zh-CN" smtClean="0">
              <a:solidFill>
                <a:srgbClr val="FF0000"/>
              </a:solidFill>
              <a:latin typeface="宋体" panose="02010600030101010101" pitchFamily="2" charset="-122"/>
              <a:cs typeface="楷体_GB2312"/>
            </a:endParaRPr>
          </a:p>
        </p:txBody>
      </p:sp>
      <p:sp>
        <p:nvSpPr>
          <p:cNvPr id="1048692" name="TextBox 1"/>
          <p:cNvSpPr txBox="1">
            <a:spLocks noChangeArrowheads="1"/>
          </p:cNvSpPr>
          <p:nvPr/>
        </p:nvSpPr>
        <p:spPr bwMode="auto">
          <a:xfrm>
            <a:off x="2207895" y="1827530"/>
            <a:ext cx="3811270" cy="481330"/>
          </a:xfrm>
          <a:prstGeom prst="rect"/>
          <a:noFill/>
          <a:ln>
            <a:noFill/>
          </a:ln>
        </p:spPr>
        <p:txBody>
          <a:bodyPr lIns="0" rIns="0" tIns="0"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400"/>
              </a:lnSpc>
            </a:pPr>
            <a:r>
              <a:rPr altLang="zh-CN" b="1" dirty="0" sz="2400" lang="en-US">
                <a:solidFill>
                  <a:prstClr val="black"/>
                </a:solidFill>
                <a:latin typeface="Times New Roman" panose="02020603050405020304" pitchFamily="18" charset="0"/>
                <a:cs typeface="Times New Roman" panose="02020603050405020304" pitchFamily="18" charset="0"/>
              </a:rPr>
              <a:t>(1)</a:t>
            </a:r>
            <a:r>
              <a:rPr altLang="zh-CN" dirty="0" sz="2400" lang="en-US">
                <a:solidFill>
                  <a:prstClr val="black"/>
                </a:solidFill>
                <a:latin typeface="Times New Roman" panose="02020603050405020304" pitchFamily="18" charset="0"/>
                <a:cs typeface="Times New Roman" panose="02020603050405020304" pitchFamily="18" charset="0"/>
              </a:rPr>
              <a:t> </a:t>
            </a:r>
            <a:r>
              <a:rPr altLang="zh-CN" dirty="0" sz="2400" lang="en-US" err="1">
                <a:solidFill>
                  <a:prstClr val="black"/>
                </a:solidFill>
                <a:latin typeface="Times New Roman" panose="02020603050405020304" pitchFamily="18" charset="0"/>
                <a:cs typeface="楷体_GB2312"/>
              </a:rPr>
              <a:t>链引发（</a:t>
            </a:r>
            <a:r>
              <a:rPr altLang="zh-CN" b="1" dirty="0" sz="2400" lang="en-US" err="1">
                <a:solidFill>
                  <a:prstClr val="black"/>
                </a:solidFill>
                <a:latin typeface="Times New Roman" panose="02020603050405020304" pitchFamily="18" charset="0"/>
                <a:cs typeface="Times New Roman" panose="02020603050405020304" pitchFamily="18" charset="0"/>
              </a:rPr>
              <a:t>Chain</a:t>
            </a:r>
            <a:r>
              <a:rPr altLang="zh-CN" dirty="0" sz="2400" lang="en-US">
                <a:solidFill>
                  <a:prstClr val="black"/>
                </a:solidFill>
                <a:latin typeface="Times New Roman" panose="02020603050405020304" pitchFamily="18" charset="0"/>
                <a:cs typeface="Times New Roman" panose="02020603050405020304" pitchFamily="18" charset="0"/>
              </a:rPr>
              <a:t> </a:t>
            </a:r>
            <a:r>
              <a:rPr altLang="zh-CN" b="1" dirty="0" sz="2400" lang="en-US">
                <a:solidFill>
                  <a:prstClr val="black"/>
                </a:solidFill>
                <a:latin typeface="Times New Roman" panose="02020603050405020304" pitchFamily="18" charset="0"/>
                <a:cs typeface="Times New Roman" panose="02020603050405020304" pitchFamily="18" charset="0"/>
              </a:rPr>
              <a:t>Initiation</a:t>
            </a:r>
            <a:r>
              <a:rPr altLang="zh-CN" b="1" dirty="0" sz="2400" lang="en-US">
                <a:solidFill>
                  <a:prstClr val="black"/>
                </a:solidFill>
                <a:latin typeface="Times New Roman" panose="02020603050405020304" pitchFamily="18" charset="0"/>
                <a:cs typeface="Times New Roman" panose="02020603050405020304" pitchFamily="18" charset="0"/>
              </a:rPr>
              <a:t>)  </a:t>
            </a:r>
            <a:endParaRPr altLang="zh-CN" b="1" dirty="0" sz="2400" lang="en-US">
              <a:solidFill>
                <a:prstClr val="black"/>
              </a:solidFill>
              <a:latin typeface="Times New Roman" panose="02020603050405020304" pitchFamily="18" charset="0"/>
              <a:cs typeface="Times New Roman" panose="02020603050405020304" pitchFamily="18" charset="0"/>
            </a:endParaRPr>
          </a:p>
        </p:txBody>
      </p:sp>
      <p:sp>
        <p:nvSpPr>
          <p:cNvPr id="1048693" name="TextBox 1"/>
          <p:cNvSpPr txBox="1">
            <a:spLocks noChangeArrowheads="1"/>
          </p:cNvSpPr>
          <p:nvPr/>
        </p:nvSpPr>
        <p:spPr bwMode="auto">
          <a:xfrm>
            <a:off x="2822269" y="2383288"/>
            <a:ext cx="6629400" cy="1201421"/>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50000"/>
              </a:lnSpc>
            </a:pPr>
            <a:r>
              <a:rPr altLang="zh-CN" dirty="0" lang="en-US" err="1">
                <a:solidFill>
                  <a:prstClr val="black"/>
                </a:solidFill>
                <a:latin typeface="楷体_GB2312"/>
                <a:ea typeface="楷体_GB2312"/>
                <a:cs typeface="楷体_GB2312"/>
              </a:rPr>
              <a:t>形成单体自由基的基元反应，有两步组成</a:t>
            </a:r>
            <a:r>
              <a:rPr altLang="zh-CN" dirty="0" lang="en-US" smtClean="0">
                <a:solidFill>
                  <a:prstClr val="black"/>
                </a:solidFill>
                <a:latin typeface="楷体_GB2312"/>
                <a:ea typeface="楷体_GB2312"/>
                <a:cs typeface="楷体_GB2312"/>
              </a:rPr>
              <a:t>：</a:t>
            </a:r>
            <a:endParaRPr altLang="zh-CN" dirty="0" lang="en-US" smtClean="0">
              <a:solidFill>
                <a:prstClr val="black"/>
              </a:solidFill>
              <a:latin typeface="楷体_GB2312"/>
              <a:ea typeface="楷体_GB2312"/>
              <a:cs typeface="楷体_GB2312"/>
            </a:endParaRPr>
          </a:p>
          <a:p>
            <a:pPr eaLnBrk="1" fontAlgn="auto" hangingPunct="1">
              <a:lnSpc>
                <a:spcPct val="150000"/>
              </a:lnSpc>
            </a:pPr>
            <a:r>
              <a:rPr altLang="zh-CN" dirty="0" lang="en-US" err="1" smtClean="0">
                <a:solidFill>
                  <a:prstClr val="black"/>
                </a:solidFill>
                <a:latin typeface="楷体_GB2312"/>
                <a:ea typeface="楷体_GB2312"/>
                <a:cs typeface="楷体_GB2312"/>
              </a:rPr>
              <a:t>初级自由基</a:t>
            </a:r>
            <a:r>
              <a:rPr altLang="zh-CN" b="1" dirty="0" lang="en-US">
                <a:solidFill>
                  <a:prstClr val="black"/>
                </a:solidFill>
                <a:latin typeface="Times New Roman" panose="02020603050405020304" pitchFamily="18" charset="0"/>
                <a:cs typeface="Times New Roman" panose="02020603050405020304" pitchFamily="18" charset="0"/>
              </a:rPr>
              <a:t>(Primary</a:t>
            </a:r>
            <a:r>
              <a:rPr altLang="zh-CN" dirty="0" lang="en-US">
                <a:solidFill>
                  <a:prstClr val="black"/>
                </a:solidFill>
                <a:latin typeface="Times New Roman" panose="02020603050405020304" pitchFamily="18" charset="0"/>
                <a:cs typeface="Times New Roman" panose="02020603050405020304" pitchFamily="18" charset="0"/>
              </a:rPr>
              <a:t>  </a:t>
            </a:r>
            <a:r>
              <a:rPr altLang="zh-CN" b="1" dirty="0" lang="en-US">
                <a:solidFill>
                  <a:prstClr val="black"/>
                </a:solidFill>
                <a:latin typeface="Times New Roman" panose="02020603050405020304" pitchFamily="18" charset="0"/>
                <a:cs typeface="Times New Roman" panose="02020603050405020304" pitchFamily="18" charset="0"/>
              </a:rPr>
              <a:t>Radical)</a:t>
            </a:r>
            <a:r>
              <a:rPr altLang="zh-CN" dirty="0" lang="en-US">
                <a:solidFill>
                  <a:prstClr val="black"/>
                </a:solidFill>
                <a:latin typeface="Times New Roman" panose="02020603050405020304" pitchFamily="18" charset="0"/>
                <a:cs typeface="Times New Roman" panose="02020603050405020304" pitchFamily="18" charset="0"/>
              </a:rPr>
              <a:t>    </a:t>
            </a:r>
            <a:r>
              <a:rPr altLang="zh-CN" b="1" dirty="0" lang="en-US">
                <a:solidFill>
                  <a:prstClr val="black"/>
                </a:solidFill>
                <a:latin typeface="Times New Roman" panose="02020603050405020304" pitchFamily="18" charset="0"/>
                <a:cs typeface="Times New Roman" panose="02020603050405020304" pitchFamily="18" charset="0"/>
              </a:rPr>
              <a:t>R·</a:t>
            </a:r>
            <a:r>
              <a:rPr altLang="zh-CN" dirty="0" lang="en-US">
                <a:solidFill>
                  <a:prstClr val="black"/>
                </a:solidFill>
                <a:latin typeface="Times New Roman" panose="02020603050405020304" pitchFamily="18" charset="0"/>
                <a:cs typeface="Times New Roman" panose="02020603050405020304" pitchFamily="18" charset="0"/>
              </a:rPr>
              <a:t> </a:t>
            </a:r>
            <a:r>
              <a:rPr altLang="zh-CN" dirty="0" lang="en-US" err="1" smtClean="0">
                <a:solidFill>
                  <a:prstClr val="black"/>
                </a:solidFill>
                <a:latin typeface="楷体_GB2312"/>
                <a:ea typeface="楷体_GB2312"/>
                <a:cs typeface="楷体_GB2312"/>
              </a:rPr>
              <a:t>的形成</a:t>
            </a:r>
            <a:r>
              <a:rPr altLang="zh-CN" dirty="0" lang="en-US" smtClean="0">
                <a:solidFill>
                  <a:prstClr val="black"/>
                </a:solidFill>
                <a:latin typeface="楷体_GB2312"/>
                <a:ea typeface="楷体_GB2312"/>
                <a:cs typeface="楷体_GB2312"/>
              </a:rPr>
              <a:t> </a:t>
            </a:r>
            <a:r>
              <a:rPr altLang="en-US" dirty="0" sz="1600" lang="zh-CN" smtClean="0">
                <a:solidFill>
                  <a:prstClr val="black"/>
                </a:solidFill>
                <a:latin typeface="楷体_GB2312"/>
                <a:ea typeface="楷体_GB2312"/>
                <a:cs typeface="楷体_GB2312"/>
              </a:rPr>
              <a:t>（</a:t>
            </a:r>
            <a:r>
              <a:rPr altLang="en-US" dirty="0" sz="1600" lang="zh-CN">
                <a:solidFill>
                  <a:prstClr val="black"/>
                </a:solidFill>
                <a:latin typeface="楷体_GB2312"/>
                <a:ea typeface="楷体_GB2312"/>
                <a:cs typeface="楷体_GB2312"/>
              </a:rPr>
              <a:t>活化能</a:t>
            </a:r>
            <a:r>
              <a:rPr altLang="en-US" dirty="0" sz="1600" lang="zh-CN" smtClean="0">
                <a:solidFill>
                  <a:prstClr val="black"/>
                </a:solidFill>
                <a:latin typeface="楷体_GB2312"/>
                <a:ea typeface="楷体_GB2312"/>
                <a:cs typeface="楷体_GB2312"/>
              </a:rPr>
              <a:t>高反应速率小）</a:t>
            </a:r>
            <a:endParaRPr altLang="zh-CN" dirty="0" sz="2000" lang="en-US">
              <a:solidFill>
                <a:prstClr val="black"/>
              </a:solidFill>
              <a:latin typeface="楷体_GB2312"/>
              <a:ea typeface="楷体_GB2312"/>
              <a:cs typeface="楷体_GB2312"/>
            </a:endParaRPr>
          </a:p>
          <a:p>
            <a:pPr eaLnBrk="1" fontAlgn="auto" hangingPunct="1">
              <a:lnSpc>
                <a:spcPct val="150000"/>
              </a:lnSpc>
            </a:pPr>
            <a:r>
              <a:rPr altLang="zh-CN" dirty="0" lang="en-US" err="1" smtClean="0">
                <a:solidFill>
                  <a:prstClr val="black"/>
                </a:solidFill>
                <a:latin typeface="楷体_GB2312"/>
                <a:ea typeface="楷体_GB2312"/>
                <a:cs typeface="楷体_GB2312"/>
              </a:rPr>
              <a:t>单体自由基</a:t>
            </a:r>
            <a:r>
              <a:rPr altLang="zh-CN" b="1" dirty="0" lang="en-US" smtClean="0">
                <a:solidFill>
                  <a:prstClr val="black"/>
                </a:solidFill>
                <a:latin typeface="Times New Roman" panose="02020603050405020304" pitchFamily="18" charset="0"/>
                <a:cs typeface="Times New Roman" panose="02020603050405020304" pitchFamily="18" charset="0"/>
              </a:rPr>
              <a:t>(Monomer</a:t>
            </a:r>
            <a:r>
              <a:rPr altLang="zh-CN" dirty="0" lang="en-US" smtClean="0">
                <a:solidFill>
                  <a:prstClr val="black"/>
                </a:solidFill>
                <a:latin typeface="Times New Roman" panose="02020603050405020304" pitchFamily="18" charset="0"/>
                <a:cs typeface="Times New Roman" panose="02020603050405020304" pitchFamily="18" charset="0"/>
              </a:rPr>
              <a:t> </a:t>
            </a:r>
            <a:r>
              <a:rPr altLang="zh-CN" b="1" dirty="0" lang="en-US" smtClean="0">
                <a:solidFill>
                  <a:prstClr val="black"/>
                </a:solidFill>
                <a:latin typeface="Times New Roman" panose="02020603050405020304" pitchFamily="18" charset="0"/>
                <a:cs typeface="Times New Roman" panose="02020603050405020304" pitchFamily="18" charset="0"/>
              </a:rPr>
              <a:t>Radical)</a:t>
            </a:r>
            <a:r>
              <a:rPr altLang="zh-CN" dirty="0" lang="en-US" smtClean="0">
                <a:solidFill>
                  <a:prstClr val="black"/>
                </a:solidFill>
                <a:latin typeface="Times New Roman" panose="02020603050405020304" pitchFamily="18" charset="0"/>
                <a:cs typeface="Times New Roman" panose="02020603050405020304" pitchFamily="18" charset="0"/>
              </a:rPr>
              <a:t>  </a:t>
            </a:r>
            <a:r>
              <a:rPr altLang="zh-CN" b="1" dirty="0" lang="en-US" smtClean="0">
                <a:solidFill>
                  <a:prstClr val="black"/>
                </a:solidFill>
                <a:latin typeface="Times New Roman" panose="02020603050405020304" pitchFamily="18" charset="0"/>
                <a:cs typeface="Times New Roman" panose="02020603050405020304" pitchFamily="18" charset="0"/>
              </a:rPr>
              <a:t>M·</a:t>
            </a:r>
            <a:r>
              <a:rPr altLang="zh-CN" dirty="0" lang="en-US" smtClean="0">
                <a:solidFill>
                  <a:prstClr val="black"/>
                </a:solidFill>
                <a:latin typeface="Times New Roman" panose="02020603050405020304" pitchFamily="18" charset="0"/>
                <a:cs typeface="Times New Roman" panose="02020603050405020304" pitchFamily="18" charset="0"/>
              </a:rPr>
              <a:t> </a:t>
            </a:r>
            <a:r>
              <a:rPr altLang="zh-CN" dirty="0" lang="en-US" err="1" smtClean="0">
                <a:solidFill>
                  <a:prstClr val="black"/>
                </a:solidFill>
                <a:latin typeface="楷体_GB2312"/>
                <a:ea typeface="楷体_GB2312"/>
                <a:cs typeface="楷体_GB2312"/>
              </a:rPr>
              <a:t>的形成</a:t>
            </a:r>
            <a:r>
              <a:rPr altLang="en-US" dirty="0" sz="1600" lang="zh-CN">
                <a:solidFill>
                  <a:prstClr val="black"/>
                </a:solidFill>
                <a:latin typeface="楷体_GB2312"/>
                <a:ea typeface="楷体_GB2312"/>
                <a:cs typeface="楷体_GB2312"/>
              </a:rPr>
              <a:t>（</a:t>
            </a:r>
            <a:r>
              <a:rPr altLang="en-US" dirty="0" sz="1600" lang="zh-CN" smtClean="0">
                <a:solidFill>
                  <a:prstClr val="black"/>
                </a:solidFill>
                <a:latin typeface="楷体_GB2312"/>
                <a:ea typeface="楷体_GB2312"/>
                <a:cs typeface="楷体_GB2312"/>
              </a:rPr>
              <a:t>活化能低反应速率大）</a:t>
            </a:r>
            <a:endParaRPr altLang="zh-CN" dirty="0" sz="2000" lang="en-US">
              <a:solidFill>
                <a:prstClr val="black"/>
              </a:solidFill>
              <a:latin typeface="楷体_GB2312"/>
              <a:ea typeface="楷体_GB2312"/>
              <a:cs typeface="楷体_GB2312"/>
            </a:endParaRPr>
          </a:p>
          <a:p>
            <a:pPr eaLnBrk="1" hangingPunct="1">
              <a:lnSpc>
                <a:spcPts val="3700"/>
              </a:lnSpc>
            </a:pPr>
            <a:endParaRPr altLang="zh-CN" dirty="0" sz="2400" lang="en-US">
              <a:solidFill>
                <a:prstClr val="black"/>
              </a:solidFill>
              <a:latin typeface="楷体_GB2312"/>
              <a:ea typeface="楷体_GB2312"/>
              <a:cs typeface="楷体_GB2312"/>
            </a:endParaRPr>
          </a:p>
        </p:txBody>
      </p:sp>
      <p:sp>
        <p:nvSpPr>
          <p:cNvPr id="1048694" name="TextBox 1"/>
          <p:cNvSpPr txBox="1">
            <a:spLocks noChangeArrowheads="1"/>
          </p:cNvSpPr>
          <p:nvPr/>
        </p:nvSpPr>
        <p:spPr bwMode="auto">
          <a:xfrm>
            <a:off x="2322886" y="4938842"/>
            <a:ext cx="4826000" cy="401321"/>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400"/>
              </a:lnSpc>
            </a:pPr>
            <a:r>
              <a:rPr altLang="zh-CN" b="1" dirty="0" sz="2400" lang="en-US">
                <a:solidFill>
                  <a:prstClr val="black"/>
                </a:solidFill>
                <a:latin typeface="Times New Roman" panose="02020603050405020304" pitchFamily="18" charset="0"/>
                <a:cs typeface="Times New Roman" panose="02020603050405020304" pitchFamily="18" charset="0"/>
              </a:rPr>
              <a:t>(3)</a:t>
            </a:r>
            <a:r>
              <a:rPr altLang="zh-CN" dirty="0" sz="2400" lang="en-US">
                <a:solidFill>
                  <a:prstClr val="black"/>
                </a:solidFill>
                <a:latin typeface="Times New Roman" panose="02020603050405020304" pitchFamily="18" charset="0"/>
                <a:cs typeface="Times New Roman" panose="02020603050405020304" pitchFamily="18" charset="0"/>
              </a:rPr>
              <a:t> </a:t>
            </a:r>
            <a:r>
              <a:rPr altLang="zh-CN" dirty="0" sz="2400" lang="en-US" err="1">
                <a:solidFill>
                  <a:prstClr val="black"/>
                </a:solidFill>
                <a:latin typeface="楷体_GB2312"/>
                <a:ea typeface="楷体_GB2312"/>
                <a:cs typeface="楷体_GB2312"/>
              </a:rPr>
              <a:t>链终止（</a:t>
            </a:r>
            <a:r>
              <a:rPr altLang="zh-CN" b="1" dirty="0" sz="2400" lang="en-US" err="1">
                <a:solidFill>
                  <a:prstClr val="black"/>
                </a:solidFill>
                <a:latin typeface="Times New Roman" panose="02020603050405020304" pitchFamily="18" charset="0"/>
                <a:cs typeface="Times New Roman" panose="02020603050405020304" pitchFamily="18" charset="0"/>
              </a:rPr>
              <a:t>Chain</a:t>
            </a:r>
            <a:r>
              <a:rPr altLang="zh-CN" dirty="0" sz="2400" lang="en-US">
                <a:solidFill>
                  <a:prstClr val="black"/>
                </a:solidFill>
                <a:latin typeface="Times New Roman" panose="02020603050405020304" pitchFamily="18" charset="0"/>
                <a:cs typeface="Times New Roman" panose="02020603050405020304" pitchFamily="18" charset="0"/>
              </a:rPr>
              <a:t> </a:t>
            </a:r>
            <a:r>
              <a:rPr altLang="zh-CN" b="1" dirty="0" sz="2400" lang="en-US">
                <a:solidFill>
                  <a:prstClr val="black"/>
                </a:solidFill>
                <a:latin typeface="Times New Roman" panose="02020603050405020304" pitchFamily="18" charset="0"/>
                <a:cs typeface="Times New Roman" panose="02020603050405020304" pitchFamily="18" charset="0"/>
              </a:rPr>
              <a:t>Termination</a:t>
            </a:r>
            <a:r>
              <a:rPr altLang="zh-CN" dirty="0" sz="2400" lang="en-US">
                <a:solidFill>
                  <a:prstClr val="black"/>
                </a:solidFill>
                <a:latin typeface="楷体_GB2312"/>
                <a:ea typeface="楷体_GB2312"/>
                <a:cs typeface="楷体_GB2312"/>
              </a:rPr>
              <a:t>）：</a:t>
            </a:r>
            <a:endParaRPr altLang="zh-CN" dirty="0" sz="2400" lang="en-US">
              <a:solidFill>
                <a:prstClr val="black"/>
              </a:solidFill>
              <a:latin typeface="楷体_GB2312"/>
              <a:ea typeface="楷体_GB2312"/>
              <a:cs typeface="楷体_GB2312"/>
            </a:endParaRPr>
          </a:p>
        </p:txBody>
      </p:sp>
      <p:sp>
        <p:nvSpPr>
          <p:cNvPr id="1048695" name="TextBox 1"/>
          <p:cNvSpPr txBox="1">
            <a:spLocks noChangeArrowheads="1"/>
          </p:cNvSpPr>
          <p:nvPr/>
        </p:nvSpPr>
        <p:spPr bwMode="auto">
          <a:xfrm>
            <a:off x="2890449" y="5478475"/>
            <a:ext cx="6362700" cy="312420"/>
          </a:xfrm>
          <a:prstGeom prst="rect"/>
          <a:noFill/>
          <a:ln>
            <a:noFill/>
          </a:ln>
        </p:spPr>
        <p:txBody>
          <a:bodyPr lIns="0" rIns="0" tIns="0" wrap="none">
            <a:spAutoFit/>
          </a:bodyPr>
          <a:lstStyle>
            <a:lvl1pPr eaLnBrk="0" hangingPunct="0" indent="-457200" marL="45720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indent="0" marL="0">
              <a:lnSpc>
                <a:spcPts val="3000"/>
              </a:lnSpc>
            </a:pPr>
            <a:r>
              <a:rPr altLang="zh-CN" dirty="0" lang="en-US" err="1">
                <a:solidFill>
                  <a:prstClr val="black"/>
                </a:solidFill>
                <a:latin typeface="楷体_GB2312"/>
                <a:ea typeface="楷体_GB2312"/>
                <a:cs typeface="楷体_GB2312"/>
              </a:rPr>
              <a:t>活化能很低</a:t>
            </a:r>
            <a:r>
              <a:rPr altLang="zh-CN" dirty="0" lang="en-US">
                <a:solidFill>
                  <a:prstClr val="black"/>
                </a:solidFill>
                <a:latin typeface="楷体_GB2312"/>
                <a:ea typeface="楷体_GB2312"/>
                <a:cs typeface="楷体_GB2312"/>
              </a:rPr>
              <a:t>， 仅</a:t>
            </a:r>
            <a:r>
              <a:rPr altLang="zh-CN" b="1" dirty="0" lang="en-US">
                <a:solidFill>
                  <a:prstClr val="black"/>
                </a:solidFill>
                <a:latin typeface="Times New Roman" panose="02020603050405020304" pitchFamily="18" charset="0"/>
                <a:cs typeface="Times New Roman" panose="02020603050405020304" pitchFamily="18" charset="0"/>
              </a:rPr>
              <a:t>8~21kJ/</a:t>
            </a:r>
            <a:r>
              <a:rPr altLang="zh-CN" b="1" dirty="0" lang="en-US" err="1">
                <a:solidFill>
                  <a:prstClr val="black"/>
                </a:solidFill>
                <a:latin typeface="Times New Roman" panose="02020603050405020304" pitchFamily="18" charset="0"/>
                <a:cs typeface="Times New Roman" panose="02020603050405020304" pitchFamily="18" charset="0"/>
              </a:rPr>
              <a:t>mol</a:t>
            </a:r>
            <a:r>
              <a:rPr altLang="zh-CN" dirty="0" lang="en-US" err="1">
                <a:solidFill>
                  <a:prstClr val="black"/>
                </a:solidFill>
                <a:latin typeface="楷体_GB2312"/>
                <a:ea typeface="楷体_GB2312"/>
                <a:cs typeface="楷体_GB2312"/>
              </a:rPr>
              <a:t>，</a:t>
            </a:r>
            <a:r>
              <a:rPr altLang="zh-CN" dirty="0" lang="en-US" err="1" smtClean="0">
                <a:solidFill>
                  <a:prstClr val="black"/>
                </a:solidFill>
                <a:latin typeface="楷体_GB2312"/>
                <a:ea typeface="楷体_GB2312"/>
                <a:cs typeface="楷体_GB2312"/>
              </a:rPr>
              <a:t>甚至为零</a:t>
            </a:r>
            <a:r>
              <a:rPr altLang="en-US" dirty="0" lang="zh-CN" smtClean="0">
                <a:solidFill>
                  <a:prstClr val="black"/>
                </a:solidFill>
                <a:latin typeface="楷体_GB2312"/>
                <a:ea typeface="楷体_GB2312"/>
                <a:cs typeface="楷体_GB2312"/>
              </a:rPr>
              <a:t>，</a:t>
            </a:r>
            <a:r>
              <a:rPr altLang="zh-CN" dirty="0" lang="en-US" err="1" smtClean="0">
                <a:solidFill>
                  <a:prstClr val="black"/>
                </a:solidFill>
                <a:latin typeface="楷体_GB2312"/>
                <a:ea typeface="楷体_GB2312"/>
                <a:cs typeface="楷体_GB2312"/>
              </a:rPr>
              <a:t>终止速率常数极高</a:t>
            </a:r>
            <a:r>
              <a:rPr altLang="zh-CN" dirty="0" lang="en-US">
                <a:solidFill>
                  <a:prstClr val="black"/>
                </a:solidFill>
                <a:latin typeface="楷体_GB2312"/>
                <a:ea typeface="楷体_GB2312"/>
                <a:cs typeface="楷体_GB2312"/>
              </a:rPr>
              <a:t>；</a:t>
            </a:r>
            <a:endParaRPr altLang="zh-CN" dirty="0" lang="en-US">
              <a:solidFill>
                <a:prstClr val="black"/>
              </a:solidFill>
              <a:latin typeface="楷体_GB2312"/>
              <a:ea typeface="楷体_GB2312"/>
              <a:cs typeface="楷体_GB2312"/>
            </a:endParaRPr>
          </a:p>
        </p:txBody>
      </p:sp>
      <p:sp>
        <p:nvSpPr>
          <p:cNvPr id="1048696" name="TextBox 1"/>
          <p:cNvSpPr txBox="1">
            <a:spLocks noChangeArrowheads="1"/>
          </p:cNvSpPr>
          <p:nvPr/>
        </p:nvSpPr>
        <p:spPr bwMode="auto">
          <a:xfrm>
            <a:off x="2207714" y="3668330"/>
            <a:ext cx="5003800" cy="515620"/>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400"/>
              </a:lnSpc>
            </a:pPr>
            <a:r>
              <a:rPr altLang="zh-CN" b="1" dirty="0" sz="3100" lang="en-US">
                <a:solidFill>
                  <a:prstClr val="black"/>
                </a:solidFill>
                <a:latin typeface="Times New Roman" panose="02020603050405020304" pitchFamily="18" charset="0"/>
                <a:cs typeface="Times New Roman" panose="02020603050405020304" pitchFamily="18" charset="0"/>
              </a:rPr>
              <a:t>(</a:t>
            </a:r>
            <a:r>
              <a:rPr altLang="zh-CN" b="1" dirty="0" sz="2400" lang="en-US">
                <a:solidFill>
                  <a:prstClr val="black"/>
                </a:solidFill>
                <a:latin typeface="Times New Roman" panose="02020603050405020304" pitchFamily="18" charset="0"/>
                <a:cs typeface="Times New Roman" panose="02020603050405020304" pitchFamily="18" charset="0"/>
              </a:rPr>
              <a:t>2)</a:t>
            </a:r>
            <a:r>
              <a:rPr altLang="zh-CN" dirty="0" sz="2400" lang="en-US">
                <a:solidFill>
                  <a:prstClr val="black"/>
                </a:solidFill>
                <a:latin typeface="Times New Roman" panose="02020603050405020304" pitchFamily="18" charset="0"/>
                <a:cs typeface="Times New Roman" panose="02020603050405020304" pitchFamily="18" charset="0"/>
              </a:rPr>
              <a:t>  </a:t>
            </a:r>
            <a:r>
              <a:rPr altLang="zh-CN" dirty="0" sz="2400" lang="en-US" err="1">
                <a:solidFill>
                  <a:prstClr val="black"/>
                </a:solidFill>
                <a:latin typeface="楷体_GB2312"/>
                <a:ea typeface="楷体_GB2312"/>
                <a:cs typeface="楷体_GB2312"/>
              </a:rPr>
              <a:t>链增长（</a:t>
            </a:r>
            <a:r>
              <a:rPr altLang="zh-CN" b="1" dirty="0" sz="2400" lang="en-US" err="1">
                <a:solidFill>
                  <a:prstClr val="black"/>
                </a:solidFill>
                <a:latin typeface="Times New Roman" panose="02020603050405020304" pitchFamily="18" charset="0"/>
                <a:cs typeface="Times New Roman" panose="02020603050405020304" pitchFamily="18" charset="0"/>
              </a:rPr>
              <a:t>Chain</a:t>
            </a:r>
            <a:r>
              <a:rPr altLang="zh-CN" dirty="0" sz="2400" lang="en-US">
                <a:solidFill>
                  <a:prstClr val="black"/>
                </a:solidFill>
                <a:latin typeface="Times New Roman" panose="02020603050405020304" pitchFamily="18" charset="0"/>
                <a:cs typeface="Times New Roman" panose="02020603050405020304" pitchFamily="18" charset="0"/>
              </a:rPr>
              <a:t> </a:t>
            </a:r>
            <a:r>
              <a:rPr altLang="zh-CN" b="1" dirty="0" sz="2400" lang="en-US">
                <a:solidFill>
                  <a:prstClr val="black"/>
                </a:solidFill>
                <a:latin typeface="Times New Roman" panose="02020603050405020304" pitchFamily="18" charset="0"/>
                <a:cs typeface="Times New Roman" panose="02020603050405020304" pitchFamily="18" charset="0"/>
              </a:rPr>
              <a:t>Propagation</a:t>
            </a:r>
            <a:r>
              <a:rPr altLang="zh-CN" dirty="0" sz="2400" lang="en-US">
                <a:solidFill>
                  <a:prstClr val="black"/>
                </a:solidFill>
                <a:latin typeface="楷体_GB2312"/>
                <a:ea typeface="楷体_GB2312"/>
                <a:cs typeface="楷体_GB2312"/>
              </a:rPr>
              <a:t>）：</a:t>
            </a:r>
            <a:endParaRPr altLang="zh-CN" dirty="0" sz="2400" lang="en-US">
              <a:solidFill>
                <a:prstClr val="black"/>
              </a:solidFill>
              <a:latin typeface="楷体_GB2312"/>
              <a:ea typeface="楷体_GB2312"/>
              <a:cs typeface="楷体_GB2312"/>
            </a:endParaRPr>
          </a:p>
        </p:txBody>
      </p:sp>
      <p:sp>
        <p:nvSpPr>
          <p:cNvPr id="1048697" name="TextBox 1"/>
          <p:cNvSpPr txBox="1">
            <a:spLocks noChangeArrowheads="1"/>
          </p:cNvSpPr>
          <p:nvPr/>
        </p:nvSpPr>
        <p:spPr bwMode="auto">
          <a:xfrm>
            <a:off x="2822269" y="4048065"/>
            <a:ext cx="4524261" cy="876300"/>
          </a:xfrm>
          <a:prstGeom prst="rect"/>
          <a:noFill/>
          <a:ln>
            <a:noFill/>
          </a:ln>
        </p:spPr>
        <p:txBody>
          <a:bodyPr lIns="0" rIns="0" tIns="0" wrap="square">
            <a:spAutoFit/>
          </a:bodyPr>
          <a:lstStyle>
            <a:lvl1pPr eaLnBrk="0" hangingPunct="0" indent="-457200" marL="45720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auto" hangingPunct="1" indent="0" marL="0">
              <a:lnSpc>
                <a:spcPct val="150000"/>
              </a:lnSpc>
            </a:pPr>
            <a:r>
              <a:rPr altLang="zh-CN" dirty="0" lang="en-US" err="1" smtClean="0">
                <a:solidFill>
                  <a:prstClr val="black"/>
                </a:solidFill>
                <a:latin typeface="楷体_GB2312"/>
                <a:ea typeface="楷体_GB2312"/>
                <a:cs typeface="楷体_GB2312"/>
              </a:rPr>
              <a:t>强放热</a:t>
            </a:r>
            <a:r>
              <a:rPr altLang="en-US" dirty="0" lang="zh-CN" smtClean="0">
                <a:solidFill>
                  <a:prstClr val="black"/>
                </a:solidFill>
                <a:latin typeface="楷体_GB2312"/>
                <a:ea typeface="楷体_GB2312"/>
                <a:cs typeface="楷体_GB2312"/>
              </a:rPr>
              <a:t>；</a:t>
            </a:r>
            <a:r>
              <a:rPr altLang="zh-CN" dirty="0" lang="en-US" smtClean="0">
                <a:solidFill>
                  <a:prstClr val="black"/>
                </a:solidFill>
                <a:latin typeface="楷体_GB2312"/>
                <a:ea typeface="楷体_GB2312"/>
                <a:cs typeface="楷体_GB2312"/>
              </a:rPr>
              <a:t>活化能低</a:t>
            </a:r>
            <a:r>
              <a:rPr altLang="zh-CN" dirty="0" lang="en-US">
                <a:solidFill>
                  <a:prstClr val="black"/>
                </a:solidFill>
                <a:latin typeface="楷体_GB2312"/>
                <a:ea typeface="楷体_GB2312"/>
                <a:cs typeface="楷体_GB2312"/>
              </a:rPr>
              <a:t>，约</a:t>
            </a:r>
            <a:r>
              <a:rPr altLang="zh-CN" b="1" dirty="0" lang="en-US">
                <a:solidFill>
                  <a:prstClr val="black"/>
                </a:solidFill>
                <a:latin typeface="Times New Roman" panose="02020603050405020304" pitchFamily="18" charset="0"/>
                <a:cs typeface="Times New Roman" panose="02020603050405020304" pitchFamily="18" charset="0"/>
              </a:rPr>
              <a:t>20~34</a:t>
            </a:r>
            <a:r>
              <a:rPr altLang="zh-CN" dirty="0" lang="en-US">
                <a:solidFill>
                  <a:prstClr val="black"/>
                </a:solidFill>
                <a:latin typeface="Times New Roman" panose="02020603050405020304" pitchFamily="18" charset="0"/>
                <a:cs typeface="Times New Roman" panose="02020603050405020304" pitchFamily="18" charset="0"/>
              </a:rPr>
              <a:t> </a:t>
            </a:r>
            <a:r>
              <a:rPr altLang="zh-CN" b="1" dirty="0" lang="en-US">
                <a:solidFill>
                  <a:prstClr val="black"/>
                </a:solidFill>
                <a:latin typeface="Times New Roman" panose="02020603050405020304" pitchFamily="18" charset="0"/>
                <a:cs typeface="Times New Roman" panose="02020603050405020304" pitchFamily="18" charset="0"/>
              </a:rPr>
              <a:t>kJ/</a:t>
            </a:r>
            <a:r>
              <a:rPr altLang="zh-CN" b="1" dirty="0" lang="en-US" err="1">
                <a:solidFill>
                  <a:prstClr val="black"/>
                </a:solidFill>
                <a:latin typeface="Times New Roman" panose="02020603050405020304" pitchFamily="18" charset="0"/>
                <a:cs typeface="Times New Roman" panose="02020603050405020304" pitchFamily="18" charset="0"/>
              </a:rPr>
              <a:t>mol</a:t>
            </a:r>
            <a:r>
              <a:rPr altLang="zh-CN" dirty="0" lang="en-US" err="1" smtClean="0">
                <a:solidFill>
                  <a:prstClr val="black"/>
                </a:solidFill>
                <a:latin typeface="楷体_GB2312"/>
                <a:ea typeface="楷体_GB2312"/>
                <a:cs typeface="楷体_GB2312"/>
              </a:rPr>
              <a:t>；增长极快</a:t>
            </a:r>
            <a:r>
              <a:rPr altLang="zh-CN" dirty="0" lang="en-US" err="1">
                <a:solidFill>
                  <a:prstClr val="black"/>
                </a:solidFill>
                <a:latin typeface="楷体_GB2312"/>
                <a:ea typeface="楷体_GB2312"/>
                <a:cs typeface="楷体_GB2312"/>
              </a:rPr>
              <a:t>，随机终止</a:t>
            </a:r>
            <a:r>
              <a:rPr altLang="zh-CN" dirty="0" lang="en-US">
                <a:solidFill>
                  <a:prstClr val="black"/>
                </a:solidFill>
                <a:latin typeface="楷体_GB2312"/>
                <a:ea typeface="楷体_GB2312"/>
                <a:cs typeface="楷体_GB2312"/>
              </a:rPr>
              <a:t>。</a:t>
            </a:r>
            <a:endParaRPr altLang="zh-CN" dirty="0" lang="en-US">
              <a:solidFill>
                <a:prstClr val="black"/>
              </a:solidFill>
              <a:latin typeface="楷体_GB2312"/>
              <a:ea typeface="楷体_GB2312"/>
              <a:cs typeface="楷体_GB2312"/>
            </a:endParaRPr>
          </a:p>
        </p:txBody>
      </p:sp>
      <p:sp>
        <p:nvSpPr>
          <p:cNvPr id="1048698" name="矩形 21"/>
          <p:cNvSpPr/>
          <p:nvPr/>
        </p:nvSpPr>
        <p:spPr>
          <a:xfrm>
            <a:off x="2822383" y="6053266"/>
            <a:ext cx="4572000" cy="368300"/>
          </a:xfrm>
          <a:prstGeom prst="rect"/>
        </p:spPr>
        <p:txBody>
          <a:bodyPr>
            <a:spAutoFit/>
          </a:bodyPr>
          <a:p>
            <a:r>
              <a:rPr altLang="zh-CN" dirty="0" lang="en-US" err="1" smtClean="0">
                <a:solidFill>
                  <a:srgbClr val="000000"/>
                </a:solidFill>
                <a:latin typeface="楷体_GB2312"/>
                <a:ea typeface="楷体_GB2312"/>
                <a:cs typeface="楷体_GB2312"/>
              </a:rPr>
              <a:t>可以分为</a:t>
            </a:r>
            <a:r>
              <a:rPr altLang="zh-CN" dirty="0" lang="en-US" err="1" smtClean="0">
                <a:solidFill>
                  <a:srgbClr val="FF0000"/>
                </a:solidFill>
                <a:latin typeface="楷体_GB2312"/>
                <a:ea typeface="楷体_GB2312"/>
                <a:cs typeface="楷体_GB2312"/>
              </a:rPr>
              <a:t>偶合终止</a:t>
            </a:r>
            <a:r>
              <a:rPr altLang="zh-CN" dirty="0" lang="en-US" err="1" smtClean="0">
                <a:solidFill>
                  <a:srgbClr val="000000"/>
                </a:solidFill>
                <a:latin typeface="楷体_GB2312"/>
                <a:ea typeface="楷体_GB2312"/>
                <a:cs typeface="楷体_GB2312"/>
              </a:rPr>
              <a:t>和</a:t>
            </a:r>
            <a:r>
              <a:rPr altLang="zh-CN" dirty="0" lang="en-US" err="1" smtClean="0">
                <a:solidFill>
                  <a:srgbClr val="FF0000"/>
                </a:solidFill>
                <a:latin typeface="楷体_GB2312"/>
                <a:ea typeface="楷体_GB2312"/>
                <a:cs typeface="楷体_GB2312"/>
              </a:rPr>
              <a:t>岐化终止</a:t>
            </a:r>
            <a:endParaRPr altLang="en-US" dirty="0" lang="zh-CN">
              <a:solidFill>
                <a:srgbClr val="FF0000"/>
              </a:solidFill>
            </a:endParaRPr>
          </a:p>
        </p:txBody>
      </p:sp>
      <p:sp>
        <p:nvSpPr>
          <p:cNvPr id="1048699" name="文本框 2"/>
          <p:cNvSpPr txBox="1"/>
          <p:nvPr/>
        </p:nvSpPr>
        <p:spPr>
          <a:xfrm>
            <a:off x="999490" y="457200"/>
            <a:ext cx="2227579" cy="447040"/>
          </a:xfrm>
          <a:prstGeom prst="rect"/>
          <a:noFill/>
        </p:spPr>
        <p:txBody>
          <a:bodyPr rtlCol="0" wrap="none">
            <a:spAutoFit/>
          </a:bodyPr>
          <a:p>
            <a:pPr algn="l"/>
            <a:r>
              <a:rPr altLang="zh-CN" b="1" sz="2400" lang="en-US">
                <a:solidFill>
                  <a:schemeClr val="tx1"/>
                </a:solidFill>
                <a:latin typeface="Times New Roman" panose="02020603050405020304" pitchFamily="18" charset="0"/>
                <a:ea typeface="宋体" panose="02010600030101010101" pitchFamily="2" charset="-122"/>
              </a:rPr>
              <a:t>3.2 </a:t>
            </a:r>
            <a:r>
              <a:rPr altLang="en-US" b="1" dirty="0" sz="2400" lang="zh-CN">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自由基聚合</a:t>
            </a:r>
            <a:endParaRPr altLang="en-US" b="1" dirty="0" sz="2400" lang="zh-CN">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90" name=""/>
        <p:cNvGrpSpPr/>
        <p:nvPr/>
      </p:nvGrpSpPr>
      <p:grpSpPr>
        <a:xfrm/>
      </p:grpSpPr>
      <p:pic>
        <p:nvPicPr>
          <p:cNvPr id="2097195" name="Picture 3"/>
          <p:cNvPicPr>
            <a:picLocks noChangeAspect="1"/>
          </p:cNvPicPr>
          <p:nvPr/>
        </p:nvPicPr>
        <p:blipFill>
          <a:blip xmlns:r="http://schemas.openxmlformats.org/officeDocument/2006/relationships" r:embed="rId1"/>
          <a:stretch>
            <a:fillRect/>
          </a:stretch>
        </p:blipFill>
        <p:spPr>
          <a:xfrm>
            <a:off x="5868353" y="266065"/>
            <a:ext cx="4114800" cy="3043238"/>
          </a:xfrm>
          <a:prstGeom prst="rect"/>
          <a:noFill/>
          <a:ln w="9525">
            <a:noFill/>
          </a:ln>
        </p:spPr>
      </p:pic>
      <p:sp>
        <p:nvSpPr>
          <p:cNvPr id="1048700" name="Rectangle 4"/>
          <p:cNvSpPr/>
          <p:nvPr/>
        </p:nvSpPr>
        <p:spPr>
          <a:xfrm>
            <a:off x="1790700" y="266065"/>
            <a:ext cx="3565525" cy="3045461"/>
          </a:xfrm>
          <a:prstGeom prst="rect"/>
          <a:noFill/>
          <a:ln w="9525">
            <a:noFill/>
          </a:ln>
        </p:spPr>
        <p:txBody>
          <a:bodyPr wrap="square">
            <a:spAutoFit/>
          </a:bodyPr>
          <a:lstStyle>
            <a:lvl1pPr algn="l" eaLnBrk="0" fontAlgn="base" hangingPunct="0" indent="-342900" marL="342900" rtl="0">
              <a:spcBef>
                <a:spcPct val="20000"/>
              </a:spcBef>
              <a:spcAft>
                <a:spcPct val="0"/>
              </a:spcAft>
              <a:buClr>
                <a:srgbClr val="800000"/>
              </a:buClr>
              <a:buSzPct val="90000"/>
              <a:buFont typeface="Wingdings" panose="05000000000000000000" pitchFamily="2" charset="2"/>
              <a:buChar char="v"/>
              <a:defRPr sz="2800" kern="1200" kumimoji="1">
                <a:solidFill>
                  <a:schemeClr val="tx1"/>
                </a:solidFill>
                <a:effectLst/>
                <a:latin typeface="+mn-lt"/>
                <a:ea typeface="+mn-ea"/>
                <a:cs typeface="+mn-cs"/>
              </a:defRPr>
            </a:lvl1pPr>
            <a:lvl2pPr algn="l" eaLnBrk="0" fontAlgn="base" hangingPunct="0" indent="-285750" marL="742950" rtl="0">
              <a:spcBef>
                <a:spcPct val="20000"/>
              </a:spcBef>
              <a:spcAft>
                <a:spcPct val="0"/>
              </a:spcAft>
              <a:buClr>
                <a:srgbClr val="800000"/>
              </a:buClr>
              <a:buSzPct val="90000"/>
              <a:buFont typeface="Wingdings" panose="05000000000000000000" pitchFamily="2" charset="2"/>
              <a:buChar char="v"/>
              <a:defRPr sz="2400" kern="1200" kumimoji="1">
                <a:solidFill>
                  <a:schemeClr val="tx1"/>
                </a:solidFill>
                <a:effectLst/>
                <a:latin typeface="+mn-lt"/>
                <a:ea typeface="+mn-ea"/>
                <a:cs typeface="+mn-cs"/>
              </a:defRPr>
            </a:lvl2pPr>
            <a:lvl3pPr algn="l" eaLnBrk="0" fontAlgn="base" hangingPunct="0" indent="-228600" marL="1143000" rtl="0">
              <a:spcBef>
                <a:spcPct val="20000"/>
              </a:spcBef>
              <a:spcAft>
                <a:spcPct val="0"/>
              </a:spcAft>
              <a:buClr>
                <a:srgbClr val="800000"/>
              </a:buClr>
              <a:buSzPct val="90000"/>
              <a:buFont typeface="Wingdings" panose="05000000000000000000" pitchFamily="2" charset="2"/>
              <a:buChar char="v"/>
              <a:defRPr sz="2400" kern="1200" kumimoji="1">
                <a:solidFill>
                  <a:schemeClr val="tx1"/>
                </a:solidFill>
                <a:latin typeface="+mn-lt"/>
                <a:ea typeface="宋体" panose="02010600030101010101" pitchFamily="2" charset="-122"/>
                <a:cs typeface="+mn-cs"/>
              </a:defRPr>
            </a:lvl3pPr>
            <a:lvl4pPr algn="l" eaLnBrk="0" fontAlgn="base" hangingPunct="0" indent="-228600" marL="1600200" rtl="0">
              <a:spcBef>
                <a:spcPct val="20000"/>
              </a:spcBef>
              <a:spcAft>
                <a:spcPct val="0"/>
              </a:spcAft>
              <a:buClr>
                <a:srgbClr val="800000"/>
              </a:buClr>
              <a:buSzPct val="90000"/>
              <a:buFont typeface="Wingdings" panose="05000000000000000000" pitchFamily="2" charset="2"/>
              <a:buChar char="v"/>
              <a:defRPr sz="2000" kern="1200" kumimoji="1">
                <a:solidFill>
                  <a:schemeClr val="tx1"/>
                </a:solidFill>
                <a:latin typeface="+mn-lt"/>
                <a:ea typeface="宋体" panose="02010600030101010101" pitchFamily="2" charset="-122"/>
                <a:cs typeface="+mn-cs"/>
              </a:defRPr>
            </a:lvl4pPr>
            <a:lvl5pPr algn="l" eaLnBrk="0" fontAlgn="base" hangingPunct="0" indent="-228600" marL="2057400" rtl="0">
              <a:spcBef>
                <a:spcPct val="20000"/>
              </a:spcBef>
              <a:spcAft>
                <a:spcPct val="0"/>
              </a:spcAft>
              <a:buClr>
                <a:srgbClr val="800000"/>
              </a:buClr>
              <a:buSzPct val="90000"/>
              <a:buFont typeface="Wingdings" panose="05000000000000000000" pitchFamily="2" charset="2"/>
              <a:buChar char="v"/>
              <a:defRPr sz="2000" kern="1200" kumimoji="1">
                <a:solidFill>
                  <a:schemeClr val="tx1"/>
                </a:solidFill>
                <a:latin typeface="+mn-lt"/>
                <a:ea typeface="宋体" panose="02010600030101010101" pitchFamily="2" charset="-122"/>
                <a:cs typeface="+mn-cs"/>
              </a:defRPr>
            </a:lvl5pPr>
          </a:lstStyle>
          <a:p>
            <a:pPr eaLnBrk="1" hangingPunct="1" indent="0" lvl="0" marL="0">
              <a:lnSpc>
                <a:spcPct val="125000"/>
              </a:lnSpc>
              <a:spcBef>
                <a:spcPct val="50000"/>
              </a:spcBef>
              <a:buClrTx/>
              <a:buSzTx/>
              <a:buFontTx/>
              <a:buNone/>
            </a:pPr>
            <a:r>
              <a:rPr altLang="en-US" b="1" dirty="0" sz="2400" lang="zh-CN">
                <a:solidFill>
                  <a:schemeClr val="tx1"/>
                </a:solidFill>
                <a:latin typeface="Times New Roman" panose="02020603050405020304" pitchFamily="18" charset="0"/>
                <a:ea typeface="宋体" panose="02010600030101010101" pitchFamily="2" charset="-122"/>
              </a:rPr>
              <a:t>将聚合过程分为：</a:t>
            </a:r>
            <a:endParaRPr altLang="en-US" b="1" dirty="0" sz="2400" lang="zh-CN">
              <a:solidFill>
                <a:schemeClr val="tx1"/>
              </a:solidFill>
              <a:latin typeface="Times New Roman" panose="02020603050405020304" pitchFamily="18" charset="0"/>
              <a:ea typeface="宋体" panose="02010600030101010101" pitchFamily="2" charset="-122"/>
            </a:endParaRPr>
          </a:p>
          <a:p>
            <a:pPr eaLnBrk="1" hangingPunct="1" indent="0" lvl="0" marL="0">
              <a:lnSpc>
                <a:spcPct val="125000"/>
              </a:lnSpc>
              <a:spcBef>
                <a:spcPct val="50000"/>
              </a:spcBef>
              <a:buClr>
                <a:srgbClr val="A50021"/>
              </a:buClr>
              <a:buNone/>
            </a:pPr>
            <a:r>
              <a:rPr altLang="zh-CN" b="1" dirty="0" sz="2400" lang="en-US">
                <a:solidFill>
                  <a:schemeClr val="tx1"/>
                </a:solidFill>
                <a:latin typeface="Times New Roman" panose="02020603050405020304" pitchFamily="18" charset="0"/>
                <a:ea typeface="宋体" panose="02010600030101010101" pitchFamily="2" charset="-122"/>
              </a:rPr>
              <a:t>1—</a:t>
            </a:r>
            <a:r>
              <a:rPr altLang="en-US" b="1" dirty="0" sz="2400" lang="zh-CN">
                <a:solidFill>
                  <a:schemeClr val="tx1"/>
                </a:solidFill>
                <a:latin typeface="Times New Roman" panose="02020603050405020304" pitchFamily="18" charset="0"/>
                <a:ea typeface="宋体" panose="02010600030101010101" pitchFamily="2" charset="-122"/>
              </a:rPr>
              <a:t>诱导期；</a:t>
            </a:r>
            <a:endParaRPr altLang="en-US" b="1" dirty="0" sz="2400" lang="zh-CN">
              <a:solidFill>
                <a:schemeClr val="tx1"/>
              </a:solidFill>
              <a:latin typeface="Times New Roman" panose="02020603050405020304" pitchFamily="18" charset="0"/>
              <a:ea typeface="宋体" panose="02010600030101010101" pitchFamily="2" charset="-122"/>
            </a:endParaRPr>
          </a:p>
          <a:p>
            <a:pPr eaLnBrk="1" hangingPunct="1" indent="0" lvl="0" marL="0">
              <a:lnSpc>
                <a:spcPct val="125000"/>
              </a:lnSpc>
              <a:spcBef>
                <a:spcPct val="50000"/>
              </a:spcBef>
              <a:buClr>
                <a:srgbClr val="A50021"/>
              </a:buClr>
              <a:buNone/>
            </a:pPr>
            <a:r>
              <a:rPr altLang="zh-CN" b="1" dirty="0" sz="2400" lang="en-US">
                <a:solidFill>
                  <a:schemeClr val="tx1"/>
                </a:solidFill>
                <a:latin typeface="Times New Roman" panose="02020603050405020304" pitchFamily="18" charset="0"/>
                <a:ea typeface="宋体" panose="02010600030101010101" pitchFamily="2" charset="-122"/>
              </a:rPr>
              <a:t>2—</a:t>
            </a:r>
            <a:r>
              <a:rPr altLang="en-US" b="1" dirty="0" sz="2400" lang="zh-CN">
                <a:solidFill>
                  <a:schemeClr val="tx1"/>
                </a:solidFill>
                <a:latin typeface="Times New Roman" panose="02020603050405020304" pitchFamily="18" charset="0"/>
                <a:ea typeface="宋体" panose="02010600030101010101" pitchFamily="2" charset="-122"/>
              </a:rPr>
              <a:t>聚合初期；</a:t>
            </a:r>
            <a:endParaRPr altLang="en-US" b="1" dirty="0" sz="2400" lang="zh-CN">
              <a:solidFill>
                <a:schemeClr val="tx1"/>
              </a:solidFill>
              <a:latin typeface="Times New Roman" panose="02020603050405020304" pitchFamily="18" charset="0"/>
              <a:ea typeface="宋体" panose="02010600030101010101" pitchFamily="2" charset="-122"/>
            </a:endParaRPr>
          </a:p>
          <a:p>
            <a:pPr eaLnBrk="1" hangingPunct="1" indent="0" lvl="0" marL="0">
              <a:lnSpc>
                <a:spcPct val="125000"/>
              </a:lnSpc>
              <a:spcBef>
                <a:spcPct val="50000"/>
              </a:spcBef>
              <a:buClr>
                <a:srgbClr val="A50021"/>
              </a:buClr>
              <a:buNone/>
            </a:pPr>
            <a:r>
              <a:rPr altLang="zh-CN" b="1" dirty="0" sz="2400" lang="en-US">
                <a:solidFill>
                  <a:schemeClr val="tx1"/>
                </a:solidFill>
                <a:latin typeface="Times New Roman" panose="02020603050405020304" pitchFamily="18" charset="0"/>
                <a:ea typeface="宋体" panose="02010600030101010101" pitchFamily="2" charset="-122"/>
              </a:rPr>
              <a:t>3—</a:t>
            </a:r>
            <a:r>
              <a:rPr altLang="en-US" b="1" dirty="0" sz="2400" lang="zh-CN">
                <a:solidFill>
                  <a:schemeClr val="tx1"/>
                </a:solidFill>
                <a:latin typeface="Times New Roman" panose="02020603050405020304" pitchFamily="18" charset="0"/>
                <a:ea typeface="宋体" panose="02010600030101010101" pitchFamily="2" charset="-122"/>
              </a:rPr>
              <a:t>聚合中期；</a:t>
            </a:r>
            <a:endParaRPr altLang="en-US" b="1" dirty="0" sz="2400" lang="zh-CN">
              <a:solidFill>
                <a:schemeClr val="tx1"/>
              </a:solidFill>
              <a:latin typeface="Times New Roman" panose="02020603050405020304" pitchFamily="18" charset="0"/>
              <a:ea typeface="宋体" panose="02010600030101010101" pitchFamily="2" charset="-122"/>
            </a:endParaRPr>
          </a:p>
          <a:p>
            <a:pPr eaLnBrk="1" hangingPunct="1" indent="0" lvl="0" marL="0">
              <a:lnSpc>
                <a:spcPct val="125000"/>
              </a:lnSpc>
              <a:spcBef>
                <a:spcPct val="50000"/>
              </a:spcBef>
              <a:buClr>
                <a:srgbClr val="A50021"/>
              </a:buClr>
              <a:buNone/>
            </a:pPr>
            <a:r>
              <a:rPr altLang="zh-CN" b="1" dirty="0" sz="2400" lang="en-US">
                <a:solidFill>
                  <a:schemeClr val="tx1"/>
                </a:solidFill>
                <a:latin typeface="Times New Roman" panose="02020603050405020304" pitchFamily="18" charset="0"/>
                <a:ea typeface="宋体" panose="02010600030101010101" pitchFamily="2" charset="-122"/>
              </a:rPr>
              <a:t>4—</a:t>
            </a:r>
            <a:r>
              <a:rPr altLang="en-US" b="1" dirty="0" sz="2400" lang="zh-CN">
                <a:solidFill>
                  <a:schemeClr val="tx1"/>
                </a:solidFill>
                <a:latin typeface="Times New Roman" panose="02020603050405020304" pitchFamily="18" charset="0"/>
                <a:ea typeface="宋体" panose="02010600030101010101" pitchFamily="2" charset="-122"/>
              </a:rPr>
              <a:t>聚合后期 </a:t>
            </a:r>
            <a:endParaRPr altLang="en-US" b="1" dirty="0" sz="2400" lang="zh-CN">
              <a:solidFill>
                <a:schemeClr val="tx1"/>
              </a:solidFill>
              <a:latin typeface="Times New Roman" panose="02020603050405020304" pitchFamily="18" charset="0"/>
              <a:ea typeface="宋体" panose="02010600030101010101" pitchFamily="2" charset="-122"/>
            </a:endParaRPr>
          </a:p>
        </p:txBody>
      </p:sp>
      <p:sp>
        <p:nvSpPr>
          <p:cNvPr id="1048701" name="文本框 1"/>
          <p:cNvSpPr txBox="1"/>
          <p:nvPr/>
        </p:nvSpPr>
        <p:spPr>
          <a:xfrm>
            <a:off x="1046480" y="3611245"/>
            <a:ext cx="10317481" cy="1920241"/>
          </a:xfrm>
          <a:prstGeom prst="rect"/>
          <a:noFill/>
        </p:spPr>
        <p:txBody>
          <a:bodyPr rtlCol="0" wrap="none">
            <a:spAutoFit/>
          </a:bodyPr>
          <a:p>
            <a:pPr algn="l" fontAlgn="auto">
              <a:lnSpc>
                <a:spcPct val="150000"/>
              </a:lnSpc>
            </a:pPr>
            <a:r>
              <a:rPr altLang="zh-CN" sz="2000" lang="en-US">
                <a:solidFill>
                  <a:schemeClr val="tx1"/>
                </a:solidFill>
                <a:latin typeface="Times New Roman" panose="02020603050405020304" pitchFamily="18" charset="0"/>
                <a:ea typeface="宋体" panose="02010600030101010101" pitchFamily="2" charset="-122"/>
              </a:rPr>
              <a:t> </a:t>
            </a:r>
            <a:r>
              <a:rPr altLang="zh-CN" lang="en-US">
                <a:solidFill>
                  <a:schemeClr val="tx1"/>
                </a:solidFill>
                <a:latin typeface="Times New Roman" panose="02020603050405020304" pitchFamily="18" charset="0"/>
                <a:ea typeface="宋体" panose="02010600030101010101" pitchFamily="2" charset="-122"/>
              </a:rPr>
              <a:t>       </a:t>
            </a:r>
            <a:r>
              <a:rPr altLang="en-US" sz="2000" lang="zh-CN">
                <a:solidFill>
                  <a:schemeClr val="tx1"/>
                </a:solidFill>
                <a:latin typeface="Times New Roman" panose="02020603050405020304" pitchFamily="18" charset="0"/>
                <a:ea typeface="宋体" panose="02010600030101010101" pitchFamily="2" charset="-122"/>
              </a:rPr>
              <a:t>在诱导期，初级自由基被阻聚杂质所终止，无聚合物产生，聚合速率为零。机理研究</a:t>
            </a:r>
            <a:endParaRPr altLang="en-US" sz="20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时，要除净阻聚杂质，消除诱导期。诱导期迁后，单体开始正常聚合，速率渐减。转化率</a:t>
            </a:r>
            <a:endParaRPr altLang="en-US" sz="20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5%～10%以下为聚合初期，微观聚合动力学和机理研究多在这个阶段进行。转化率10%~</a:t>
            </a:r>
            <a:endParaRPr altLang="en-US" sz="20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20%以后，开始出现自动加速现象，所谓凝胶效应，有时会延续到50%~70%转化率。这一</a:t>
            </a:r>
            <a:endParaRPr altLang="en-US" sz="20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阶段可称为中期。此后，受玻璃化效应影响，聚合速率逐渐转慢，进入后期。不同时期显</a:t>
            </a:r>
            <a:endParaRPr altLang="en-US" sz="20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000" lang="zh-CN">
                <a:solidFill>
                  <a:schemeClr val="tx1"/>
                </a:solidFill>
                <a:latin typeface="Times New Roman" panose="02020603050405020304" pitchFamily="18" charset="0"/>
                <a:ea typeface="宋体" panose="02010600030101010101" pitchFamily="2" charset="-122"/>
              </a:rPr>
              <a:t>示出各不相同的聚合速率特征，这源于不同机理和因素，应加以注意。</a:t>
            </a:r>
            <a:endParaRPr altLang="en-US" sz="2000" lang="zh-CN">
              <a:solidFill>
                <a:schemeClr val="tx1"/>
              </a:solidFill>
              <a:latin typeface="Times New Roman" panose="02020603050405020304" pitchFamily="18" charset="0"/>
              <a:ea typeface="宋体" panose="02010600030101010101" pitchFamily="2" charset="-122"/>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91" name=""/>
        <p:cNvGrpSpPr/>
        <p:nvPr/>
      </p:nvGrpSpPr>
      <p:grpSpPr>
        <a:xfrm>
          <a:off x="0" y="0"/>
          <a:ext cx="0" cy="0"/>
          <a:chOff x="0" y="0"/>
          <a:chExt cx="0" cy="0"/>
        </a:xfrm>
      </p:grpSpPr>
      <p:sp>
        <p:nvSpPr>
          <p:cNvPr id="1048702" name="TextBox 1"/>
          <p:cNvSpPr txBox="1">
            <a:spLocks noChangeArrowheads="1"/>
          </p:cNvSpPr>
          <p:nvPr/>
        </p:nvSpPr>
        <p:spPr bwMode="auto">
          <a:xfrm>
            <a:off x="2159997" y="1460432"/>
            <a:ext cx="4737099" cy="756921"/>
          </a:xfrm>
          <a:prstGeom prst="rect"/>
          <a:noFill/>
          <a:ln>
            <a:noFill/>
          </a:ln>
        </p:spPr>
        <p:txBody>
          <a:bodyPr lIns="0" rIns="0" tIns="0" wrap="none">
            <a:spAutoFit/>
          </a:bodyPr>
          <a:lstStyle>
            <a:lvl1pPr eaLnBrk="0" hangingPunct="0">
              <a:tabLst>
                <a:tab algn="l" pos="1003300"/>
              </a:tabLst>
              <a:defRPr>
                <a:solidFill>
                  <a:schemeClr val="tx1"/>
                </a:solidFill>
                <a:latin typeface="Calibri" panose="020F0502020204030204" pitchFamily="34" charset="0"/>
                <a:ea typeface="宋体" panose="02010600030101010101" pitchFamily="2" charset="-122"/>
              </a:defRPr>
            </a:lvl1pPr>
            <a:lvl2pPr eaLnBrk="0" hangingPunct="0" indent="-285750" marL="742950">
              <a:tabLst>
                <a:tab algn="l" pos="1003300"/>
              </a:tabLst>
              <a:defRPr>
                <a:solidFill>
                  <a:schemeClr val="tx1"/>
                </a:solidFill>
                <a:latin typeface="Calibri" panose="020F0502020204030204" pitchFamily="34" charset="0"/>
                <a:ea typeface="宋体" panose="02010600030101010101" pitchFamily="2" charset="-122"/>
              </a:defRPr>
            </a:lvl2pPr>
            <a:lvl3pPr eaLnBrk="0" hangingPunct="0" indent="-228600" marL="1143000">
              <a:tabLst>
                <a:tab algn="l" pos="1003300"/>
              </a:tabLst>
              <a:defRPr>
                <a:solidFill>
                  <a:schemeClr val="tx1"/>
                </a:solidFill>
                <a:latin typeface="Calibri" panose="020F0502020204030204" pitchFamily="34" charset="0"/>
                <a:ea typeface="宋体" panose="02010600030101010101" pitchFamily="2" charset="-122"/>
              </a:defRPr>
            </a:lvl3pPr>
            <a:lvl4pPr eaLnBrk="0" hangingPunct="0" indent="-228600" marL="1600200">
              <a:tabLst>
                <a:tab algn="l" pos="1003300"/>
              </a:tabLst>
              <a:defRPr>
                <a:solidFill>
                  <a:schemeClr val="tx1"/>
                </a:solidFill>
                <a:latin typeface="Calibri" panose="020F0502020204030204" pitchFamily="34" charset="0"/>
                <a:ea typeface="宋体" panose="02010600030101010101" pitchFamily="2" charset="-122"/>
              </a:defRPr>
            </a:lvl4pPr>
            <a:lvl5pPr eaLnBrk="0" hangingPunct="0" indent="-228600" marL="2057400">
              <a:tabLst>
                <a:tab algn="l" pos="1003300"/>
              </a:tabLst>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tabLst>
                <a:tab algn="l" pos="1003300"/>
              </a:tabLs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tabLst>
                <a:tab algn="l" pos="1003300"/>
              </a:tabLs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tabLst>
                <a:tab algn="l" pos="1003300"/>
              </a:tabLs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tabLst>
                <a:tab algn="l" pos="1003300"/>
              </a:tabLs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3000"/>
              </a:lnSpc>
              <a:spcBef>
                <a:spcPct val="0"/>
              </a:spcBef>
              <a:spcAft>
                <a:spcPct val="0"/>
              </a:spcAft>
            </a:pPr>
            <a:r>
              <a:rPr altLang="zh-CN" dirty="0" lang="en-US">
                <a:solidFill>
                  <a:srgbClr val="000000"/>
                </a:solidFill>
                <a:latin typeface="微软雅黑 Light" panose="020B0502040204020203" pitchFamily="34" charset="-122"/>
                <a:ea typeface="微软雅黑 Light" panose="020B0502040204020203" pitchFamily="34" charset="-122"/>
              </a:rPr>
              <a:t>	</a:t>
            </a:r>
            <a:r>
              <a:rPr altLang="zh-CN" dirty="0" sz="2400" lang="en-US" err="1">
                <a:solidFill>
                  <a:srgbClr val="000000"/>
                </a:solidFill>
                <a:latin typeface="Times New Roman" panose="02020603050405020304" pitchFamily="18" charset="0"/>
                <a:cs typeface="楷体_GB2312"/>
              </a:rPr>
              <a:t>偶氮二异丁腈</a:t>
            </a:r>
            <a:r>
              <a:rPr altLang="zh-CN" dirty="0" sz="2400" lang="en-US" err="1">
                <a:solidFill>
                  <a:srgbClr val="000000"/>
                </a:solidFill>
                <a:latin typeface="Times New Roman" panose="02020603050405020304" pitchFamily="18" charset="0"/>
                <a:cs typeface="Times New Roman" panose="02020603050405020304" pitchFamily="18" charset="0"/>
              </a:rPr>
              <a:t>AIBN</a:t>
            </a:r>
            <a:endParaRPr altLang="zh-CN" dirty="0" sz="2400" lang="en-US">
              <a:solidFill>
                <a:srgbClr val="000000"/>
              </a:solidFill>
              <a:latin typeface="Times New Roman" panose="02020603050405020304" pitchFamily="18" charset="0"/>
              <a:cs typeface="Times New Roman" panose="02020603050405020304" pitchFamily="18" charset="0"/>
            </a:endParaRPr>
          </a:p>
          <a:p>
            <a:pPr eaLnBrk="1" fontAlgn="base" hangingPunct="1">
              <a:lnSpc>
                <a:spcPts val="3300"/>
              </a:lnSpc>
              <a:spcBef>
                <a:spcPct val="0"/>
              </a:spcBef>
              <a:spcAft>
                <a:spcPct val="0"/>
              </a:spcAft>
            </a:pPr>
            <a:r>
              <a:rPr altLang="zh-CN" dirty="0" sz="2400" lang="en-US">
                <a:solidFill>
                  <a:srgbClr val="000000"/>
                </a:solidFill>
                <a:latin typeface="Times New Roman" panose="02020603050405020304" pitchFamily="18" charset="0"/>
                <a:cs typeface="楷体_GB2312"/>
              </a:rPr>
              <a:t>（</a:t>
            </a:r>
            <a:r>
              <a:rPr altLang="zh-CN" dirty="0" sz="2400" lang="en-US">
                <a:solidFill>
                  <a:srgbClr val="000000"/>
                </a:solidFill>
                <a:latin typeface="Times New Roman" panose="02020603050405020304" pitchFamily="18" charset="0"/>
                <a:cs typeface="Times New Roman" panose="02020603050405020304" pitchFamily="18" charset="0"/>
              </a:rPr>
              <a:t>2,2’-Azo-bis-isobutyronitrile</a:t>
            </a:r>
            <a:r>
              <a:rPr altLang="zh-CN" dirty="0" sz="2400" lang="en-US">
                <a:solidFill>
                  <a:srgbClr val="000000"/>
                </a:solidFill>
                <a:latin typeface="Times New Roman" panose="02020603050405020304" pitchFamily="18" charset="0"/>
                <a:cs typeface="楷体_GB2312"/>
              </a:rPr>
              <a:t>）</a:t>
            </a:r>
            <a:endParaRPr altLang="zh-CN" dirty="0" sz="2400" lang="en-US">
              <a:solidFill>
                <a:srgbClr val="000000"/>
              </a:solidFill>
              <a:latin typeface="Times New Roman" panose="02020603050405020304" pitchFamily="18" charset="0"/>
              <a:cs typeface="楷体_GB2312"/>
            </a:endParaRPr>
          </a:p>
        </p:txBody>
      </p:sp>
      <p:sp>
        <p:nvSpPr>
          <p:cNvPr id="1048703" name="TextBox 1"/>
          <p:cNvSpPr txBox="1">
            <a:spLocks noChangeArrowheads="1"/>
          </p:cNvSpPr>
          <p:nvPr/>
        </p:nvSpPr>
        <p:spPr bwMode="auto">
          <a:xfrm>
            <a:off x="7083310" y="3629400"/>
            <a:ext cx="1828800" cy="401320"/>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2300"/>
              </a:lnSpc>
              <a:spcBef>
                <a:spcPct val="0"/>
              </a:spcBef>
              <a:spcAft>
                <a:spcPct val="0"/>
              </a:spcAft>
            </a:pPr>
            <a:r>
              <a:rPr altLang="zh-CN" dirty="0" sz="2400" lang="en-US" err="1">
                <a:solidFill>
                  <a:srgbClr val="000000"/>
                </a:solidFill>
                <a:latin typeface="宋体" panose="02010600030101010101" pitchFamily="2" charset="-122"/>
                <a:cs typeface="楷体_GB2312"/>
              </a:rPr>
              <a:t>异丁腈自由基</a:t>
            </a:r>
            <a:endParaRPr altLang="zh-CN" dirty="0" sz="2400" lang="en-US">
              <a:solidFill>
                <a:srgbClr val="000000"/>
              </a:solidFill>
              <a:latin typeface="宋体" panose="02010600030101010101" pitchFamily="2" charset="-122"/>
              <a:cs typeface="楷体_GB2312"/>
            </a:endParaRPr>
          </a:p>
        </p:txBody>
      </p:sp>
      <p:sp>
        <p:nvSpPr>
          <p:cNvPr id="1048704" name="TextBox 1"/>
          <p:cNvSpPr txBox="1">
            <a:spLocks noChangeArrowheads="1"/>
          </p:cNvSpPr>
          <p:nvPr/>
        </p:nvSpPr>
        <p:spPr bwMode="auto">
          <a:xfrm>
            <a:off x="2657784" y="885717"/>
            <a:ext cx="2133601" cy="464819"/>
          </a:xfrm>
          <a:prstGeom prst="rect"/>
          <a:noFill/>
          <a:ln>
            <a:noFill/>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3000"/>
              </a:lnSpc>
              <a:spcBef>
                <a:spcPct val="0"/>
              </a:spcBef>
              <a:spcAft>
                <a:spcPct val="0"/>
              </a:spcAft>
            </a:pPr>
            <a:r>
              <a:rPr altLang="zh-CN" b="1" dirty="0" sz="2800" lang="en-US" err="1">
                <a:solidFill>
                  <a:srgbClr val="000000"/>
                </a:solidFill>
                <a:latin typeface="宋体" panose="02010600030101010101" pitchFamily="2" charset="-122"/>
              </a:rPr>
              <a:t>偶氮类引发剂</a:t>
            </a:r>
            <a:endParaRPr altLang="zh-CN" b="1" dirty="0" sz="2800" lang="en-US" err="1">
              <a:solidFill>
                <a:srgbClr val="000000"/>
              </a:solidFill>
              <a:latin typeface="宋体" panose="02010600030101010101" pitchFamily="2" charset="-122"/>
              <a:cs typeface="楷体_GB2312"/>
            </a:endParaRPr>
          </a:p>
        </p:txBody>
      </p:sp>
      <p:sp>
        <p:nvSpPr>
          <p:cNvPr id="1048705" name="TextBox 1"/>
          <p:cNvSpPr txBox="1">
            <a:spLocks noChangeArrowheads="1"/>
          </p:cNvSpPr>
          <p:nvPr/>
        </p:nvSpPr>
        <p:spPr bwMode="auto">
          <a:xfrm>
            <a:off x="8006442" y="1236436"/>
            <a:ext cx="2438400" cy="756920"/>
          </a:xfrm>
          <a:prstGeom prst="rect"/>
          <a:noFill/>
          <a:ln w="9525">
            <a:solidFill>
              <a:srgbClr val="000000"/>
            </a:solidFill>
            <a:miter lim="800000"/>
          </a:ln>
        </p:spPr>
        <p:txBody>
          <a:bodyPr lIns="0" rIns="0" tIns="0"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indent="-285750" marL="742950">
              <a:defRPr>
                <a:solidFill>
                  <a:schemeClr val="tx1"/>
                </a:solidFill>
                <a:latin typeface="Calibri" panose="020F0502020204030204" pitchFamily="34" charset="0"/>
                <a:ea typeface="宋体" panose="02010600030101010101" pitchFamily="2" charset="-122"/>
              </a:defRPr>
            </a:lvl2pPr>
            <a:lvl3pPr eaLnBrk="0" hangingPunct="0" indent="-228600" marL="1143000">
              <a:defRPr>
                <a:solidFill>
                  <a:schemeClr val="tx1"/>
                </a:solidFill>
                <a:latin typeface="Calibri" panose="020F0502020204030204" pitchFamily="34" charset="0"/>
                <a:ea typeface="宋体" panose="02010600030101010101" pitchFamily="2" charset="-122"/>
              </a:defRPr>
            </a:lvl3pPr>
            <a:lvl4pPr eaLnBrk="0" hangingPunct="0" indent="-228600" marL="1600200">
              <a:defRPr>
                <a:solidFill>
                  <a:schemeClr val="tx1"/>
                </a:solidFill>
                <a:latin typeface="Calibri" panose="020F0502020204030204" pitchFamily="34" charset="0"/>
                <a:ea typeface="宋体" panose="02010600030101010101" pitchFamily="2" charset="-122"/>
              </a:defRPr>
            </a:lvl4pPr>
            <a:lvl5pPr eaLnBrk="0" hangingPunct="0"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base" hangingPunct="1">
              <a:lnSpc>
                <a:spcPct val="125000"/>
              </a:lnSpc>
              <a:spcBef>
                <a:spcPct val="0"/>
              </a:spcBef>
              <a:spcAft>
                <a:spcPct val="0"/>
              </a:spcAft>
            </a:pPr>
            <a:r>
              <a:rPr altLang="zh-CN" sz="2400" lang="en-US">
                <a:solidFill>
                  <a:srgbClr val="000000"/>
                </a:solidFill>
                <a:latin typeface="Times New Roman" panose="02020603050405020304" pitchFamily="18" charset="0"/>
                <a:cs typeface="Times New Roman" panose="02020603050405020304" pitchFamily="18" charset="0"/>
              </a:rPr>
              <a:t>R</a:t>
            </a:r>
            <a:r>
              <a:rPr altLang="zh-CN" sz="2400" lang="en-US">
                <a:solidFill>
                  <a:srgbClr val="000000"/>
                </a:solidFill>
                <a:latin typeface="Times New Roman" panose="02020603050405020304" pitchFamily="18" charset="0"/>
                <a:cs typeface="楷体_GB2312"/>
              </a:rPr>
              <a:t>、</a:t>
            </a:r>
            <a:r>
              <a:rPr altLang="zh-CN" sz="2400" lang="en-US">
                <a:solidFill>
                  <a:srgbClr val="000000"/>
                </a:solidFill>
                <a:latin typeface="Times New Roman" panose="02020603050405020304" pitchFamily="18" charset="0"/>
                <a:cs typeface="Times New Roman" panose="02020603050405020304" pitchFamily="18" charset="0"/>
              </a:rPr>
              <a:t>R`</a:t>
            </a:r>
            <a:r>
              <a:rPr altLang="zh-CN" sz="2400" lang="en-US">
                <a:solidFill>
                  <a:srgbClr val="000000"/>
                </a:solidFill>
                <a:latin typeface="Times New Roman" panose="02020603050405020304" pitchFamily="18" charset="0"/>
                <a:cs typeface="楷体_GB2312"/>
              </a:rPr>
              <a:t>为烷基，结</a:t>
            </a:r>
            <a:endParaRPr altLang="zh-CN" sz="2400" lang="en-US">
              <a:solidFill>
                <a:srgbClr val="000000"/>
              </a:solidFill>
              <a:latin typeface="Times New Roman" panose="02020603050405020304" pitchFamily="18" charset="0"/>
              <a:cs typeface="楷体_GB2312"/>
            </a:endParaRPr>
          </a:p>
          <a:p>
            <a:pPr eaLnBrk="1" fontAlgn="base" hangingPunct="1">
              <a:lnSpc>
                <a:spcPct val="125000"/>
              </a:lnSpc>
              <a:spcBef>
                <a:spcPct val="0"/>
              </a:spcBef>
              <a:spcAft>
                <a:spcPct val="0"/>
              </a:spcAft>
            </a:pPr>
            <a:r>
              <a:rPr altLang="zh-CN" sz="2400" lang="en-US">
                <a:solidFill>
                  <a:srgbClr val="000000"/>
                </a:solidFill>
                <a:latin typeface="Times New Roman" panose="02020603050405020304" pitchFamily="18" charset="0"/>
                <a:cs typeface="楷体_GB2312"/>
              </a:rPr>
              <a:t>构可对称或不对称</a:t>
            </a:r>
            <a:endParaRPr altLang="zh-CN" sz="2400" lang="en-US">
              <a:solidFill>
                <a:srgbClr val="000000"/>
              </a:solidFill>
              <a:latin typeface="Times New Roman" panose="02020603050405020304" pitchFamily="18" charset="0"/>
              <a:cs typeface="楷体_GB2312"/>
            </a:endParaRPr>
          </a:p>
        </p:txBody>
      </p:sp>
      <p:graphicFrame>
        <p:nvGraphicFramePr>
          <p:cNvPr id="4194317" name="对象 9"/>
          <p:cNvGraphicFramePr>
            <a:graphicFrameLocks noChangeAspect="1"/>
          </p:cNvGraphicFramePr>
          <p:nvPr/>
        </p:nvGraphicFramePr>
        <p:xfrm>
          <a:off x="8349342" y="268061"/>
          <a:ext cx="1592263" cy="754063"/>
        </p:xfrm>
        <a:graphic>
          <a:graphicData uri="http://schemas.openxmlformats.org/presentationml/2006/ole">
            <mc:AlternateContent xmlns:mc="http://schemas.openxmlformats.org/markup-compatibility/2006">
              <mc:Choice xmlns:v="urn:schemas-microsoft-com:vml" Requires="v">
                <p:oleObj name="CS ChemDraw Drawing" r:id="rId1" spid="_x0000_s12330" imgH="673100" imgW="1409700" progId="ChemDraw.Document.6.0">
                  <p:embed/>
                </p:oleObj>
              </mc:Choice>
              <mc:Fallback>
                <p:oleObj name="CS ChemDraw Drawing" r:id="rId1" imgH="673100" imgW="1409700" progId="ChemDraw.Document.6.0">
                  <p:embed/>
                  <p:pic>
                    <p:nvPicPr>
                      <p:cNvPr id="2097196" name="图片 12329"/>
                      <p:cNvPicPr>
                        <a:picLocks noChangeAspect="1" noChangeArrowheads="1"/>
                      </p:cNvPicPr>
                      <p:nvPr/>
                    </p:nvPicPr>
                    <p:blipFill>
                      <a:blip xmlns:r="http://schemas.openxmlformats.org/officeDocument/2006/relationships" r:embed="rId2"/>
                      <a:srcRect/>
                      <a:stretch>
                        <a:fillRect/>
                      </a:stretch>
                    </p:blipFill>
                    <p:spPr bwMode="auto">
                      <a:xfrm>
                        <a:off x="8349342" y="268061"/>
                        <a:ext cx="1592263" cy="754063"/>
                      </a:xfrm>
                      <a:prstGeom prst="rect"/>
                      <a:noFill/>
                      <a:ln>
                        <a:noFill/>
                      </a:ln>
                    </p:spPr>
                  </p:pic>
                </p:oleObj>
              </mc:Fallback>
            </mc:AlternateContent>
          </a:graphicData>
        </a:graphic>
      </p:graphicFrame>
      <p:graphicFrame>
        <p:nvGraphicFramePr>
          <p:cNvPr id="4194318" name="对象 11"/>
          <p:cNvGraphicFramePr>
            <a:graphicFrameLocks noChangeAspect="1"/>
          </p:cNvGraphicFramePr>
          <p:nvPr/>
        </p:nvGraphicFramePr>
        <p:xfrm>
          <a:off x="2901949" y="2314054"/>
          <a:ext cx="6388101" cy="1000420"/>
        </p:xfrm>
        <a:graphic>
          <a:graphicData uri="http://schemas.openxmlformats.org/presentationml/2006/ole">
            <mc:AlternateContent xmlns:mc="http://schemas.openxmlformats.org/markup-compatibility/2006">
              <mc:Choice xmlns:v="urn:schemas-microsoft-com:vml" Requires="v">
                <p:oleObj name="CS ChemDraw Drawing" r:id="rId3" spid="_x0000_s12331" imgH="685800" imgW="4330700" progId="ChemDraw.Document.6.0">
                  <p:embed/>
                </p:oleObj>
              </mc:Choice>
              <mc:Fallback>
                <p:oleObj name="CS ChemDraw Drawing" r:id="rId3" imgH="685800" imgW="4330700" progId="ChemDraw.Document.6.0">
                  <p:embed/>
                  <p:pic>
                    <p:nvPicPr>
                      <p:cNvPr id="2097197" name="图片 12330"/>
                      <p:cNvPicPr>
                        <a:picLocks noChangeAspect="1" noChangeArrowheads="1"/>
                      </p:cNvPicPr>
                      <p:nvPr/>
                    </p:nvPicPr>
                    <p:blipFill>
                      <a:blip xmlns:r="http://schemas.openxmlformats.org/officeDocument/2006/relationships" r:embed="rId4"/>
                      <a:srcRect/>
                      <a:stretch>
                        <a:fillRect/>
                      </a:stretch>
                    </p:blipFill>
                    <p:spPr bwMode="auto">
                      <a:xfrm>
                        <a:off x="2901949" y="2314054"/>
                        <a:ext cx="6388101" cy="1000420"/>
                      </a:xfrm>
                      <a:prstGeom prst="rect"/>
                      <a:noFill/>
                      <a:ln>
                        <a:noFill/>
                      </a:ln>
                    </p:spPr>
                  </p:pic>
                </p:oleObj>
              </mc:Fallback>
            </mc:AlternateContent>
          </a:graphicData>
        </a:graphic>
      </p:graphicFrame>
      <p:sp>
        <p:nvSpPr>
          <p:cNvPr id="1048706" name="TextBox 1"/>
          <p:cNvSpPr txBox="1">
            <a:spLocks noChangeArrowheads="1"/>
          </p:cNvSpPr>
          <p:nvPr/>
        </p:nvSpPr>
        <p:spPr bwMode="auto">
          <a:xfrm>
            <a:off x="2301849" y="3629752"/>
            <a:ext cx="2145030" cy="481330"/>
          </a:xfrm>
          <a:prstGeom prst="rect"/>
          <a:noFill/>
          <a:ln>
            <a:noFill/>
          </a:ln>
        </p:spPr>
        <p:txBody>
          <a:bodyPr lIns="0" rIns="0" tIns="0" wrap="none">
            <a:spAutoFit/>
          </a:bodyPr>
          <a:lstStyle>
            <a:lvl1pPr eaLnBrk="0" hangingPunct="0">
              <a:tabLst>
                <a:tab algn="l" pos="622300"/>
              </a:tabLst>
              <a:defRPr>
                <a:solidFill>
                  <a:schemeClr val="tx1"/>
                </a:solidFill>
                <a:latin typeface="Calibri" panose="020F0502020204030204" pitchFamily="34" charset="0"/>
                <a:ea typeface="宋体" panose="02010600030101010101" pitchFamily="2" charset="-122"/>
              </a:defRPr>
            </a:lvl1pPr>
            <a:lvl2pPr eaLnBrk="0" hangingPunct="0" indent="-285750" marL="742950">
              <a:tabLst>
                <a:tab algn="l" pos="622300"/>
              </a:tabLst>
              <a:defRPr>
                <a:solidFill>
                  <a:schemeClr val="tx1"/>
                </a:solidFill>
                <a:latin typeface="Calibri" panose="020F0502020204030204" pitchFamily="34" charset="0"/>
                <a:ea typeface="宋体" panose="02010600030101010101" pitchFamily="2" charset="-122"/>
              </a:defRPr>
            </a:lvl2pPr>
            <a:lvl3pPr eaLnBrk="0" hangingPunct="0" indent="-228600" marL="1143000">
              <a:tabLst>
                <a:tab algn="l" pos="622300"/>
              </a:tabLst>
              <a:defRPr>
                <a:solidFill>
                  <a:schemeClr val="tx1"/>
                </a:solidFill>
                <a:latin typeface="Calibri" panose="020F0502020204030204" pitchFamily="34" charset="0"/>
                <a:ea typeface="宋体" panose="02010600030101010101" pitchFamily="2" charset="-122"/>
              </a:defRPr>
            </a:lvl3pPr>
            <a:lvl4pPr eaLnBrk="0" hangingPunct="0" indent="-228600" marL="1600200">
              <a:tabLst>
                <a:tab algn="l" pos="622300"/>
              </a:tabLst>
              <a:defRPr>
                <a:solidFill>
                  <a:schemeClr val="tx1"/>
                </a:solidFill>
                <a:latin typeface="Calibri" panose="020F0502020204030204" pitchFamily="34" charset="0"/>
                <a:ea typeface="宋体" panose="02010600030101010101" pitchFamily="2" charset="-122"/>
              </a:defRPr>
            </a:lvl4pPr>
            <a:lvl5pPr eaLnBrk="0" hangingPunct="0" indent="-228600" marL="2057400">
              <a:tabLst>
                <a:tab algn="l" pos="622300"/>
              </a:tabLst>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tabLst>
                <a:tab algn="l" pos="622300"/>
              </a:tabLs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tabLst>
                <a:tab algn="l" pos="622300"/>
              </a:tabLs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tabLst>
                <a:tab algn="l" pos="622300"/>
              </a:tabLs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tabLst>
                <a:tab algn="l" pos="622300"/>
              </a:tabLs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3400"/>
              </a:lnSpc>
              <a:spcBef>
                <a:spcPct val="0"/>
              </a:spcBef>
              <a:spcAft>
                <a:spcPct val="0"/>
              </a:spcAft>
            </a:pPr>
            <a:r>
              <a:rPr altLang="zh-CN" b="1" dirty="0" sz="2800" lang="en-US" err="1">
                <a:solidFill>
                  <a:srgbClr val="000000"/>
                </a:solidFill>
                <a:latin typeface="宋体" panose="02010600030101010101" pitchFamily="2" charset="-122"/>
                <a:cs typeface="楷体_GB2312"/>
              </a:rPr>
              <a:t>过氧类引发剂</a:t>
            </a:r>
            <a:endParaRPr altLang="zh-CN" dirty="0" sz="2800" lang="en-US">
              <a:solidFill>
                <a:srgbClr val="000000"/>
              </a:solidFill>
              <a:latin typeface="微软雅黑 Light" panose="020B0502040204020203" pitchFamily="34" charset="-122"/>
              <a:ea typeface="微软雅黑 Light" panose="020B0502040204020203" pitchFamily="34" charset="-122"/>
              <a:cs typeface="楷体_GB2312"/>
            </a:endParaRPr>
          </a:p>
        </p:txBody>
      </p:sp>
      <p:sp>
        <p:nvSpPr>
          <p:cNvPr id="1048707" name="矩形 11"/>
          <p:cNvSpPr/>
          <p:nvPr/>
        </p:nvSpPr>
        <p:spPr>
          <a:xfrm>
            <a:off x="2640485" y="4108708"/>
            <a:ext cx="7917180" cy="447041"/>
          </a:xfrm>
          <a:prstGeom prst="rect"/>
        </p:spPr>
        <p:txBody>
          <a:bodyPr wrap="none">
            <a:spAutoFit/>
          </a:bodyPr>
          <a:p>
            <a:pPr eaLnBrk="0" fontAlgn="base" hangingPunct="0">
              <a:lnSpc>
                <a:spcPts val="3700"/>
              </a:lnSpc>
              <a:spcBef>
                <a:spcPct val="0"/>
              </a:spcBef>
              <a:spcAft>
                <a:spcPct val="0"/>
              </a:spcAft>
            </a:pPr>
            <a:r>
              <a:rPr altLang="en-US" dirty="0" sz="2400" lang="zh-CN">
                <a:solidFill>
                  <a:srgbClr val="000000"/>
                </a:solidFill>
                <a:latin typeface="Times New Roman" panose="02020603050405020304" pitchFamily="18" charset="0"/>
                <a:ea typeface="宋体" panose="02010600030101010101" pitchFamily="2" charset="-122"/>
                <a:cs typeface="楷体_GB2312"/>
              </a:rPr>
              <a:t>典型代表：</a:t>
            </a:r>
            <a:r>
              <a:rPr altLang="zh-CN" dirty="0" sz="2400" lang="en-US" err="1">
                <a:solidFill>
                  <a:srgbClr val="000000"/>
                </a:solidFill>
                <a:latin typeface="Times New Roman" panose="02020603050405020304" pitchFamily="18" charset="0"/>
                <a:ea typeface="宋体" panose="02010600030101010101" pitchFamily="2" charset="-122"/>
                <a:cs typeface="楷体_GB2312"/>
              </a:rPr>
              <a:t>过氧化二苯甲酰（</a:t>
            </a:r>
            <a:r>
              <a:rPr altLang="zh-CN" dirty="0" sz="2400" lang="en-US"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Dibenzoyl</a:t>
            </a:r>
            <a:r>
              <a:rPr altLang="zh-CN" dirty="0" sz="2400" lang="en-US">
                <a:solidFill>
                  <a:srgbClr val="000000"/>
                </a:solidFill>
                <a:latin typeface="Times New Roman" panose="02020603050405020304" pitchFamily="18" charset="0"/>
                <a:ea typeface="宋体" panose="02010600030101010101" pitchFamily="2" charset="-122"/>
                <a:cs typeface="Times New Roman" panose="02020603050405020304" pitchFamily="18" charset="0"/>
              </a:rPr>
              <a:t> peroxide,</a:t>
            </a:r>
            <a:r>
              <a:rPr altLang="zh-CN" dirty="0" sz="2400" lang="en-US">
                <a:solidFill>
                  <a:srgbClr val="000000"/>
                </a:solidFill>
                <a:latin typeface="Times New Roman" panose="02020603050405020304" pitchFamily="18" charset="0"/>
                <a:ea typeface="宋体" panose="02010600030101010101" pitchFamily="2" charset="-122"/>
                <a:cs typeface="楷体_GB2312"/>
              </a:rPr>
              <a:t> </a:t>
            </a:r>
            <a:r>
              <a:rPr altLang="zh-CN" dirty="0" sz="2400" lang="en-US">
                <a:solidFill>
                  <a:srgbClr val="000000"/>
                </a:solidFill>
                <a:latin typeface="Times New Roman" panose="02020603050405020304" pitchFamily="18" charset="0"/>
                <a:ea typeface="宋体" panose="02010600030101010101" pitchFamily="2" charset="-122"/>
                <a:cs typeface="Times New Roman" panose="02020603050405020304" pitchFamily="18" charset="0"/>
              </a:rPr>
              <a:t>BPO</a:t>
            </a:r>
            <a:r>
              <a:rPr altLang="zh-CN" dirty="0" sz="2400" lang="en-US">
                <a:solidFill>
                  <a:srgbClr val="000000"/>
                </a:solidFill>
                <a:latin typeface="Times New Roman" panose="02020603050405020304" pitchFamily="18" charset="0"/>
                <a:ea typeface="宋体" panose="02010600030101010101" pitchFamily="2" charset="-122"/>
                <a:cs typeface="楷体_GB2312"/>
              </a:rPr>
              <a:t>）</a:t>
            </a:r>
            <a:endParaRPr altLang="zh-CN" dirty="0" sz="2400" lang="en-US">
              <a:solidFill>
                <a:srgbClr val="000000"/>
              </a:solidFill>
              <a:latin typeface="Times New Roman" panose="02020603050405020304" pitchFamily="18" charset="0"/>
              <a:ea typeface="宋体" panose="02010600030101010101" pitchFamily="2" charset="-122"/>
              <a:cs typeface="楷体_GB2312"/>
            </a:endParaRPr>
          </a:p>
        </p:txBody>
      </p:sp>
      <p:sp>
        <p:nvSpPr>
          <p:cNvPr id="1048708" name="Freeform 3"/>
          <p:cNvSpPr/>
          <p:nvPr/>
        </p:nvSpPr>
        <p:spPr>
          <a:xfrm>
            <a:off x="3146627" y="4681923"/>
            <a:ext cx="127000" cy="211137"/>
          </a:xfrm>
          <a:custGeom>
            <a:avLst/>
            <a:gdLst>
              <a:gd name="connsiteX0" fmla="*/ 121411 w 127762"/>
              <a:gd name="connsiteY0" fmla="*/ 205232 h 211581"/>
              <a:gd name="connsiteX1" fmla="*/ 6350 w 127762"/>
              <a:gd name="connsiteY1" fmla="*/ 6350 h 211581"/>
            </a:gdLst>
            <a:ahLst/>
            <a:cxnLst>
              <a:cxn ang="0">
                <a:pos x="connsiteX0" y="connsiteY0"/>
              </a:cxn>
              <a:cxn ang="1">
                <a:pos x="connsiteX1" y="connsiteY1"/>
              </a:cxn>
            </a:cxnLst>
            <a:rect l="l" t="t" r="r" b="b"/>
            <a:pathLst>
              <a:path w="127762" h="211581">
                <a:moveTo>
                  <a:pt x="121411" y="205232"/>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09" name="Freeform 3"/>
          <p:cNvSpPr/>
          <p:nvPr/>
        </p:nvSpPr>
        <p:spPr>
          <a:xfrm>
            <a:off x="3137102" y="4718435"/>
            <a:ext cx="100013" cy="165100"/>
          </a:xfrm>
          <a:custGeom>
            <a:avLst/>
            <a:gdLst>
              <a:gd name="connsiteX0" fmla="*/ 93980 w 100330"/>
              <a:gd name="connsiteY0" fmla="*/ 158750 h 165100"/>
              <a:gd name="connsiteX1" fmla="*/ 6350 w 100330"/>
              <a:gd name="connsiteY1" fmla="*/ 6350 h 165100"/>
            </a:gdLst>
            <a:ahLst/>
            <a:cxnLst>
              <a:cxn ang="0">
                <a:pos x="connsiteX0" y="connsiteY0"/>
              </a:cxn>
              <a:cxn ang="1">
                <a:pos x="connsiteX1" y="connsiteY1"/>
              </a:cxn>
            </a:cxnLst>
            <a:rect l="l" t="t" r="r" b="b"/>
            <a:pathLst>
              <a:path w="100330" h="165100">
                <a:moveTo>
                  <a:pt x="93980" y="1587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0" name="Freeform 3"/>
          <p:cNvSpPr/>
          <p:nvPr/>
        </p:nvSpPr>
        <p:spPr>
          <a:xfrm>
            <a:off x="3146627" y="4880360"/>
            <a:ext cx="127000" cy="211138"/>
          </a:xfrm>
          <a:custGeom>
            <a:avLst/>
            <a:gdLst>
              <a:gd name="connsiteX0" fmla="*/ 6350 w 127762"/>
              <a:gd name="connsiteY0" fmla="*/ 204470 h 210820"/>
              <a:gd name="connsiteX1" fmla="*/ 121411 w 127762"/>
              <a:gd name="connsiteY1" fmla="*/ 6350 h 210820"/>
            </a:gdLst>
            <a:ahLst/>
            <a:cxnLst>
              <a:cxn ang="0">
                <a:pos x="connsiteX0" y="connsiteY0"/>
              </a:cxn>
              <a:cxn ang="1">
                <a:pos x="connsiteX1" y="connsiteY1"/>
              </a:cxn>
            </a:cxnLst>
            <a:rect l="l" t="t" r="r" b="b"/>
            <a:pathLst>
              <a:path w="127762" h="210820">
                <a:moveTo>
                  <a:pt x="6350" y="204470"/>
                </a:moveTo>
                <a:lnTo>
                  <a:pt x="12141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1" name="Freeform 3"/>
          <p:cNvSpPr/>
          <p:nvPr/>
        </p:nvSpPr>
        <p:spPr>
          <a:xfrm>
            <a:off x="2919615" y="5078798"/>
            <a:ext cx="239712" cy="20637"/>
          </a:xfrm>
          <a:custGeom>
            <a:avLst/>
            <a:gdLst>
              <a:gd name="connsiteX0" fmla="*/ 6350 w 239013"/>
              <a:gd name="connsiteY0" fmla="*/ 6350 h 19773"/>
              <a:gd name="connsiteX1" fmla="*/ 232664 w 239013"/>
              <a:gd name="connsiteY1" fmla="*/ 6350 h 19773"/>
            </a:gdLst>
            <a:ahLst/>
            <a:cxnLst>
              <a:cxn ang="0">
                <a:pos x="connsiteX0" y="connsiteY0"/>
              </a:cxn>
              <a:cxn ang="1">
                <a:pos x="connsiteX1" y="connsiteY1"/>
              </a:cxn>
            </a:cxnLst>
            <a:rect l="l" t="t" r="r" b="b"/>
            <a:pathLst>
              <a:path w="239013" h="19773">
                <a:moveTo>
                  <a:pt x="6350" y="6350"/>
                </a:moveTo>
                <a:lnTo>
                  <a:pt x="23266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2" name="Freeform 3"/>
          <p:cNvSpPr/>
          <p:nvPr/>
        </p:nvSpPr>
        <p:spPr>
          <a:xfrm>
            <a:off x="2946602" y="5051810"/>
            <a:ext cx="185738" cy="20638"/>
          </a:xfrm>
          <a:custGeom>
            <a:avLst/>
            <a:gdLst>
              <a:gd name="connsiteX0" fmla="*/ 6350 w 185673"/>
              <a:gd name="connsiteY0" fmla="*/ 6350 h 19773"/>
              <a:gd name="connsiteX1" fmla="*/ 179323 w 185673"/>
              <a:gd name="connsiteY1" fmla="*/ 6350 h 19773"/>
            </a:gdLst>
            <a:ahLst/>
            <a:cxnLst>
              <a:cxn ang="0">
                <a:pos x="connsiteX0" y="connsiteY0"/>
              </a:cxn>
              <a:cxn ang="1">
                <a:pos x="connsiteX1" y="connsiteY1"/>
              </a:cxn>
            </a:cxnLst>
            <a:rect l="l" t="t" r="r" b="b"/>
            <a:pathLst>
              <a:path w="185673" h="19773">
                <a:moveTo>
                  <a:pt x="6350" y="6350"/>
                </a:moveTo>
                <a:lnTo>
                  <a:pt x="17932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3" name="Freeform 3"/>
          <p:cNvSpPr/>
          <p:nvPr/>
        </p:nvSpPr>
        <p:spPr>
          <a:xfrm>
            <a:off x="2805315" y="4880360"/>
            <a:ext cx="127000" cy="211138"/>
          </a:xfrm>
          <a:custGeom>
            <a:avLst/>
            <a:gdLst>
              <a:gd name="connsiteX0" fmla="*/ 6350 w 127000"/>
              <a:gd name="connsiteY0" fmla="*/ 6350 h 210820"/>
              <a:gd name="connsiteX1" fmla="*/ 120650 w 127000"/>
              <a:gd name="connsiteY1" fmla="*/ 204470 h 210820"/>
            </a:gdLst>
            <a:ahLst/>
            <a:cxnLst>
              <a:cxn ang="0">
                <a:pos x="connsiteX0" y="connsiteY0"/>
              </a:cxn>
              <a:cxn ang="1">
                <a:pos x="connsiteX1" y="connsiteY1"/>
              </a:cxn>
            </a:cxnLst>
            <a:rect l="l" t="t" r="r" b="b"/>
            <a:pathLst>
              <a:path w="127000" h="210820">
                <a:moveTo>
                  <a:pt x="6350" y="6350"/>
                </a:moveTo>
                <a:lnTo>
                  <a:pt x="120650"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4" name="Freeform 3"/>
          <p:cNvSpPr/>
          <p:nvPr/>
        </p:nvSpPr>
        <p:spPr>
          <a:xfrm>
            <a:off x="2805315" y="4681923"/>
            <a:ext cx="127000" cy="211137"/>
          </a:xfrm>
          <a:custGeom>
            <a:avLst/>
            <a:gdLst>
              <a:gd name="connsiteX0" fmla="*/ 120650 w 127000"/>
              <a:gd name="connsiteY0" fmla="*/ 6350 h 211581"/>
              <a:gd name="connsiteX1" fmla="*/ 6350 w 127000"/>
              <a:gd name="connsiteY1" fmla="*/ 205232 h 211581"/>
            </a:gdLst>
            <a:ahLst/>
            <a:cxnLst>
              <a:cxn ang="0">
                <a:pos x="connsiteX0" y="connsiteY0"/>
              </a:cxn>
              <a:cxn ang="1">
                <a:pos x="connsiteX1" y="connsiteY1"/>
              </a:cxn>
            </a:cxnLst>
            <a:rect l="l" t="t" r="r" b="b"/>
            <a:pathLst>
              <a:path w="127000" h="211581">
                <a:moveTo>
                  <a:pt x="120650" y="6350"/>
                </a:moveTo>
                <a:lnTo>
                  <a:pt x="6350" y="20523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5" name="Freeform 3"/>
          <p:cNvSpPr/>
          <p:nvPr/>
        </p:nvSpPr>
        <p:spPr>
          <a:xfrm>
            <a:off x="2841827" y="4718435"/>
            <a:ext cx="101600" cy="165100"/>
          </a:xfrm>
          <a:custGeom>
            <a:avLst/>
            <a:gdLst>
              <a:gd name="connsiteX0" fmla="*/ 93979 w 100330"/>
              <a:gd name="connsiteY0" fmla="*/ 6350 h 165100"/>
              <a:gd name="connsiteX1" fmla="*/ 6350 w 100330"/>
              <a:gd name="connsiteY1" fmla="*/ 158750 h 165100"/>
            </a:gdLst>
            <a:ahLst/>
            <a:cxnLst>
              <a:cxn ang="0">
                <a:pos x="connsiteX0" y="connsiteY0"/>
              </a:cxn>
              <a:cxn ang="1">
                <a:pos x="connsiteX1" y="connsiteY1"/>
              </a:cxn>
            </a:cxnLst>
            <a:rect l="l" t="t" r="r" b="b"/>
            <a:pathLst>
              <a:path w="100330" h="165100">
                <a:moveTo>
                  <a:pt x="93979" y="6350"/>
                </a:moveTo>
                <a:lnTo>
                  <a:pt x="6350" y="1587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6" name="Freeform 3"/>
          <p:cNvSpPr/>
          <p:nvPr/>
        </p:nvSpPr>
        <p:spPr>
          <a:xfrm>
            <a:off x="2919615" y="4681923"/>
            <a:ext cx="239712" cy="19050"/>
          </a:xfrm>
          <a:custGeom>
            <a:avLst/>
            <a:gdLst>
              <a:gd name="connsiteX0" fmla="*/ 232664 w 239013"/>
              <a:gd name="connsiteY0" fmla="*/ 6350 h 19773"/>
              <a:gd name="connsiteX1" fmla="*/ 6350 w 239013"/>
              <a:gd name="connsiteY1" fmla="*/ 6350 h 19773"/>
            </a:gdLst>
            <a:ahLst/>
            <a:cxnLst>
              <a:cxn ang="0">
                <a:pos x="connsiteX0" y="connsiteY0"/>
              </a:cxn>
              <a:cxn ang="1">
                <a:pos x="connsiteX1" y="connsiteY1"/>
              </a:cxn>
            </a:cxnLst>
            <a:rect l="l" t="t" r="r" b="b"/>
            <a:pathLst>
              <a:path w="239013" h="19773">
                <a:moveTo>
                  <a:pt x="232664"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7" name="Freeform 3"/>
          <p:cNvSpPr/>
          <p:nvPr/>
        </p:nvSpPr>
        <p:spPr>
          <a:xfrm>
            <a:off x="3257752" y="4878773"/>
            <a:ext cx="188913" cy="20637"/>
          </a:xfrm>
          <a:custGeom>
            <a:avLst/>
            <a:gdLst>
              <a:gd name="connsiteX0" fmla="*/ 6350 w 189484"/>
              <a:gd name="connsiteY0" fmla="*/ 6350 h 19773"/>
              <a:gd name="connsiteX1" fmla="*/ 183133 w 189484"/>
              <a:gd name="connsiteY1" fmla="*/ 6350 h 19773"/>
            </a:gdLst>
            <a:ahLst/>
            <a:cxnLst>
              <a:cxn ang="0">
                <a:pos x="connsiteX0" y="connsiteY0"/>
              </a:cxn>
              <a:cxn ang="1">
                <a:pos x="connsiteX1" y="connsiteY1"/>
              </a:cxn>
            </a:cxnLst>
            <a:rect l="l" t="t" r="r" b="b"/>
            <a:pathLst>
              <a:path w="189484" h="19773">
                <a:moveTo>
                  <a:pt x="6350" y="6350"/>
                </a:moveTo>
                <a:lnTo>
                  <a:pt x="18313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8" name="Freeform 3"/>
          <p:cNvSpPr/>
          <p:nvPr/>
        </p:nvSpPr>
        <p:spPr>
          <a:xfrm>
            <a:off x="3653040" y="4878773"/>
            <a:ext cx="190500" cy="20637"/>
          </a:xfrm>
          <a:custGeom>
            <a:avLst/>
            <a:gdLst>
              <a:gd name="connsiteX0" fmla="*/ 6350 w 190245"/>
              <a:gd name="connsiteY0" fmla="*/ 6350 h 19773"/>
              <a:gd name="connsiteX1" fmla="*/ 183895 w 190245"/>
              <a:gd name="connsiteY1" fmla="*/ 6350 h 19773"/>
            </a:gdLst>
            <a:ahLst/>
            <a:cxnLst>
              <a:cxn ang="0">
                <a:pos x="connsiteX0" y="connsiteY0"/>
              </a:cxn>
              <a:cxn ang="1">
                <a:pos x="connsiteX1" y="connsiteY1"/>
              </a:cxn>
            </a:cxnLst>
            <a:rect l="l" t="t" r="r" b="b"/>
            <a:pathLst>
              <a:path w="190245" h="19773">
                <a:moveTo>
                  <a:pt x="6350" y="6350"/>
                </a:moveTo>
                <a:lnTo>
                  <a:pt x="18389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19" name="Freeform 3"/>
          <p:cNvSpPr/>
          <p:nvPr/>
        </p:nvSpPr>
        <p:spPr>
          <a:xfrm>
            <a:off x="3532390" y="5001010"/>
            <a:ext cx="20637"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0" name="Freeform 3"/>
          <p:cNvSpPr/>
          <p:nvPr/>
        </p:nvSpPr>
        <p:spPr>
          <a:xfrm>
            <a:off x="3578427" y="5001010"/>
            <a:ext cx="20638"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1" name="Freeform 3"/>
          <p:cNvSpPr/>
          <p:nvPr/>
        </p:nvSpPr>
        <p:spPr>
          <a:xfrm>
            <a:off x="4049915" y="4893060"/>
            <a:ext cx="190500" cy="20638"/>
          </a:xfrm>
          <a:custGeom>
            <a:avLst/>
            <a:gdLst>
              <a:gd name="connsiteX0" fmla="*/ 6350 w 190245"/>
              <a:gd name="connsiteY0" fmla="*/ 6350 h 19773"/>
              <a:gd name="connsiteX1" fmla="*/ 183895 w 190245"/>
              <a:gd name="connsiteY1" fmla="*/ 6350 h 19773"/>
            </a:gdLst>
            <a:ahLst/>
            <a:cxnLst>
              <a:cxn ang="0">
                <a:pos x="connsiteX0" y="connsiteY0"/>
              </a:cxn>
              <a:cxn ang="1">
                <a:pos x="connsiteX1" y="connsiteY1"/>
              </a:cxn>
            </a:cxnLst>
            <a:rect l="l" t="t" r="r" b="b"/>
            <a:pathLst>
              <a:path w="190245" h="19773">
                <a:moveTo>
                  <a:pt x="6350" y="6350"/>
                </a:moveTo>
                <a:lnTo>
                  <a:pt x="18389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2" name="Freeform 3"/>
          <p:cNvSpPr/>
          <p:nvPr/>
        </p:nvSpPr>
        <p:spPr>
          <a:xfrm>
            <a:off x="4446790" y="4893060"/>
            <a:ext cx="188912" cy="20638"/>
          </a:xfrm>
          <a:custGeom>
            <a:avLst/>
            <a:gdLst>
              <a:gd name="connsiteX0" fmla="*/ 6350 w 189484"/>
              <a:gd name="connsiteY0" fmla="*/ 6350 h 19773"/>
              <a:gd name="connsiteX1" fmla="*/ 183134 w 189484"/>
              <a:gd name="connsiteY1" fmla="*/ 6350 h 19773"/>
            </a:gdLst>
            <a:ahLst/>
            <a:cxnLst>
              <a:cxn ang="0">
                <a:pos x="connsiteX0" y="connsiteY0"/>
              </a:cxn>
              <a:cxn ang="1">
                <a:pos x="connsiteX1" y="connsiteY1"/>
              </a:cxn>
            </a:cxnLst>
            <a:rect l="l" t="t" r="r" b="b"/>
            <a:pathLst>
              <a:path w="189484" h="19773">
                <a:moveTo>
                  <a:pt x="6350" y="6350"/>
                </a:moveTo>
                <a:lnTo>
                  <a:pt x="18313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3" name="Freeform 3"/>
          <p:cNvSpPr/>
          <p:nvPr/>
        </p:nvSpPr>
        <p:spPr>
          <a:xfrm>
            <a:off x="4708727" y="5029585"/>
            <a:ext cx="19050"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4" name="Freeform 3"/>
          <p:cNvSpPr/>
          <p:nvPr/>
        </p:nvSpPr>
        <p:spPr>
          <a:xfrm>
            <a:off x="4753177" y="5029585"/>
            <a:ext cx="20638"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5" name="Freeform 3"/>
          <p:cNvSpPr/>
          <p:nvPr/>
        </p:nvSpPr>
        <p:spPr>
          <a:xfrm>
            <a:off x="4842077" y="4893060"/>
            <a:ext cx="190500" cy="20638"/>
          </a:xfrm>
          <a:custGeom>
            <a:avLst/>
            <a:gdLst>
              <a:gd name="connsiteX0" fmla="*/ 6350 w 189484"/>
              <a:gd name="connsiteY0" fmla="*/ 6350 h 19773"/>
              <a:gd name="connsiteX1" fmla="*/ 183133 w 189484"/>
              <a:gd name="connsiteY1" fmla="*/ 6350 h 19773"/>
            </a:gdLst>
            <a:ahLst/>
            <a:cxnLst>
              <a:cxn ang="0">
                <a:pos x="connsiteX0" y="connsiteY0"/>
              </a:cxn>
              <a:cxn ang="1">
                <a:pos x="connsiteX1" y="connsiteY1"/>
              </a:cxn>
            </a:cxnLst>
            <a:rect l="l" t="t" r="r" b="b"/>
            <a:pathLst>
              <a:path w="189484" h="19773">
                <a:moveTo>
                  <a:pt x="6350" y="6350"/>
                </a:moveTo>
                <a:lnTo>
                  <a:pt x="18313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6" name="Freeform 3"/>
          <p:cNvSpPr/>
          <p:nvPr/>
        </p:nvSpPr>
        <p:spPr>
          <a:xfrm>
            <a:off x="5340552" y="4696210"/>
            <a:ext cx="127000" cy="211138"/>
          </a:xfrm>
          <a:custGeom>
            <a:avLst/>
            <a:gdLst>
              <a:gd name="connsiteX0" fmla="*/ 120650 w 127000"/>
              <a:gd name="connsiteY0" fmla="*/ 205994 h 212344"/>
              <a:gd name="connsiteX1" fmla="*/ 6350 w 127000"/>
              <a:gd name="connsiteY1" fmla="*/ 6350 h 212344"/>
            </a:gdLst>
            <a:ahLst/>
            <a:cxnLst>
              <a:cxn ang="0">
                <a:pos x="connsiteX0" y="connsiteY0"/>
              </a:cxn>
              <a:cxn ang="1">
                <a:pos x="connsiteX1" y="connsiteY1"/>
              </a:cxn>
            </a:cxnLst>
            <a:rect l="l" t="t" r="r" b="b"/>
            <a:pathLst>
              <a:path w="127000" h="212344">
                <a:moveTo>
                  <a:pt x="120650" y="205994"/>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7" name="Freeform 3"/>
          <p:cNvSpPr/>
          <p:nvPr/>
        </p:nvSpPr>
        <p:spPr>
          <a:xfrm>
            <a:off x="5331027" y="4732723"/>
            <a:ext cx="100013" cy="165100"/>
          </a:xfrm>
          <a:custGeom>
            <a:avLst/>
            <a:gdLst>
              <a:gd name="connsiteX0" fmla="*/ 93979 w 100330"/>
              <a:gd name="connsiteY0" fmla="*/ 159511 h 165862"/>
              <a:gd name="connsiteX1" fmla="*/ 6350 w 100330"/>
              <a:gd name="connsiteY1" fmla="*/ 6350 h 165862"/>
            </a:gdLst>
            <a:ahLst/>
            <a:cxnLst>
              <a:cxn ang="0">
                <a:pos x="connsiteX0" y="connsiteY0"/>
              </a:cxn>
              <a:cxn ang="1">
                <a:pos x="connsiteX1" y="connsiteY1"/>
              </a:cxn>
            </a:cxnLst>
            <a:rect l="l" t="t" r="r" b="b"/>
            <a:pathLst>
              <a:path w="100330" h="165862">
                <a:moveTo>
                  <a:pt x="93979" y="159511"/>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8" name="Freeform 3"/>
          <p:cNvSpPr/>
          <p:nvPr/>
        </p:nvSpPr>
        <p:spPr>
          <a:xfrm>
            <a:off x="5340552" y="4894648"/>
            <a:ext cx="127000" cy="211137"/>
          </a:xfrm>
          <a:custGeom>
            <a:avLst/>
            <a:gdLst>
              <a:gd name="connsiteX0" fmla="*/ 6350 w 127000"/>
              <a:gd name="connsiteY0" fmla="*/ 204470 h 210820"/>
              <a:gd name="connsiteX1" fmla="*/ 120650 w 127000"/>
              <a:gd name="connsiteY1" fmla="*/ 6350 h 210820"/>
            </a:gdLst>
            <a:ahLst/>
            <a:cxnLst>
              <a:cxn ang="0">
                <a:pos x="connsiteX0" y="connsiteY0"/>
              </a:cxn>
              <a:cxn ang="1">
                <a:pos x="connsiteX1" y="connsiteY1"/>
              </a:cxn>
            </a:cxnLst>
            <a:rect l="l" t="t" r="r" b="b"/>
            <a:pathLst>
              <a:path w="127000" h="210820">
                <a:moveTo>
                  <a:pt x="6350" y="204470"/>
                </a:moveTo>
                <a:lnTo>
                  <a:pt x="1206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29" name="Freeform 3"/>
          <p:cNvSpPr/>
          <p:nvPr/>
        </p:nvSpPr>
        <p:spPr>
          <a:xfrm>
            <a:off x="5113540" y="5093085"/>
            <a:ext cx="239712" cy="20638"/>
          </a:xfrm>
          <a:custGeom>
            <a:avLst/>
            <a:gdLst>
              <a:gd name="connsiteX0" fmla="*/ 6350 w 239775"/>
              <a:gd name="connsiteY0" fmla="*/ 6350 h 19773"/>
              <a:gd name="connsiteX1" fmla="*/ 233426 w 239775"/>
              <a:gd name="connsiteY1" fmla="*/ 6350 h 19773"/>
            </a:gdLst>
            <a:ahLst/>
            <a:cxnLst>
              <a:cxn ang="0">
                <a:pos x="connsiteX0" y="connsiteY0"/>
              </a:cxn>
              <a:cxn ang="1">
                <a:pos x="connsiteX1" y="connsiteY1"/>
              </a:cxn>
            </a:cxnLst>
            <a:rect l="l" t="t" r="r" b="b"/>
            <a:pathLst>
              <a:path w="239775" h="19773">
                <a:moveTo>
                  <a:pt x="6350" y="6350"/>
                </a:moveTo>
                <a:lnTo>
                  <a:pt x="23342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0" name="Freeform 3"/>
          <p:cNvSpPr/>
          <p:nvPr/>
        </p:nvSpPr>
        <p:spPr>
          <a:xfrm>
            <a:off x="5142115" y="5066098"/>
            <a:ext cx="184150" cy="19050"/>
          </a:xfrm>
          <a:custGeom>
            <a:avLst/>
            <a:gdLst>
              <a:gd name="connsiteX0" fmla="*/ 6350 w 184912"/>
              <a:gd name="connsiteY0" fmla="*/ 6350 h 19773"/>
              <a:gd name="connsiteX1" fmla="*/ 178561 w 184912"/>
              <a:gd name="connsiteY1" fmla="*/ 6350 h 19773"/>
            </a:gdLst>
            <a:ahLst/>
            <a:cxnLst>
              <a:cxn ang="0">
                <a:pos x="connsiteX0" y="connsiteY0"/>
              </a:cxn>
              <a:cxn ang="1">
                <a:pos x="connsiteX1" y="connsiteY1"/>
              </a:cxn>
            </a:cxnLst>
            <a:rect l="l" t="t" r="r" b="b"/>
            <a:pathLst>
              <a:path w="184912" h="19773">
                <a:moveTo>
                  <a:pt x="6350" y="6350"/>
                </a:moveTo>
                <a:lnTo>
                  <a:pt x="17856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1" name="Freeform 3"/>
          <p:cNvSpPr/>
          <p:nvPr/>
        </p:nvSpPr>
        <p:spPr>
          <a:xfrm>
            <a:off x="4999240" y="4894648"/>
            <a:ext cx="127000" cy="211137"/>
          </a:xfrm>
          <a:custGeom>
            <a:avLst/>
            <a:gdLst>
              <a:gd name="connsiteX0" fmla="*/ 6350 w 127000"/>
              <a:gd name="connsiteY0" fmla="*/ 6350 h 210820"/>
              <a:gd name="connsiteX1" fmla="*/ 120650 w 127000"/>
              <a:gd name="connsiteY1" fmla="*/ 204470 h 210820"/>
            </a:gdLst>
            <a:ahLst/>
            <a:cxnLst>
              <a:cxn ang="0">
                <a:pos x="connsiteX0" y="connsiteY0"/>
              </a:cxn>
              <a:cxn ang="1">
                <a:pos x="connsiteX1" y="connsiteY1"/>
              </a:cxn>
            </a:cxnLst>
            <a:rect l="l" t="t" r="r" b="b"/>
            <a:pathLst>
              <a:path w="127000" h="210820">
                <a:moveTo>
                  <a:pt x="6350" y="6350"/>
                </a:moveTo>
                <a:lnTo>
                  <a:pt x="120650"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2" name="Freeform 3"/>
          <p:cNvSpPr/>
          <p:nvPr/>
        </p:nvSpPr>
        <p:spPr>
          <a:xfrm>
            <a:off x="4999240" y="4696210"/>
            <a:ext cx="127000" cy="211138"/>
          </a:xfrm>
          <a:custGeom>
            <a:avLst/>
            <a:gdLst>
              <a:gd name="connsiteX0" fmla="*/ 120650 w 127000"/>
              <a:gd name="connsiteY0" fmla="*/ 6350 h 212344"/>
              <a:gd name="connsiteX1" fmla="*/ 6350 w 127000"/>
              <a:gd name="connsiteY1" fmla="*/ 205994 h 212344"/>
            </a:gdLst>
            <a:ahLst/>
            <a:cxnLst>
              <a:cxn ang="0">
                <a:pos x="connsiteX0" y="connsiteY0"/>
              </a:cxn>
              <a:cxn ang="1">
                <a:pos x="connsiteX1" y="connsiteY1"/>
              </a:cxn>
            </a:cxnLst>
            <a:rect l="l" t="t" r="r" b="b"/>
            <a:pathLst>
              <a:path w="127000" h="212344">
                <a:moveTo>
                  <a:pt x="120650" y="6350"/>
                </a:moveTo>
                <a:lnTo>
                  <a:pt x="6350" y="20599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3" name="Freeform 3"/>
          <p:cNvSpPr/>
          <p:nvPr/>
        </p:nvSpPr>
        <p:spPr>
          <a:xfrm>
            <a:off x="5035752" y="4732723"/>
            <a:ext cx="101600" cy="165100"/>
          </a:xfrm>
          <a:custGeom>
            <a:avLst/>
            <a:gdLst>
              <a:gd name="connsiteX0" fmla="*/ 93979 w 100330"/>
              <a:gd name="connsiteY0" fmla="*/ 6350 h 165862"/>
              <a:gd name="connsiteX1" fmla="*/ 6350 w 100330"/>
              <a:gd name="connsiteY1" fmla="*/ 159511 h 165862"/>
            </a:gdLst>
            <a:ahLst/>
            <a:cxnLst>
              <a:cxn ang="0">
                <a:pos x="connsiteX0" y="connsiteY0"/>
              </a:cxn>
              <a:cxn ang="1">
                <a:pos x="connsiteX1" y="connsiteY1"/>
              </a:cxn>
            </a:cxnLst>
            <a:rect l="l" t="t" r="r" b="b"/>
            <a:pathLst>
              <a:path w="100330" h="165862">
                <a:moveTo>
                  <a:pt x="93979" y="6350"/>
                </a:moveTo>
                <a:lnTo>
                  <a:pt x="6350" y="15951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4" name="Freeform 3"/>
          <p:cNvSpPr/>
          <p:nvPr/>
        </p:nvSpPr>
        <p:spPr>
          <a:xfrm>
            <a:off x="5113540" y="4696210"/>
            <a:ext cx="239712" cy="19050"/>
          </a:xfrm>
          <a:custGeom>
            <a:avLst/>
            <a:gdLst>
              <a:gd name="connsiteX0" fmla="*/ 233426 w 239775"/>
              <a:gd name="connsiteY0" fmla="*/ 6350 h 19773"/>
              <a:gd name="connsiteX1" fmla="*/ 6350 w 239775"/>
              <a:gd name="connsiteY1" fmla="*/ 6350 h 19773"/>
            </a:gdLst>
            <a:ahLst/>
            <a:cxnLst>
              <a:cxn ang="0">
                <a:pos x="connsiteX0" y="connsiteY0"/>
              </a:cxn>
              <a:cxn ang="1">
                <a:pos x="connsiteX1" y="connsiteY1"/>
              </a:cxn>
            </a:cxnLst>
            <a:rect l="l" t="t" r="r" b="b"/>
            <a:pathLst>
              <a:path w="239775" h="19773">
                <a:moveTo>
                  <a:pt x="233426"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5" name="Freeform 3"/>
          <p:cNvSpPr/>
          <p:nvPr/>
        </p:nvSpPr>
        <p:spPr>
          <a:xfrm>
            <a:off x="5594552" y="4893060"/>
            <a:ext cx="468313" cy="20638"/>
          </a:xfrm>
          <a:custGeom>
            <a:avLst/>
            <a:gdLst>
              <a:gd name="connsiteX0" fmla="*/ 6350 w 468376"/>
              <a:gd name="connsiteY0" fmla="*/ 6350 h 19773"/>
              <a:gd name="connsiteX1" fmla="*/ 462026 w 468376"/>
              <a:gd name="connsiteY1" fmla="*/ 6350 h 19773"/>
            </a:gdLst>
            <a:ahLst/>
            <a:cxnLst>
              <a:cxn ang="0">
                <a:pos x="connsiteX0" y="connsiteY0"/>
              </a:cxn>
              <a:cxn ang="1">
                <a:pos x="connsiteX1" y="connsiteY1"/>
              </a:cxn>
            </a:cxnLst>
            <a:rect l="l" t="t" r="r" b="b"/>
            <a:pathLst>
              <a:path w="468376" h="19773">
                <a:moveTo>
                  <a:pt x="6350" y="6350"/>
                </a:moveTo>
                <a:lnTo>
                  <a:pt x="46202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6" name="Freeform 3"/>
          <p:cNvSpPr/>
          <p:nvPr/>
        </p:nvSpPr>
        <p:spPr>
          <a:xfrm>
            <a:off x="5908877" y="4851785"/>
            <a:ext cx="153988" cy="96838"/>
          </a:xfrm>
          <a:custGeom>
            <a:avLst/>
            <a:gdLst>
              <a:gd name="connsiteX0" fmla="*/ 147320 w 153670"/>
              <a:gd name="connsiteY0" fmla="*/ 49021 h 98043"/>
              <a:gd name="connsiteX1" fmla="*/ 6350 w 153670"/>
              <a:gd name="connsiteY1" fmla="*/ 91694 h 98043"/>
              <a:gd name="connsiteX2" fmla="*/ 34544 w 153670"/>
              <a:gd name="connsiteY2" fmla="*/ 49021 h 98043"/>
              <a:gd name="connsiteX3" fmla="*/ 6350 w 153670"/>
              <a:gd name="connsiteY3" fmla="*/ 6350 h 98043"/>
              <a:gd name="connsiteX4" fmla="*/ 147320 w 153670"/>
              <a:gd name="connsiteY4" fmla="*/ 49021 h 9804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3670" h="98043">
                <a:moveTo>
                  <a:pt x="147320" y="49021"/>
                </a:moveTo>
                <a:lnTo>
                  <a:pt x="6350" y="91694"/>
                </a:lnTo>
                <a:lnTo>
                  <a:pt x="34544" y="49021"/>
                </a:lnTo>
                <a:lnTo>
                  <a:pt x="6350" y="6350"/>
                </a:lnTo>
                <a:lnTo>
                  <a:pt x="147320" y="49021"/>
                </a:ln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7" name="Freeform 3"/>
          <p:cNvSpPr/>
          <p:nvPr/>
        </p:nvSpPr>
        <p:spPr>
          <a:xfrm>
            <a:off x="6826452" y="4681923"/>
            <a:ext cx="128588" cy="211137"/>
          </a:xfrm>
          <a:custGeom>
            <a:avLst/>
            <a:gdLst>
              <a:gd name="connsiteX0" fmla="*/ 121411 w 127762"/>
              <a:gd name="connsiteY0" fmla="*/ 205232 h 211581"/>
              <a:gd name="connsiteX1" fmla="*/ 6350 w 127762"/>
              <a:gd name="connsiteY1" fmla="*/ 6350 h 211581"/>
            </a:gdLst>
            <a:ahLst/>
            <a:cxnLst>
              <a:cxn ang="0">
                <a:pos x="connsiteX0" y="connsiteY0"/>
              </a:cxn>
              <a:cxn ang="1">
                <a:pos x="connsiteX1" y="connsiteY1"/>
              </a:cxn>
            </a:cxnLst>
            <a:rect l="l" t="t" r="r" b="b"/>
            <a:pathLst>
              <a:path w="127762" h="211581">
                <a:moveTo>
                  <a:pt x="121411" y="205232"/>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8" name="Freeform 3"/>
          <p:cNvSpPr/>
          <p:nvPr/>
        </p:nvSpPr>
        <p:spPr>
          <a:xfrm>
            <a:off x="6816927" y="4718435"/>
            <a:ext cx="100013" cy="165100"/>
          </a:xfrm>
          <a:custGeom>
            <a:avLst/>
            <a:gdLst>
              <a:gd name="connsiteX0" fmla="*/ 93979 w 100330"/>
              <a:gd name="connsiteY0" fmla="*/ 158750 h 165100"/>
              <a:gd name="connsiteX1" fmla="*/ 6350 w 100330"/>
              <a:gd name="connsiteY1" fmla="*/ 6350 h 165100"/>
            </a:gdLst>
            <a:ahLst/>
            <a:cxnLst>
              <a:cxn ang="0">
                <a:pos x="connsiteX0" y="connsiteY0"/>
              </a:cxn>
              <a:cxn ang="1">
                <a:pos x="connsiteX1" y="connsiteY1"/>
              </a:cxn>
            </a:cxnLst>
            <a:rect l="l" t="t" r="r" b="b"/>
            <a:pathLst>
              <a:path w="100330" h="165100">
                <a:moveTo>
                  <a:pt x="93979" y="1587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39" name="Freeform 3"/>
          <p:cNvSpPr/>
          <p:nvPr/>
        </p:nvSpPr>
        <p:spPr>
          <a:xfrm>
            <a:off x="6826452" y="4880360"/>
            <a:ext cx="128588" cy="211138"/>
          </a:xfrm>
          <a:custGeom>
            <a:avLst/>
            <a:gdLst>
              <a:gd name="connsiteX0" fmla="*/ 6350 w 127762"/>
              <a:gd name="connsiteY0" fmla="*/ 204470 h 210820"/>
              <a:gd name="connsiteX1" fmla="*/ 121411 w 127762"/>
              <a:gd name="connsiteY1" fmla="*/ 6350 h 210820"/>
            </a:gdLst>
            <a:ahLst/>
            <a:cxnLst>
              <a:cxn ang="0">
                <a:pos x="connsiteX0" y="connsiteY0"/>
              </a:cxn>
              <a:cxn ang="1">
                <a:pos x="connsiteX1" y="connsiteY1"/>
              </a:cxn>
            </a:cxnLst>
            <a:rect l="l" t="t" r="r" b="b"/>
            <a:pathLst>
              <a:path w="127762" h="210820">
                <a:moveTo>
                  <a:pt x="6350" y="204470"/>
                </a:moveTo>
                <a:lnTo>
                  <a:pt x="12141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0" name="Freeform 3"/>
          <p:cNvSpPr/>
          <p:nvPr/>
        </p:nvSpPr>
        <p:spPr>
          <a:xfrm>
            <a:off x="6601027" y="5078798"/>
            <a:ext cx="238125" cy="20637"/>
          </a:xfrm>
          <a:custGeom>
            <a:avLst/>
            <a:gdLst>
              <a:gd name="connsiteX0" fmla="*/ 6350 w 239013"/>
              <a:gd name="connsiteY0" fmla="*/ 6350 h 19773"/>
              <a:gd name="connsiteX1" fmla="*/ 232664 w 239013"/>
              <a:gd name="connsiteY1" fmla="*/ 6350 h 19773"/>
            </a:gdLst>
            <a:ahLst/>
            <a:cxnLst>
              <a:cxn ang="0">
                <a:pos x="connsiteX0" y="connsiteY0"/>
              </a:cxn>
              <a:cxn ang="1">
                <a:pos x="connsiteX1" y="connsiteY1"/>
              </a:cxn>
            </a:cxnLst>
            <a:rect l="l" t="t" r="r" b="b"/>
            <a:pathLst>
              <a:path w="239013" h="19773">
                <a:moveTo>
                  <a:pt x="6350" y="6350"/>
                </a:moveTo>
                <a:lnTo>
                  <a:pt x="23266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1" name="Freeform 3"/>
          <p:cNvSpPr/>
          <p:nvPr/>
        </p:nvSpPr>
        <p:spPr>
          <a:xfrm>
            <a:off x="6628015" y="5051810"/>
            <a:ext cx="185737" cy="20638"/>
          </a:xfrm>
          <a:custGeom>
            <a:avLst/>
            <a:gdLst>
              <a:gd name="connsiteX0" fmla="*/ 6350 w 185673"/>
              <a:gd name="connsiteY0" fmla="*/ 6350 h 19773"/>
              <a:gd name="connsiteX1" fmla="*/ 179323 w 185673"/>
              <a:gd name="connsiteY1" fmla="*/ 6350 h 19773"/>
            </a:gdLst>
            <a:ahLst/>
            <a:cxnLst>
              <a:cxn ang="0">
                <a:pos x="connsiteX0" y="connsiteY0"/>
              </a:cxn>
              <a:cxn ang="1">
                <a:pos x="connsiteX1" y="connsiteY1"/>
              </a:cxn>
            </a:cxnLst>
            <a:rect l="l" t="t" r="r" b="b"/>
            <a:pathLst>
              <a:path w="185673" h="19773">
                <a:moveTo>
                  <a:pt x="6350" y="6350"/>
                </a:moveTo>
                <a:lnTo>
                  <a:pt x="17932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2" name="Freeform 3"/>
          <p:cNvSpPr/>
          <p:nvPr/>
        </p:nvSpPr>
        <p:spPr>
          <a:xfrm>
            <a:off x="6486727" y="4880360"/>
            <a:ext cx="127000" cy="211138"/>
          </a:xfrm>
          <a:custGeom>
            <a:avLst/>
            <a:gdLst>
              <a:gd name="connsiteX0" fmla="*/ 6350 w 127000"/>
              <a:gd name="connsiteY0" fmla="*/ 6350 h 210820"/>
              <a:gd name="connsiteX1" fmla="*/ 120650 w 127000"/>
              <a:gd name="connsiteY1" fmla="*/ 204470 h 210820"/>
            </a:gdLst>
            <a:ahLst/>
            <a:cxnLst>
              <a:cxn ang="0">
                <a:pos x="connsiteX0" y="connsiteY0"/>
              </a:cxn>
              <a:cxn ang="1">
                <a:pos x="connsiteX1" y="connsiteY1"/>
              </a:cxn>
            </a:cxnLst>
            <a:rect l="l" t="t" r="r" b="b"/>
            <a:pathLst>
              <a:path w="127000" h="210820">
                <a:moveTo>
                  <a:pt x="6350" y="6350"/>
                </a:moveTo>
                <a:lnTo>
                  <a:pt x="120650"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3" name="Freeform 3"/>
          <p:cNvSpPr/>
          <p:nvPr/>
        </p:nvSpPr>
        <p:spPr>
          <a:xfrm>
            <a:off x="6486727" y="4681923"/>
            <a:ext cx="127000" cy="211137"/>
          </a:xfrm>
          <a:custGeom>
            <a:avLst/>
            <a:gdLst>
              <a:gd name="connsiteX0" fmla="*/ 120650 w 127000"/>
              <a:gd name="connsiteY0" fmla="*/ 6350 h 211581"/>
              <a:gd name="connsiteX1" fmla="*/ 6350 w 127000"/>
              <a:gd name="connsiteY1" fmla="*/ 205232 h 211581"/>
            </a:gdLst>
            <a:ahLst/>
            <a:cxnLst>
              <a:cxn ang="0">
                <a:pos x="connsiteX0" y="connsiteY0"/>
              </a:cxn>
              <a:cxn ang="1">
                <a:pos x="connsiteX1" y="connsiteY1"/>
              </a:cxn>
            </a:cxnLst>
            <a:rect l="l" t="t" r="r" b="b"/>
            <a:pathLst>
              <a:path w="127000" h="211581">
                <a:moveTo>
                  <a:pt x="120650" y="6350"/>
                </a:moveTo>
                <a:lnTo>
                  <a:pt x="6350" y="20523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4" name="Freeform 3"/>
          <p:cNvSpPr/>
          <p:nvPr/>
        </p:nvSpPr>
        <p:spPr>
          <a:xfrm>
            <a:off x="6523240" y="4718435"/>
            <a:ext cx="100012" cy="165100"/>
          </a:xfrm>
          <a:custGeom>
            <a:avLst/>
            <a:gdLst>
              <a:gd name="connsiteX0" fmla="*/ 93979 w 100330"/>
              <a:gd name="connsiteY0" fmla="*/ 6350 h 165100"/>
              <a:gd name="connsiteX1" fmla="*/ 6350 w 100330"/>
              <a:gd name="connsiteY1" fmla="*/ 158750 h 165100"/>
            </a:gdLst>
            <a:ahLst/>
            <a:cxnLst>
              <a:cxn ang="0">
                <a:pos x="connsiteX0" y="connsiteY0"/>
              </a:cxn>
              <a:cxn ang="1">
                <a:pos x="connsiteX1" y="connsiteY1"/>
              </a:cxn>
            </a:cxnLst>
            <a:rect l="l" t="t" r="r" b="b"/>
            <a:pathLst>
              <a:path w="100330" h="165100">
                <a:moveTo>
                  <a:pt x="93979" y="6350"/>
                </a:moveTo>
                <a:lnTo>
                  <a:pt x="6350" y="1587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5" name="Freeform 3"/>
          <p:cNvSpPr/>
          <p:nvPr/>
        </p:nvSpPr>
        <p:spPr>
          <a:xfrm>
            <a:off x="6601027" y="4681923"/>
            <a:ext cx="238125" cy="19050"/>
          </a:xfrm>
          <a:custGeom>
            <a:avLst/>
            <a:gdLst>
              <a:gd name="connsiteX0" fmla="*/ 232664 w 239013"/>
              <a:gd name="connsiteY0" fmla="*/ 6350 h 19773"/>
              <a:gd name="connsiteX1" fmla="*/ 6350 w 239013"/>
              <a:gd name="connsiteY1" fmla="*/ 6350 h 19773"/>
            </a:gdLst>
            <a:ahLst/>
            <a:cxnLst>
              <a:cxn ang="0">
                <a:pos x="connsiteX0" y="connsiteY0"/>
              </a:cxn>
              <a:cxn ang="1">
                <a:pos x="connsiteX1" y="connsiteY1"/>
              </a:cxn>
            </a:cxnLst>
            <a:rect l="l" t="t" r="r" b="b"/>
            <a:pathLst>
              <a:path w="239013" h="19773">
                <a:moveTo>
                  <a:pt x="232664"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6" name="Freeform 3"/>
          <p:cNvSpPr/>
          <p:nvPr/>
        </p:nvSpPr>
        <p:spPr>
          <a:xfrm>
            <a:off x="6937577" y="4878773"/>
            <a:ext cx="188913" cy="20637"/>
          </a:xfrm>
          <a:custGeom>
            <a:avLst/>
            <a:gdLst>
              <a:gd name="connsiteX0" fmla="*/ 6350 w 189484"/>
              <a:gd name="connsiteY0" fmla="*/ 6350 h 19773"/>
              <a:gd name="connsiteX1" fmla="*/ 183133 w 189484"/>
              <a:gd name="connsiteY1" fmla="*/ 6350 h 19773"/>
            </a:gdLst>
            <a:ahLst/>
            <a:cxnLst>
              <a:cxn ang="0">
                <a:pos x="connsiteX0" y="connsiteY0"/>
              </a:cxn>
              <a:cxn ang="1">
                <a:pos x="connsiteX1" y="connsiteY1"/>
              </a:cxn>
            </a:cxnLst>
            <a:rect l="l" t="t" r="r" b="b"/>
            <a:pathLst>
              <a:path w="189484" h="19773">
                <a:moveTo>
                  <a:pt x="6350" y="6350"/>
                </a:moveTo>
                <a:lnTo>
                  <a:pt x="18313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7" name="Freeform 3"/>
          <p:cNvSpPr/>
          <p:nvPr/>
        </p:nvSpPr>
        <p:spPr>
          <a:xfrm>
            <a:off x="7334452" y="4878773"/>
            <a:ext cx="188913" cy="20637"/>
          </a:xfrm>
          <a:custGeom>
            <a:avLst/>
            <a:gdLst>
              <a:gd name="connsiteX0" fmla="*/ 6350 w 189471"/>
              <a:gd name="connsiteY0" fmla="*/ 6350 h 19773"/>
              <a:gd name="connsiteX1" fmla="*/ 183121 w 189471"/>
              <a:gd name="connsiteY1" fmla="*/ 6350 h 19773"/>
            </a:gdLst>
            <a:ahLst/>
            <a:cxnLst>
              <a:cxn ang="0">
                <a:pos x="connsiteX0" y="connsiteY0"/>
              </a:cxn>
              <a:cxn ang="1">
                <a:pos x="connsiteX1" y="connsiteY1"/>
              </a:cxn>
            </a:cxnLst>
            <a:rect l="l" t="t" r="r" b="b"/>
            <a:pathLst>
              <a:path w="189471" h="19773">
                <a:moveTo>
                  <a:pt x="6350" y="6350"/>
                </a:moveTo>
                <a:lnTo>
                  <a:pt x="18312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8" name="Freeform 3"/>
          <p:cNvSpPr/>
          <p:nvPr/>
        </p:nvSpPr>
        <p:spPr>
          <a:xfrm>
            <a:off x="7213802" y="5001010"/>
            <a:ext cx="19050"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49" name="Freeform 3"/>
          <p:cNvSpPr/>
          <p:nvPr/>
        </p:nvSpPr>
        <p:spPr>
          <a:xfrm>
            <a:off x="7259840" y="5001010"/>
            <a:ext cx="19050"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0" name="Freeform 3"/>
          <p:cNvSpPr/>
          <p:nvPr/>
        </p:nvSpPr>
        <p:spPr>
          <a:xfrm>
            <a:off x="7742440" y="4834323"/>
            <a:ext cx="46037" cy="46037"/>
          </a:xfrm>
          <a:custGeom>
            <a:avLst/>
            <a:gdLst>
              <a:gd name="connsiteX0" fmla="*/ 39865 w 46215"/>
              <a:gd name="connsiteY0" fmla="*/ 23114 h 46228"/>
              <a:gd name="connsiteX1" fmla="*/ 23100 w 46215"/>
              <a:gd name="connsiteY1" fmla="*/ 6350 h 46228"/>
              <a:gd name="connsiteX2" fmla="*/ 6350 w 46215"/>
              <a:gd name="connsiteY2" fmla="*/ 23114 h 46228"/>
              <a:gd name="connsiteX3" fmla="*/ 23100 w 46215"/>
              <a:gd name="connsiteY3" fmla="*/ 39877 h 46228"/>
              <a:gd name="connsiteX4" fmla="*/ 39865 w 46215"/>
              <a:gd name="connsiteY4" fmla="*/ 23114 h 4622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6215" h="46228">
                <a:moveTo>
                  <a:pt x="39865" y="23114"/>
                </a:moveTo>
                <a:cubicBezTo>
                  <a:pt x="39865" y="13208"/>
                  <a:pt x="32257" y="6350"/>
                  <a:pt x="23100" y="6350"/>
                </a:cubicBezTo>
                <a:cubicBezTo>
                  <a:pt x="13207" y="6350"/>
                  <a:pt x="6350" y="13208"/>
                  <a:pt x="6350" y="23114"/>
                </a:cubicBezTo>
                <a:cubicBezTo>
                  <a:pt x="6350" y="32258"/>
                  <a:pt x="13207" y="39877"/>
                  <a:pt x="23100" y="39877"/>
                </a:cubicBezTo>
                <a:cubicBezTo>
                  <a:pt x="32257" y="39877"/>
                  <a:pt x="39865" y="32258"/>
                  <a:pt x="39865" y="23114"/>
                </a:cubicBez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1" name="Freeform 3"/>
          <p:cNvSpPr/>
          <p:nvPr/>
        </p:nvSpPr>
        <p:spPr>
          <a:xfrm>
            <a:off x="7929765" y="4878773"/>
            <a:ext cx="468312" cy="20637"/>
          </a:xfrm>
          <a:custGeom>
            <a:avLst/>
            <a:gdLst>
              <a:gd name="connsiteX0" fmla="*/ 6350 w 468376"/>
              <a:gd name="connsiteY0" fmla="*/ 6350 h 19773"/>
              <a:gd name="connsiteX1" fmla="*/ 462026 w 468376"/>
              <a:gd name="connsiteY1" fmla="*/ 6350 h 19773"/>
            </a:gdLst>
            <a:ahLst/>
            <a:cxnLst>
              <a:cxn ang="0">
                <a:pos x="connsiteX0" y="connsiteY0"/>
              </a:cxn>
              <a:cxn ang="1">
                <a:pos x="connsiteX1" y="connsiteY1"/>
              </a:cxn>
            </a:cxnLst>
            <a:rect l="l" t="t" r="r" b="b"/>
            <a:pathLst>
              <a:path w="468376" h="19773">
                <a:moveTo>
                  <a:pt x="6350" y="6350"/>
                </a:moveTo>
                <a:lnTo>
                  <a:pt x="46202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2" name="Freeform 3"/>
          <p:cNvSpPr/>
          <p:nvPr/>
        </p:nvSpPr>
        <p:spPr>
          <a:xfrm>
            <a:off x="8244090" y="4837498"/>
            <a:ext cx="153987" cy="96837"/>
          </a:xfrm>
          <a:custGeom>
            <a:avLst/>
            <a:gdLst>
              <a:gd name="connsiteX0" fmla="*/ 147307 w 153657"/>
              <a:gd name="connsiteY0" fmla="*/ 48260 h 97282"/>
              <a:gd name="connsiteX1" fmla="*/ 6350 w 153657"/>
              <a:gd name="connsiteY1" fmla="*/ 90932 h 97282"/>
              <a:gd name="connsiteX2" fmla="*/ 34531 w 153657"/>
              <a:gd name="connsiteY2" fmla="*/ 48260 h 97282"/>
              <a:gd name="connsiteX3" fmla="*/ 6350 w 153657"/>
              <a:gd name="connsiteY3" fmla="*/ 6350 h 97282"/>
              <a:gd name="connsiteX4" fmla="*/ 147307 w 153657"/>
              <a:gd name="connsiteY4" fmla="*/ 48260 h 9728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3657" h="97282">
                <a:moveTo>
                  <a:pt x="147307" y="48260"/>
                </a:moveTo>
                <a:lnTo>
                  <a:pt x="6350" y="90932"/>
                </a:lnTo>
                <a:lnTo>
                  <a:pt x="34531" y="48260"/>
                </a:lnTo>
                <a:lnTo>
                  <a:pt x="6350" y="6350"/>
                </a:lnTo>
                <a:lnTo>
                  <a:pt x="147307" y="48260"/>
                </a:ln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3" name="Freeform 3"/>
          <p:cNvSpPr/>
          <p:nvPr/>
        </p:nvSpPr>
        <p:spPr>
          <a:xfrm>
            <a:off x="9106102" y="4696210"/>
            <a:ext cx="128588" cy="211138"/>
          </a:xfrm>
          <a:custGeom>
            <a:avLst/>
            <a:gdLst>
              <a:gd name="connsiteX0" fmla="*/ 121411 w 127762"/>
              <a:gd name="connsiteY0" fmla="*/ 205994 h 212344"/>
              <a:gd name="connsiteX1" fmla="*/ 6350 w 127762"/>
              <a:gd name="connsiteY1" fmla="*/ 6350 h 212344"/>
            </a:gdLst>
            <a:ahLst/>
            <a:cxnLst>
              <a:cxn ang="0">
                <a:pos x="connsiteX0" y="connsiteY0"/>
              </a:cxn>
              <a:cxn ang="1">
                <a:pos x="connsiteX1" y="connsiteY1"/>
              </a:cxn>
            </a:cxnLst>
            <a:rect l="l" t="t" r="r" b="b"/>
            <a:pathLst>
              <a:path w="127762" h="212344">
                <a:moveTo>
                  <a:pt x="121411" y="205994"/>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4" name="Freeform 3"/>
          <p:cNvSpPr/>
          <p:nvPr/>
        </p:nvSpPr>
        <p:spPr>
          <a:xfrm>
            <a:off x="9096577" y="4732723"/>
            <a:ext cx="100013" cy="165100"/>
          </a:xfrm>
          <a:custGeom>
            <a:avLst/>
            <a:gdLst>
              <a:gd name="connsiteX0" fmla="*/ 93980 w 100330"/>
              <a:gd name="connsiteY0" fmla="*/ 159511 h 165862"/>
              <a:gd name="connsiteX1" fmla="*/ 6350 w 100330"/>
              <a:gd name="connsiteY1" fmla="*/ 6350 h 165862"/>
            </a:gdLst>
            <a:ahLst/>
            <a:cxnLst>
              <a:cxn ang="0">
                <a:pos x="connsiteX0" y="connsiteY0"/>
              </a:cxn>
              <a:cxn ang="1">
                <a:pos x="connsiteX1" y="connsiteY1"/>
              </a:cxn>
            </a:cxnLst>
            <a:rect l="l" t="t" r="r" b="b"/>
            <a:pathLst>
              <a:path w="100330" h="165862">
                <a:moveTo>
                  <a:pt x="93980" y="159511"/>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5" name="Freeform 3"/>
          <p:cNvSpPr/>
          <p:nvPr/>
        </p:nvSpPr>
        <p:spPr>
          <a:xfrm>
            <a:off x="9106102" y="4894648"/>
            <a:ext cx="128588" cy="211137"/>
          </a:xfrm>
          <a:custGeom>
            <a:avLst/>
            <a:gdLst>
              <a:gd name="connsiteX0" fmla="*/ 6350 w 127762"/>
              <a:gd name="connsiteY0" fmla="*/ 204470 h 210820"/>
              <a:gd name="connsiteX1" fmla="*/ 121411 w 127762"/>
              <a:gd name="connsiteY1" fmla="*/ 6350 h 210820"/>
            </a:gdLst>
            <a:ahLst/>
            <a:cxnLst>
              <a:cxn ang="0">
                <a:pos x="connsiteX0" y="connsiteY0"/>
              </a:cxn>
              <a:cxn ang="1">
                <a:pos x="connsiteX1" y="connsiteY1"/>
              </a:cxn>
            </a:cxnLst>
            <a:rect l="l" t="t" r="r" b="b"/>
            <a:pathLst>
              <a:path w="127762" h="210820">
                <a:moveTo>
                  <a:pt x="6350" y="204470"/>
                </a:moveTo>
                <a:lnTo>
                  <a:pt x="12141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6" name="Freeform 3"/>
          <p:cNvSpPr/>
          <p:nvPr/>
        </p:nvSpPr>
        <p:spPr>
          <a:xfrm>
            <a:off x="8880677" y="5093085"/>
            <a:ext cx="238125" cy="20638"/>
          </a:xfrm>
          <a:custGeom>
            <a:avLst/>
            <a:gdLst>
              <a:gd name="connsiteX0" fmla="*/ 6350 w 239013"/>
              <a:gd name="connsiteY0" fmla="*/ 6350 h 19773"/>
              <a:gd name="connsiteX1" fmla="*/ 232664 w 239013"/>
              <a:gd name="connsiteY1" fmla="*/ 6350 h 19773"/>
            </a:gdLst>
            <a:ahLst/>
            <a:cxnLst>
              <a:cxn ang="0">
                <a:pos x="connsiteX0" y="connsiteY0"/>
              </a:cxn>
              <a:cxn ang="1">
                <a:pos x="connsiteX1" y="connsiteY1"/>
              </a:cxn>
            </a:cxnLst>
            <a:rect l="l" t="t" r="r" b="b"/>
            <a:pathLst>
              <a:path w="239013" h="19773">
                <a:moveTo>
                  <a:pt x="6350" y="6350"/>
                </a:moveTo>
                <a:lnTo>
                  <a:pt x="23266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7" name="Freeform 3"/>
          <p:cNvSpPr/>
          <p:nvPr/>
        </p:nvSpPr>
        <p:spPr>
          <a:xfrm>
            <a:off x="8906077" y="5066098"/>
            <a:ext cx="185738" cy="19050"/>
          </a:xfrm>
          <a:custGeom>
            <a:avLst/>
            <a:gdLst>
              <a:gd name="connsiteX0" fmla="*/ 6350 w 185673"/>
              <a:gd name="connsiteY0" fmla="*/ 6350 h 19773"/>
              <a:gd name="connsiteX1" fmla="*/ 179323 w 185673"/>
              <a:gd name="connsiteY1" fmla="*/ 6350 h 19773"/>
            </a:gdLst>
            <a:ahLst/>
            <a:cxnLst>
              <a:cxn ang="0">
                <a:pos x="connsiteX0" y="connsiteY0"/>
              </a:cxn>
              <a:cxn ang="1">
                <a:pos x="connsiteX1" y="connsiteY1"/>
              </a:cxn>
            </a:cxnLst>
            <a:rect l="l" t="t" r="r" b="b"/>
            <a:pathLst>
              <a:path w="185673" h="19773">
                <a:moveTo>
                  <a:pt x="6350" y="6350"/>
                </a:moveTo>
                <a:lnTo>
                  <a:pt x="17932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8" name="Freeform 3"/>
          <p:cNvSpPr/>
          <p:nvPr/>
        </p:nvSpPr>
        <p:spPr>
          <a:xfrm>
            <a:off x="8764790" y="4894648"/>
            <a:ext cx="128587" cy="211137"/>
          </a:xfrm>
          <a:custGeom>
            <a:avLst/>
            <a:gdLst>
              <a:gd name="connsiteX0" fmla="*/ 6350 w 127762"/>
              <a:gd name="connsiteY0" fmla="*/ 6350 h 210820"/>
              <a:gd name="connsiteX1" fmla="*/ 121411 w 127762"/>
              <a:gd name="connsiteY1" fmla="*/ 204470 h 210820"/>
            </a:gdLst>
            <a:ahLst/>
            <a:cxnLst>
              <a:cxn ang="0">
                <a:pos x="connsiteX0" y="connsiteY0"/>
              </a:cxn>
              <a:cxn ang="1">
                <a:pos x="connsiteX1" y="connsiteY1"/>
              </a:cxn>
            </a:cxnLst>
            <a:rect l="l" t="t" r="r" b="b"/>
            <a:pathLst>
              <a:path w="127762" h="210820">
                <a:moveTo>
                  <a:pt x="6350" y="6350"/>
                </a:moveTo>
                <a:lnTo>
                  <a:pt x="121411"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59" name="Freeform 3"/>
          <p:cNvSpPr/>
          <p:nvPr/>
        </p:nvSpPr>
        <p:spPr>
          <a:xfrm>
            <a:off x="8764790" y="4696210"/>
            <a:ext cx="128587" cy="211138"/>
          </a:xfrm>
          <a:custGeom>
            <a:avLst/>
            <a:gdLst>
              <a:gd name="connsiteX0" fmla="*/ 121411 w 127762"/>
              <a:gd name="connsiteY0" fmla="*/ 6350 h 212344"/>
              <a:gd name="connsiteX1" fmla="*/ 6350 w 127762"/>
              <a:gd name="connsiteY1" fmla="*/ 205994 h 212344"/>
            </a:gdLst>
            <a:ahLst/>
            <a:cxnLst>
              <a:cxn ang="0">
                <a:pos x="connsiteX0" y="connsiteY0"/>
              </a:cxn>
              <a:cxn ang="1">
                <a:pos x="connsiteX1" y="connsiteY1"/>
              </a:cxn>
            </a:cxnLst>
            <a:rect l="l" t="t" r="r" b="b"/>
            <a:pathLst>
              <a:path w="127762" h="212344">
                <a:moveTo>
                  <a:pt x="121411" y="6350"/>
                </a:moveTo>
                <a:lnTo>
                  <a:pt x="6350" y="20599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60" name="Freeform 3"/>
          <p:cNvSpPr/>
          <p:nvPr/>
        </p:nvSpPr>
        <p:spPr>
          <a:xfrm>
            <a:off x="8802890" y="4732723"/>
            <a:ext cx="100012" cy="165100"/>
          </a:xfrm>
          <a:custGeom>
            <a:avLst/>
            <a:gdLst>
              <a:gd name="connsiteX0" fmla="*/ 93992 w 100342"/>
              <a:gd name="connsiteY0" fmla="*/ 6350 h 165862"/>
              <a:gd name="connsiteX1" fmla="*/ 6350 w 100342"/>
              <a:gd name="connsiteY1" fmla="*/ 159511 h 165862"/>
            </a:gdLst>
            <a:ahLst/>
            <a:cxnLst>
              <a:cxn ang="0">
                <a:pos x="connsiteX0" y="connsiteY0"/>
              </a:cxn>
              <a:cxn ang="1">
                <a:pos x="connsiteX1" y="connsiteY1"/>
              </a:cxn>
            </a:cxnLst>
            <a:rect l="l" t="t" r="r" b="b"/>
            <a:pathLst>
              <a:path w="100342" h="165862">
                <a:moveTo>
                  <a:pt x="93992" y="6350"/>
                </a:moveTo>
                <a:lnTo>
                  <a:pt x="6350" y="15951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61" name="Freeform 3"/>
          <p:cNvSpPr/>
          <p:nvPr/>
        </p:nvSpPr>
        <p:spPr>
          <a:xfrm>
            <a:off x="8880677" y="4696210"/>
            <a:ext cx="238125" cy="19050"/>
          </a:xfrm>
          <a:custGeom>
            <a:avLst/>
            <a:gdLst>
              <a:gd name="connsiteX0" fmla="*/ 232664 w 239013"/>
              <a:gd name="connsiteY0" fmla="*/ 6350 h 19773"/>
              <a:gd name="connsiteX1" fmla="*/ 6350 w 239013"/>
              <a:gd name="connsiteY1" fmla="*/ 6350 h 19773"/>
            </a:gdLst>
            <a:ahLst/>
            <a:cxnLst>
              <a:cxn ang="0">
                <a:pos x="connsiteX0" y="connsiteY0"/>
              </a:cxn>
              <a:cxn ang="1">
                <a:pos x="connsiteX1" y="connsiteY1"/>
              </a:cxn>
            </a:cxnLst>
            <a:rect l="l" t="t" r="r" b="b"/>
            <a:pathLst>
              <a:path w="239013" h="19773">
                <a:moveTo>
                  <a:pt x="232664"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62" name="Freeform 3"/>
          <p:cNvSpPr/>
          <p:nvPr/>
        </p:nvSpPr>
        <p:spPr>
          <a:xfrm>
            <a:off x="9285490" y="4877185"/>
            <a:ext cx="46037" cy="46038"/>
          </a:xfrm>
          <a:custGeom>
            <a:avLst/>
            <a:gdLst>
              <a:gd name="connsiteX0" fmla="*/ 39865 w 46215"/>
              <a:gd name="connsiteY0" fmla="*/ 22352 h 45466"/>
              <a:gd name="connsiteX1" fmla="*/ 23100 w 46215"/>
              <a:gd name="connsiteY1" fmla="*/ 6350 h 45466"/>
              <a:gd name="connsiteX2" fmla="*/ 6350 w 46215"/>
              <a:gd name="connsiteY2" fmla="*/ 22352 h 45466"/>
              <a:gd name="connsiteX3" fmla="*/ 23100 w 46215"/>
              <a:gd name="connsiteY3" fmla="*/ 39116 h 45466"/>
              <a:gd name="connsiteX4" fmla="*/ 39865 w 46215"/>
              <a:gd name="connsiteY4" fmla="*/ 22352 h 4546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6215" h="45466">
                <a:moveTo>
                  <a:pt x="39865" y="22352"/>
                </a:moveTo>
                <a:cubicBezTo>
                  <a:pt x="39865" y="13208"/>
                  <a:pt x="32257" y="6350"/>
                  <a:pt x="23100" y="6350"/>
                </a:cubicBezTo>
                <a:cubicBezTo>
                  <a:pt x="13207" y="6350"/>
                  <a:pt x="6350" y="13208"/>
                  <a:pt x="6350" y="22352"/>
                </a:cubicBezTo>
                <a:cubicBezTo>
                  <a:pt x="6350" y="31496"/>
                  <a:pt x="13207" y="39116"/>
                  <a:pt x="23100" y="39116"/>
                </a:cubicBezTo>
                <a:cubicBezTo>
                  <a:pt x="32257" y="39116"/>
                  <a:pt x="39865" y="31496"/>
                  <a:pt x="39865" y="22352"/>
                </a:cubicBez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p>
            <a:pPr algn="ctr" eaLnBrk="0" hangingPunct="0"/>
            <a:endParaRPr altLang="en-US" lang="zh-CN">
              <a:solidFill>
                <a:srgbClr val="000000"/>
              </a:solidFill>
              <a:latin typeface="微软雅黑 Light" panose="020B0502040204020203" pitchFamily="34" charset="-122"/>
              <a:ea typeface="微软雅黑 Light" panose="020B0502040204020203" pitchFamily="34" charset="-122"/>
            </a:endParaRPr>
          </a:p>
        </p:txBody>
      </p:sp>
      <p:sp>
        <p:nvSpPr>
          <p:cNvPr id="1048763" name="TextBox 1"/>
          <p:cNvSpPr txBox="1">
            <a:spLocks noChangeArrowheads="1"/>
          </p:cNvSpPr>
          <p:nvPr/>
        </p:nvSpPr>
        <p:spPr bwMode="auto">
          <a:xfrm>
            <a:off x="2499229" y="5469323"/>
            <a:ext cx="6159500" cy="998221"/>
          </a:xfrm>
          <a:prstGeom prst="rect"/>
          <a:noFill/>
          <a:ln>
            <a:noFill/>
          </a:ln>
        </p:spPr>
        <p:txBody>
          <a:bodyPr lIns="0" rIns="0" tIns="0" wrap="none">
            <a:spAutoFit/>
          </a:bodyPr>
          <a:lstStyle>
            <a:lvl1pPr eaLnBrk="0" hangingPunct="0">
              <a:tabLst>
                <a:tab algn="l" pos="711200"/>
              </a:tabLst>
              <a:defRPr>
                <a:solidFill>
                  <a:schemeClr val="tx1"/>
                </a:solidFill>
                <a:latin typeface="Calibri" panose="020F0502020204030204" pitchFamily="34" charset="0"/>
                <a:ea typeface="宋体" panose="02010600030101010101" pitchFamily="2" charset="-122"/>
              </a:defRPr>
            </a:lvl1pPr>
            <a:lvl2pPr eaLnBrk="0" hangingPunct="0" indent="-285750" marL="742950">
              <a:tabLst>
                <a:tab algn="l" pos="711200"/>
              </a:tabLst>
              <a:defRPr>
                <a:solidFill>
                  <a:schemeClr val="tx1"/>
                </a:solidFill>
                <a:latin typeface="Calibri" panose="020F0502020204030204" pitchFamily="34" charset="0"/>
                <a:ea typeface="宋体" panose="02010600030101010101" pitchFamily="2" charset="-122"/>
              </a:defRPr>
            </a:lvl2pPr>
            <a:lvl3pPr eaLnBrk="0" hangingPunct="0" indent="-228600" marL="1143000">
              <a:tabLst>
                <a:tab algn="l" pos="711200"/>
              </a:tabLst>
              <a:defRPr>
                <a:solidFill>
                  <a:schemeClr val="tx1"/>
                </a:solidFill>
                <a:latin typeface="Calibri" panose="020F0502020204030204" pitchFamily="34" charset="0"/>
                <a:ea typeface="宋体" panose="02010600030101010101" pitchFamily="2" charset="-122"/>
              </a:defRPr>
            </a:lvl3pPr>
            <a:lvl4pPr eaLnBrk="0" hangingPunct="0" indent="-228600" marL="1600200">
              <a:tabLst>
                <a:tab algn="l" pos="711200"/>
              </a:tabLst>
              <a:defRPr>
                <a:solidFill>
                  <a:schemeClr val="tx1"/>
                </a:solidFill>
                <a:latin typeface="Calibri" panose="020F0502020204030204" pitchFamily="34" charset="0"/>
                <a:ea typeface="宋体" panose="02010600030101010101" pitchFamily="2" charset="-122"/>
              </a:defRPr>
            </a:lvl4pPr>
            <a:lvl5pPr eaLnBrk="0" hangingPunct="0" indent="-228600" marL="2057400">
              <a:tabLst>
                <a:tab algn="l" pos="711200"/>
              </a:tabLst>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tabLst>
                <a:tab algn="l" pos="711200"/>
              </a:tabLs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tabLst>
                <a:tab algn="l" pos="711200"/>
              </a:tabLs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tabLst>
                <a:tab algn="l" pos="711200"/>
              </a:tabLs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tabLst>
                <a:tab algn="l" pos="711200"/>
              </a:tabLst>
              <a:defRPr>
                <a:solidFill>
                  <a:schemeClr val="tx1"/>
                </a:solidFill>
                <a:latin typeface="Calibri" panose="020F0502020204030204" pitchFamily="34" charset="0"/>
                <a:ea typeface="宋体" panose="02010600030101010101" pitchFamily="2" charset="-122"/>
              </a:defRPr>
            </a:lvl9pPr>
          </a:lstStyle>
          <a:p>
            <a:pPr eaLnBrk="1" fontAlgn="base" hangingPunct="1">
              <a:lnSpc>
                <a:spcPts val="3000"/>
              </a:lnSpc>
              <a:spcBef>
                <a:spcPct val="0"/>
              </a:spcBef>
              <a:spcAft>
                <a:spcPct val="0"/>
              </a:spcAft>
            </a:pPr>
            <a:r>
              <a:rPr altLang="zh-CN" dirty="0" sz="1600" lang="en-US">
                <a:solidFill>
                  <a:srgbClr val="000000"/>
                </a:solidFill>
                <a:latin typeface="微软雅黑 Light" panose="020B0502040204020203" pitchFamily="34" charset="-122"/>
                <a:ea typeface="微软雅黑 Light" panose="020B0502040204020203" pitchFamily="34" charset="-122"/>
              </a:rPr>
              <a:t>	</a:t>
            </a:r>
            <a:r>
              <a:rPr altLang="zh-CN" dirty="0" sz="2400" lang="en-US" err="1">
                <a:solidFill>
                  <a:srgbClr val="000000"/>
                </a:solidFill>
                <a:latin typeface="Times New Roman" panose="02020603050405020304" pitchFamily="18" charset="0"/>
                <a:cs typeface="Times New Roman" panose="02020603050405020304" pitchFamily="18" charset="0"/>
              </a:rPr>
              <a:t>BPO</a:t>
            </a:r>
            <a:r>
              <a:rPr altLang="zh-CN" dirty="0" sz="2400" lang="en-US" err="1">
                <a:solidFill>
                  <a:srgbClr val="000000"/>
                </a:solidFill>
                <a:latin typeface="Times New Roman" panose="02020603050405020304" pitchFamily="18" charset="0"/>
                <a:cs typeface="楷体_GB2312"/>
              </a:rPr>
              <a:t>的分解分两步，第一步分解成</a:t>
            </a:r>
            <a:r>
              <a:rPr altLang="zh-CN" dirty="0" sz="2400" lang="en-US" err="1">
                <a:solidFill>
                  <a:srgbClr val="FF0000"/>
                </a:solidFill>
                <a:latin typeface="Times New Roman" panose="02020603050405020304" pitchFamily="18" charset="0"/>
                <a:cs typeface="楷体_GB2312"/>
              </a:rPr>
              <a:t>苯甲酰自由</a:t>
            </a:r>
            <a:endParaRPr altLang="zh-CN" dirty="0" sz="2400" lang="en-US">
              <a:solidFill>
                <a:srgbClr val="FF0000"/>
              </a:solidFill>
              <a:latin typeface="Times New Roman" panose="02020603050405020304" pitchFamily="18" charset="0"/>
              <a:cs typeface="楷体_GB2312"/>
            </a:endParaRPr>
          </a:p>
          <a:p>
            <a:pPr eaLnBrk="1" fontAlgn="base" hangingPunct="1">
              <a:lnSpc>
                <a:spcPts val="1000"/>
              </a:lnSpc>
              <a:spcBef>
                <a:spcPct val="0"/>
              </a:spcBef>
              <a:spcAft>
                <a:spcPct val="0"/>
              </a:spcAft>
            </a:pPr>
            <a:endParaRPr altLang="zh-CN" dirty="0" sz="1600" lang="en-US">
              <a:solidFill>
                <a:srgbClr val="FF0000"/>
              </a:solidFill>
              <a:latin typeface="Times New Roman" panose="02020603050405020304" pitchFamily="18" charset="0"/>
            </a:endParaRPr>
          </a:p>
          <a:p>
            <a:pPr eaLnBrk="1" fontAlgn="base" hangingPunct="1">
              <a:lnSpc>
                <a:spcPts val="3500"/>
              </a:lnSpc>
              <a:spcBef>
                <a:spcPct val="0"/>
              </a:spcBef>
              <a:spcAft>
                <a:spcPct val="0"/>
              </a:spcAft>
            </a:pPr>
            <a:r>
              <a:rPr altLang="zh-CN" dirty="0" sz="2400" lang="en-US">
                <a:solidFill>
                  <a:srgbClr val="FF0000"/>
                </a:solidFill>
                <a:latin typeface="Times New Roman" panose="02020603050405020304" pitchFamily="18" charset="0"/>
                <a:cs typeface="楷体_GB2312"/>
              </a:rPr>
              <a:t>基</a:t>
            </a:r>
            <a:r>
              <a:rPr altLang="zh-CN" dirty="0" sz="2400" lang="en-US">
                <a:solidFill>
                  <a:srgbClr val="000000"/>
                </a:solidFill>
                <a:latin typeface="Times New Roman" panose="02020603050405020304" pitchFamily="18" charset="0"/>
                <a:cs typeface="楷体_GB2312"/>
              </a:rPr>
              <a:t>，第二步分解成</a:t>
            </a:r>
            <a:r>
              <a:rPr altLang="zh-CN" dirty="0" sz="2400" lang="en-US">
                <a:solidFill>
                  <a:srgbClr val="FF0000"/>
                </a:solidFill>
                <a:latin typeface="Times New Roman" panose="02020603050405020304" pitchFamily="18" charset="0"/>
                <a:cs typeface="楷体_GB2312"/>
              </a:rPr>
              <a:t>苯基自由基</a:t>
            </a:r>
            <a:r>
              <a:rPr altLang="zh-CN" dirty="0" sz="2400" lang="en-US">
                <a:solidFill>
                  <a:srgbClr val="000000"/>
                </a:solidFill>
                <a:latin typeface="Times New Roman" panose="02020603050405020304" pitchFamily="18" charset="0"/>
                <a:cs typeface="楷体_GB2312"/>
              </a:rPr>
              <a:t>，并放出</a:t>
            </a:r>
            <a:r>
              <a:rPr altLang="zh-CN" dirty="0" sz="2400" lang="en-US">
                <a:solidFill>
                  <a:srgbClr val="000000"/>
                </a:solidFill>
                <a:latin typeface="Times New Roman" panose="02020603050405020304" pitchFamily="18" charset="0"/>
                <a:cs typeface="Times New Roman" panose="02020603050405020304" pitchFamily="18" charset="0"/>
              </a:rPr>
              <a:t>CO</a:t>
            </a:r>
            <a:r>
              <a:rPr altLang="zh-CN" baseline="-25000" dirty="0" lang="en-US">
                <a:solidFill>
                  <a:srgbClr val="000000"/>
                </a:solidFill>
                <a:latin typeface="Times New Roman" panose="02020603050405020304" pitchFamily="18" charset="0"/>
                <a:cs typeface="Times New Roman" panose="02020603050405020304" pitchFamily="18" charset="0"/>
              </a:rPr>
              <a:t>2</a:t>
            </a:r>
            <a:r>
              <a:rPr altLang="zh-CN" dirty="0" sz="2400" lang="en-US">
                <a:solidFill>
                  <a:srgbClr val="000000"/>
                </a:solidFill>
                <a:latin typeface="Times New Roman" panose="02020603050405020304" pitchFamily="18" charset="0"/>
                <a:cs typeface="楷体_GB2312"/>
              </a:rPr>
              <a:t>。</a:t>
            </a:r>
            <a:endParaRPr altLang="zh-CN" dirty="0" sz="2400" lang="en-US">
              <a:solidFill>
                <a:srgbClr val="000000"/>
              </a:solidFill>
              <a:latin typeface="Times New Roman" panose="02020603050405020304" pitchFamily="18" charset="0"/>
              <a:cs typeface="楷体_GB2312"/>
            </a:endParaRPr>
          </a:p>
        </p:txBody>
      </p:sp>
      <p:sp>
        <p:nvSpPr>
          <p:cNvPr id="1048764" name="TextBox 1"/>
          <p:cNvSpPr txBox="1"/>
          <p:nvPr/>
        </p:nvSpPr>
        <p:spPr>
          <a:xfrm>
            <a:off x="3459918" y="4766606"/>
            <a:ext cx="1492747" cy="750570"/>
          </a:xfrm>
          <a:prstGeom prst="rect"/>
          <a:noFill/>
          <a:ln>
            <a:noFill/>
          </a:ln>
        </p:spPr>
        <p:txBody>
          <a:bodyPr lIns="0" rIns="0" tIns="0" wrap="square">
            <a:spAutoFit/>
          </a:bodyPr>
          <a:p>
            <a:pPr eaLnBrk="0" hangingPunct="0">
              <a:lnSpc>
                <a:spcPts val="2200"/>
              </a:lnSpc>
              <a:tabLst>
                <a:tab algn="l" pos="1181100"/>
              </a:tabLst>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C    O    O    C</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a:p>
            <a:pPr eaLnBrk="0" hangingPunct="0">
              <a:lnSpc>
                <a:spcPts val="1000"/>
              </a:lnSpc>
            </a:pPr>
            <a:endParaRPr altLang="zh-CN" dirty="0" lang="en-US">
              <a:solidFill>
                <a:srgbClr val="000000"/>
              </a:solidFill>
              <a:latin typeface="微软雅黑 Light" panose="020B0502040204020203" pitchFamily="34" charset="-122"/>
              <a:ea typeface="微软雅黑 Light" panose="020B0502040204020203" pitchFamily="34" charset="-122"/>
            </a:endParaRPr>
          </a:p>
          <a:p>
            <a:pPr eaLnBrk="0" hangingPunct="0">
              <a:lnSpc>
                <a:spcPts val="2100"/>
              </a:lnSpc>
              <a:tabLst>
                <a:tab algn="l" pos="1181100"/>
              </a:tabLst>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O</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a:p>
            <a:pPr eaLnBrk="0" hangingPunct="0">
              <a:lnSpc>
                <a:spcPts val="200"/>
              </a:lnSpc>
              <a:tabLst>
                <a:tab algn="l" pos="1181100"/>
              </a:tabLst>
            </a:pPr>
            <a:r>
              <a:rPr altLang="zh-CN" dirty="0" lang="en-US">
                <a:solidFill>
                  <a:srgbClr val="000000"/>
                </a:solidFill>
                <a:latin typeface="微软雅黑 Light" panose="020B0502040204020203" pitchFamily="34" charset="-122"/>
                <a:ea typeface="微软雅黑 Light" panose="020B0502040204020203" pitchFamily="34" charset="-122"/>
              </a:rPr>
              <a:t>	</a:t>
            </a: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O</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048765" name="TextBox 1"/>
          <p:cNvSpPr txBox="1"/>
          <p:nvPr/>
        </p:nvSpPr>
        <p:spPr>
          <a:xfrm>
            <a:off x="6274002" y="4772410"/>
            <a:ext cx="125730" cy="288925"/>
          </a:xfrm>
          <a:prstGeom prst="rect"/>
          <a:noFill/>
          <a:ln>
            <a:noFill/>
          </a:ln>
        </p:spPr>
        <p:txBody>
          <a:bodyPr lIns="0" rIns="0" tIns="0" wrap="none">
            <a:spAutoFit/>
          </a:bodyPr>
          <a:p>
            <a:pPr eaLnBrk="0" hangingPunct="0">
              <a:lnSpc>
                <a:spcPts val="1900"/>
              </a:lnSpc>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2</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048766" name="TextBox 1"/>
          <p:cNvSpPr txBox="1"/>
          <p:nvPr/>
        </p:nvSpPr>
        <p:spPr>
          <a:xfrm>
            <a:off x="7150302" y="4772410"/>
            <a:ext cx="571501" cy="845819"/>
          </a:xfrm>
          <a:prstGeom prst="rect"/>
          <a:noFill/>
          <a:ln>
            <a:noFill/>
          </a:ln>
        </p:spPr>
        <p:txBody>
          <a:bodyPr lIns="0" rIns="0" tIns="0" wrap="none">
            <a:spAutoFit/>
          </a:bodyPr>
          <a:p>
            <a:pPr eaLnBrk="0" hangingPunct="0">
              <a:lnSpc>
                <a:spcPts val="2100"/>
              </a:lnSpc>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C    O</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a:p>
            <a:pPr eaLnBrk="0" hangingPunct="0">
              <a:lnSpc>
                <a:spcPts val="1000"/>
              </a:lnSpc>
            </a:pPr>
            <a:endParaRPr altLang="zh-CN" dirty="0" lang="en-US">
              <a:solidFill>
                <a:srgbClr val="000000"/>
              </a:solidFill>
              <a:latin typeface="微软雅黑 Light" panose="020B0502040204020203" pitchFamily="34" charset="-122"/>
              <a:ea typeface="微软雅黑 Light" panose="020B0502040204020203" pitchFamily="34" charset="-122"/>
            </a:endParaRPr>
          </a:p>
          <a:p>
            <a:pPr eaLnBrk="0" hangingPunct="0">
              <a:lnSpc>
                <a:spcPts val="2200"/>
              </a:lnSpc>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O</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048767" name="TextBox 1"/>
          <p:cNvSpPr txBox="1"/>
          <p:nvPr/>
        </p:nvSpPr>
        <p:spPr>
          <a:xfrm>
            <a:off x="8585402" y="4785110"/>
            <a:ext cx="125730" cy="288925"/>
          </a:xfrm>
          <a:prstGeom prst="rect"/>
          <a:noFill/>
          <a:ln>
            <a:noFill/>
          </a:ln>
        </p:spPr>
        <p:txBody>
          <a:bodyPr lIns="0" rIns="0" tIns="0" wrap="none">
            <a:spAutoFit/>
          </a:bodyPr>
          <a:p>
            <a:pPr eaLnBrk="0" hangingPunct="0">
              <a:lnSpc>
                <a:spcPts val="1900"/>
              </a:lnSpc>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2</a:t>
            </a:r>
            <a:endPar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048768" name="TextBox 1"/>
          <p:cNvSpPr txBox="1"/>
          <p:nvPr/>
        </p:nvSpPr>
        <p:spPr>
          <a:xfrm>
            <a:off x="9410902" y="4772410"/>
            <a:ext cx="863601" cy="312420"/>
          </a:xfrm>
          <a:prstGeom prst="rect"/>
          <a:noFill/>
          <a:ln>
            <a:noFill/>
          </a:ln>
        </p:spPr>
        <p:txBody>
          <a:bodyPr lIns="0" rIns="0" tIns="0" wrap="none">
            <a:spAutoFit/>
          </a:bodyPr>
          <a:p>
            <a:pPr eaLnBrk="0" hangingPunct="0">
              <a:lnSpc>
                <a:spcPts val="2200"/>
              </a:lnSpc>
            </a:pPr>
            <a:r>
              <a:rPr altLang="zh-CN" dirty="0" sz="1780"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   2CO</a:t>
            </a:r>
            <a:r>
              <a:rPr altLang="zh-CN" dirty="0" sz="1335"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2</a:t>
            </a:r>
            <a:endParaRPr altLang="zh-CN" dirty="0" sz="1335" lang="en-US">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Tree>
  </p:cSld>
  <p:clrMapOvr>
    <a:masterClrMapping/>
  </p:clrMapOvr>
  <p:transition>
    <p:zoom/>
  </p:transition>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92" name=""/>
        <p:cNvGrpSpPr/>
        <p:nvPr/>
      </p:nvGrpSpPr>
      <p:grpSpPr>
        <a:xfrm/>
      </p:grpSpPr>
      <p:sp>
        <p:nvSpPr>
          <p:cNvPr id="1048769" name="文本框 3"/>
          <p:cNvSpPr txBox="1"/>
          <p:nvPr/>
        </p:nvSpPr>
        <p:spPr>
          <a:xfrm>
            <a:off x="808990" y="1000125"/>
            <a:ext cx="5692140" cy="460375"/>
          </a:xfrm>
          <a:prstGeom prst="rect"/>
          <a:noFill/>
        </p:spPr>
        <p:txBody>
          <a:bodyPr rtlCol="0" wrap="none">
            <a:spAutoFit/>
          </a:bodyPr>
          <a:p>
            <a:r>
              <a:rPr altLang="en-US" b="1" sz="2400" lang="zh-CN">
                <a:latin typeface="宋体" panose="02010600030101010101" pitchFamily="2" charset="-122"/>
                <a:ea typeface="宋体" panose="02010600030101010101" pitchFamily="2" charset="-122"/>
              </a:rPr>
              <a:t>推导自由基微观动力学方程的基本假定：</a:t>
            </a:r>
            <a:endParaRPr altLang="en-US" b="1" sz="2400" lang="zh-CN">
              <a:latin typeface="宋体" panose="02010600030101010101" pitchFamily="2" charset="-122"/>
              <a:ea typeface="宋体" panose="02010600030101010101" pitchFamily="2" charset="-122"/>
            </a:endParaRPr>
          </a:p>
        </p:txBody>
      </p:sp>
      <p:sp>
        <p:nvSpPr>
          <p:cNvPr id="1048770" name="文本框 4"/>
          <p:cNvSpPr txBox="1"/>
          <p:nvPr/>
        </p:nvSpPr>
        <p:spPr>
          <a:xfrm>
            <a:off x="2448560" y="2552065"/>
            <a:ext cx="7294245" cy="1691640"/>
          </a:xfrm>
          <a:prstGeom prst="rect"/>
          <a:noFill/>
        </p:spPr>
        <p:txBody>
          <a:bodyPr rtlCol="0" wrap="square">
            <a:spAutoFit/>
          </a:bodyPr>
          <a:p>
            <a:pPr fontAlgn="auto" indent="-342900" marL="342900">
              <a:lnSpc>
                <a:spcPct val="150000"/>
              </a:lnSpc>
              <a:buFont typeface="Wingdings" panose="05000000000000000000" charset="0"/>
              <a:buChar char="Ø"/>
            </a:pPr>
            <a:r>
              <a:rPr altLang="en-US" sz="2400" lang="zh-CN">
                <a:latin typeface="宋体" panose="02010600030101010101" pitchFamily="2" charset="-122"/>
                <a:ea typeface="宋体" panose="02010600030101010101" pitchFamily="2" charset="-122"/>
                <a:cs typeface="宋体" panose="02010600030101010101" pitchFamily="2" charset="-122"/>
              </a:rPr>
              <a:t>长链假设：聚合总速率等于链增长速率</a:t>
            </a:r>
            <a:endParaRPr altLang="en-US" sz="2400" lang="zh-CN">
              <a:latin typeface="宋体" panose="02010600030101010101" pitchFamily="2" charset="-122"/>
              <a:ea typeface="宋体" panose="02010600030101010101" pitchFamily="2" charset="-122"/>
              <a:cs typeface="宋体" panose="02010600030101010101" pitchFamily="2" charset="-122"/>
            </a:endParaRPr>
          </a:p>
          <a:p>
            <a:pPr fontAlgn="auto" indent="-342900" marL="342900">
              <a:lnSpc>
                <a:spcPct val="150000"/>
              </a:lnSpc>
              <a:buFont typeface="Wingdings" panose="05000000000000000000" charset="0"/>
              <a:buChar char="Ø"/>
            </a:pPr>
            <a:r>
              <a:rPr altLang="en-US" sz="2400" lang="zh-CN">
                <a:latin typeface="宋体" panose="02010600030101010101" pitchFamily="2" charset="-122"/>
                <a:ea typeface="宋体" panose="02010600030101010101" pitchFamily="2" charset="-122"/>
                <a:cs typeface="宋体" panose="02010600030101010101" pitchFamily="2" charset="-122"/>
              </a:rPr>
              <a:t>等活性假定：自由基的活性与链长基本无关</a:t>
            </a:r>
            <a:endParaRPr altLang="en-US" sz="2400" lang="zh-CN">
              <a:latin typeface="宋体" panose="02010600030101010101" pitchFamily="2" charset="-122"/>
              <a:ea typeface="宋体" panose="02010600030101010101" pitchFamily="2" charset="-122"/>
              <a:cs typeface="宋体" panose="02010600030101010101" pitchFamily="2" charset="-122"/>
            </a:endParaRPr>
          </a:p>
          <a:p>
            <a:pPr fontAlgn="auto" indent="-342900" marL="342900">
              <a:lnSpc>
                <a:spcPct val="150000"/>
              </a:lnSpc>
              <a:buFont typeface="Wingdings" panose="05000000000000000000" charset="0"/>
              <a:buChar char="Ø"/>
            </a:pPr>
            <a:r>
              <a:rPr altLang="zh-CN" sz="2400" lang="en-US">
                <a:latin typeface="宋体" panose="02010600030101010101" pitchFamily="2" charset="-122"/>
                <a:ea typeface="宋体" panose="02010600030101010101" pitchFamily="2" charset="-122"/>
                <a:cs typeface="宋体" panose="02010600030101010101" pitchFamily="2" charset="-122"/>
              </a:rPr>
              <a:t>“</a:t>
            </a:r>
            <a:r>
              <a:rPr altLang="en-US" sz="2400" lang="zh-CN">
                <a:latin typeface="宋体" panose="02010600030101010101" pitchFamily="2" charset="-122"/>
                <a:ea typeface="宋体" panose="02010600030101010101" pitchFamily="2" charset="-122"/>
                <a:cs typeface="宋体" panose="02010600030101010101" pitchFamily="2" charset="-122"/>
              </a:rPr>
              <a:t>稳态</a:t>
            </a:r>
            <a:r>
              <a:rPr altLang="zh-CN" sz="2400" lang="en-US">
                <a:latin typeface="宋体" panose="02010600030101010101" pitchFamily="2" charset="-122"/>
                <a:ea typeface="宋体" panose="02010600030101010101" pitchFamily="2" charset="-122"/>
                <a:cs typeface="宋体" panose="02010600030101010101" pitchFamily="2" charset="-122"/>
              </a:rPr>
              <a:t>”</a:t>
            </a:r>
            <a:r>
              <a:rPr altLang="en-US" sz="2400" lang="zh-CN">
                <a:latin typeface="宋体" panose="02010600030101010101" pitchFamily="2" charset="-122"/>
                <a:ea typeface="宋体" panose="02010600030101010101" pitchFamily="2" charset="-122"/>
                <a:cs typeface="宋体" panose="02010600030101010101" pitchFamily="2" charset="-122"/>
              </a:rPr>
              <a:t>假定：自由基浓度不变</a:t>
            </a:r>
            <a:endParaRPr altLang="en-US" sz="2400" 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93" name=""/>
        <p:cNvGrpSpPr/>
        <p:nvPr/>
      </p:nvGrpSpPr>
      <p:grpSpPr>
        <a:xfrm/>
      </p:grpSpPr>
      <p:sp>
        <p:nvSpPr>
          <p:cNvPr id="1048771" name="文本框 2"/>
          <p:cNvSpPr txBox="1"/>
          <p:nvPr/>
        </p:nvSpPr>
        <p:spPr>
          <a:xfrm>
            <a:off x="949960" y="757555"/>
            <a:ext cx="5476240" cy="460375"/>
          </a:xfrm>
          <a:prstGeom prst="rect"/>
          <a:noFill/>
        </p:spPr>
        <p:txBody>
          <a:bodyPr rtlCol="0" wrap="square">
            <a:spAutoFit/>
          </a:bodyPr>
          <a:p>
            <a:pPr algn="l"/>
            <a:r>
              <a:rPr altLang="zh-CN" b="1" sz="2400" lang="en-US">
                <a:solidFill>
                  <a:schemeClr val="tx1"/>
                </a:solidFill>
                <a:latin typeface="Times New Roman" panose="02020603050405020304" pitchFamily="18" charset="0"/>
                <a:ea typeface="宋体" panose="02010600030101010101" pitchFamily="2" charset="-122"/>
              </a:rPr>
              <a:t>3.4 </a:t>
            </a:r>
            <a:r>
              <a:rPr altLang="en-US" b="1" dirty="0" sz="2400" lang="zh-CN">
                <a:solidFill>
                  <a:schemeClr val="tx1"/>
                </a:solidFill>
                <a:latin typeface="Times New Roman" panose="02020603050405020304" pitchFamily="18" charset="0"/>
                <a:ea typeface="宋体" panose="02010600030101010101" pitchFamily="2" charset="-122"/>
                <a:sym typeface="+mn-ea"/>
              </a:rPr>
              <a:t>可控/“活性”</a:t>
            </a:r>
            <a:r>
              <a:rPr altLang="en-US" b="1" dirty="0" sz="2400" lang="zh-CN">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自由基聚合</a:t>
            </a:r>
            <a:endParaRPr altLang="en-US" b="1" dirty="0" sz="2400" lang="zh-CN">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048772" name="Text Box 3"/>
          <p:cNvSpPr txBox="1"/>
          <p:nvPr/>
        </p:nvSpPr>
        <p:spPr>
          <a:xfrm>
            <a:off x="1981200" y="1790700"/>
            <a:ext cx="8229600" cy="3788157"/>
          </a:xfrm>
          <a:prstGeom prst="rect"/>
          <a:noFill/>
          <a:ln w="9525">
            <a:noFill/>
          </a:ln>
        </p:spPr>
        <p:txBody>
          <a:bodyPr>
            <a:spAutoFit/>
          </a:bodyPr>
          <a:lstStyle>
            <a:lvl1pPr algn="l" eaLnBrk="0" fontAlgn="base" hangingPunct="0" indent="-342900" marL="342900" rtl="0">
              <a:spcBef>
                <a:spcPct val="20000"/>
              </a:spcBef>
              <a:spcAft>
                <a:spcPct val="0"/>
              </a:spcAft>
              <a:buClr>
                <a:srgbClr val="800000"/>
              </a:buClr>
              <a:buSzPct val="90000"/>
              <a:buFont typeface="Wingdings" panose="05000000000000000000" pitchFamily="2" charset="2"/>
              <a:buChar char="v"/>
              <a:defRPr sz="2800" kern="1200" kumimoji="1">
                <a:solidFill>
                  <a:schemeClr val="tx1"/>
                </a:solidFill>
                <a:effectLst/>
                <a:latin typeface="+mn-lt"/>
                <a:ea typeface="+mn-ea"/>
                <a:cs typeface="+mn-cs"/>
              </a:defRPr>
            </a:lvl1pPr>
            <a:lvl2pPr algn="l" eaLnBrk="0" fontAlgn="base" hangingPunct="0" indent="-285750" marL="742950" rtl="0">
              <a:spcBef>
                <a:spcPct val="20000"/>
              </a:spcBef>
              <a:spcAft>
                <a:spcPct val="0"/>
              </a:spcAft>
              <a:buClr>
                <a:srgbClr val="800000"/>
              </a:buClr>
              <a:buSzPct val="90000"/>
              <a:buFont typeface="Wingdings" panose="05000000000000000000" pitchFamily="2" charset="2"/>
              <a:buChar char="v"/>
              <a:defRPr sz="2400" kern="1200" kumimoji="1">
                <a:solidFill>
                  <a:schemeClr val="tx1"/>
                </a:solidFill>
                <a:effectLst/>
                <a:latin typeface="+mn-lt"/>
                <a:ea typeface="+mn-ea"/>
                <a:cs typeface="+mn-cs"/>
              </a:defRPr>
            </a:lvl2pPr>
            <a:lvl3pPr algn="l" eaLnBrk="0" fontAlgn="base" hangingPunct="0" indent="-228600" marL="1143000" rtl="0">
              <a:spcBef>
                <a:spcPct val="20000"/>
              </a:spcBef>
              <a:spcAft>
                <a:spcPct val="0"/>
              </a:spcAft>
              <a:buClr>
                <a:srgbClr val="800000"/>
              </a:buClr>
              <a:buSzPct val="90000"/>
              <a:buFont typeface="Wingdings" panose="05000000000000000000" pitchFamily="2" charset="2"/>
              <a:buChar char="v"/>
              <a:defRPr sz="2400" kern="1200" kumimoji="1">
                <a:solidFill>
                  <a:schemeClr val="tx1"/>
                </a:solidFill>
                <a:latin typeface="+mn-lt"/>
                <a:ea typeface="宋体" panose="02010600030101010101" pitchFamily="2" charset="-122"/>
                <a:cs typeface="+mn-cs"/>
              </a:defRPr>
            </a:lvl3pPr>
            <a:lvl4pPr algn="l" eaLnBrk="0" fontAlgn="base" hangingPunct="0" indent="-228600" marL="1600200" rtl="0">
              <a:spcBef>
                <a:spcPct val="20000"/>
              </a:spcBef>
              <a:spcAft>
                <a:spcPct val="0"/>
              </a:spcAft>
              <a:buClr>
                <a:srgbClr val="800000"/>
              </a:buClr>
              <a:buSzPct val="90000"/>
              <a:buFont typeface="Wingdings" panose="05000000000000000000" pitchFamily="2" charset="2"/>
              <a:buChar char="v"/>
              <a:defRPr sz="2000" kern="1200" kumimoji="1">
                <a:solidFill>
                  <a:schemeClr val="tx1"/>
                </a:solidFill>
                <a:latin typeface="+mn-lt"/>
                <a:ea typeface="宋体" panose="02010600030101010101" pitchFamily="2" charset="-122"/>
                <a:cs typeface="+mn-cs"/>
              </a:defRPr>
            </a:lvl4pPr>
            <a:lvl5pPr algn="l" eaLnBrk="0" fontAlgn="base" hangingPunct="0" indent="-228600" marL="2057400" rtl="0">
              <a:spcBef>
                <a:spcPct val="20000"/>
              </a:spcBef>
              <a:spcAft>
                <a:spcPct val="0"/>
              </a:spcAft>
              <a:buClr>
                <a:srgbClr val="800000"/>
              </a:buClr>
              <a:buSzPct val="90000"/>
              <a:buFont typeface="Wingdings" panose="05000000000000000000" pitchFamily="2" charset="2"/>
              <a:buChar char="v"/>
              <a:defRPr sz="2000" kern="1200" kumimoji="1">
                <a:solidFill>
                  <a:schemeClr val="tx1"/>
                </a:solidFill>
                <a:latin typeface="+mn-lt"/>
                <a:ea typeface="宋体" panose="02010600030101010101" pitchFamily="2" charset="-122"/>
                <a:cs typeface="+mn-cs"/>
              </a:defRPr>
            </a:lvl5pPr>
          </a:lstStyle>
          <a:p>
            <a:pPr eaLnBrk="1" hangingPunct="1" indent="0" lvl="0" marL="0">
              <a:lnSpc>
                <a:spcPct val="125000"/>
              </a:lnSpc>
              <a:spcBef>
                <a:spcPct val="50000"/>
              </a:spcBef>
              <a:buSzTx/>
              <a:buFont typeface="Wingdings" panose="05000000000000000000" charset="0"/>
              <a:buNone/>
            </a:pPr>
            <a:r>
              <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rPr>
              <a:t>活性聚合的特点：</a:t>
            </a:r>
            <a:r>
              <a:rPr altLang="en-US" dirty="0" sz="2400" lang="zh-CN" u="sng">
                <a:solidFill>
                  <a:schemeClr val="tx1"/>
                </a:solidFill>
                <a:latin typeface="宋体" panose="02010600030101010101" pitchFamily="2" charset="-122"/>
                <a:ea typeface="宋体" panose="02010600030101010101" pitchFamily="2" charset="-122"/>
                <a:cs typeface="宋体" panose="02010600030101010101" pitchFamily="2" charset="-122"/>
              </a:rPr>
              <a:t> </a:t>
            </a:r>
            <a:endParaRPr altLang="en-US" dirty="0" sz="2400" lang="zh-CN" u="sng">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lvl="0">
              <a:lnSpc>
                <a:spcPct val="125000"/>
              </a:lnSpc>
              <a:spcBef>
                <a:spcPct val="40000"/>
              </a:spcBef>
              <a:buFont typeface="Wingdings" panose="05000000000000000000" charset="0"/>
              <a:buChar char="Ø"/>
            </a:pPr>
            <a:r>
              <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rPr>
              <a:t> 聚合物分子量随转化率线性增加；</a:t>
            </a:r>
            <a:endPar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lvl="0">
              <a:lnSpc>
                <a:spcPct val="125000"/>
              </a:lnSpc>
              <a:spcBef>
                <a:spcPct val="40000"/>
              </a:spcBef>
              <a:buFont typeface="Wingdings" panose="05000000000000000000" charset="0"/>
              <a:buChar char="Ø"/>
            </a:pPr>
            <a:r>
              <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rPr>
              <a:t> 所有聚合物链同时增加，且增长链数目不变，聚合物分子量呈现低分散性；</a:t>
            </a:r>
            <a:endPar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lvl="0">
              <a:lnSpc>
                <a:spcPct val="125000"/>
              </a:lnSpc>
              <a:spcBef>
                <a:spcPct val="40000"/>
              </a:spcBef>
              <a:buFont typeface="Wingdings" panose="05000000000000000000" charset="0"/>
              <a:buChar char="Ø"/>
            </a:pPr>
            <a:r>
              <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rPr>
              <a:t> 通过选择性加入带官能团的引发剂或终止剂，可合成端基为特定官能团的聚合物；</a:t>
            </a:r>
            <a:endPar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endParaRPr>
          </a:p>
          <a:p>
            <a:pPr eaLnBrk="1" hangingPunct="1" lvl="0">
              <a:lnSpc>
                <a:spcPct val="125000"/>
              </a:lnSpc>
              <a:spcBef>
                <a:spcPct val="40000"/>
              </a:spcBef>
              <a:buFont typeface="Wingdings" panose="05000000000000000000" charset="0"/>
              <a:buChar char="Ø"/>
            </a:pPr>
            <a:r>
              <a:rPr altLang="en-US" dirty="0" sz="2400" lang="zh-CN">
                <a:solidFill>
                  <a:schemeClr val="tx1"/>
                </a:solidFill>
                <a:latin typeface="宋体" panose="02010600030101010101" pitchFamily="2" charset="-122"/>
                <a:ea typeface="宋体" panose="02010600030101010101" pitchFamily="2" charset="-122"/>
                <a:cs typeface="宋体" panose="02010600030101010101" pitchFamily="2" charset="-122"/>
              </a:rPr>
              <a:t> </a:t>
            </a:r>
            <a:r>
              <a:rPr altLang="en-US" dirty="0" sz="2400" lang="zh-CN">
                <a:latin typeface="宋体" panose="02010600030101010101" pitchFamily="2" charset="-122"/>
                <a:ea typeface="宋体" panose="02010600030101010101" pitchFamily="2" charset="-122"/>
                <a:cs typeface="宋体" panose="02010600030101010101" pitchFamily="2" charset="-122"/>
              </a:rPr>
              <a:t>可合成嵌段聚合物、星形聚合物、树枝状聚合物等。</a:t>
            </a:r>
            <a:endParaRPr altLang="en-US" dirty="0" sz="2400" lang="zh-CN">
              <a:latin typeface="宋体" panose="02010600030101010101" pitchFamily="2" charset="-122"/>
              <a:ea typeface="宋体" panose="02010600030101010101" pitchFamily="2" charset="-122"/>
              <a:cs typeface="宋体" panose="02010600030101010101" pitchFamily="2" charset="-122"/>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94" name=""/>
        <p:cNvGrpSpPr/>
        <p:nvPr/>
      </p:nvGrpSpPr>
      <p:grpSpPr>
        <a:xfrm/>
      </p:grpSpPr>
      <p:sp>
        <p:nvSpPr>
          <p:cNvPr id="1048773" name="文本框 1"/>
          <p:cNvSpPr txBox="1"/>
          <p:nvPr/>
        </p:nvSpPr>
        <p:spPr>
          <a:xfrm>
            <a:off x="518160" y="1872615"/>
            <a:ext cx="11155680" cy="2225040"/>
          </a:xfrm>
          <a:prstGeom prst="rect"/>
          <a:noFill/>
        </p:spPr>
        <p:txBody>
          <a:bodyPr rtlCol="0" wrap="none">
            <a:spAutoFit/>
          </a:bodyPr>
          <a:p>
            <a:pPr algn="l" fontAlgn="auto">
              <a:lnSpc>
                <a:spcPct val="150000"/>
              </a:lnSpc>
            </a:pPr>
            <a:r>
              <a:rPr altLang="zh-CN" sz="2400" lang="en-US">
                <a:solidFill>
                  <a:schemeClr val="tx1"/>
                </a:solidFill>
                <a:latin typeface="Times New Roman" panose="02020603050405020304" pitchFamily="18" charset="0"/>
                <a:ea typeface="宋体" panose="02010600030101010101" pitchFamily="2" charset="-122"/>
              </a:rPr>
              <a:t>        </a:t>
            </a:r>
            <a:r>
              <a:rPr altLang="en-US" sz="2400" lang="zh-CN">
                <a:solidFill>
                  <a:schemeClr val="tx1"/>
                </a:solidFill>
                <a:latin typeface="Times New Roman" panose="02020603050405020304" pitchFamily="18" charset="0"/>
                <a:ea typeface="宋体" panose="02010600030101010101" pitchFamily="2" charset="-122"/>
              </a:rPr>
              <a:t>自由基聚合的链增长对自由基浓度呈一级反应，而链终止则呈二级反应。如能</a:t>
            </a:r>
            <a:endParaRPr altLang="en-US" sz="24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400" lang="zh-CN">
                <a:solidFill>
                  <a:schemeClr val="tx1"/>
                </a:solidFill>
                <a:latin typeface="Times New Roman" panose="02020603050405020304" pitchFamily="18" charset="0"/>
                <a:ea typeface="宋体" panose="02010600030101010101" pitchFamily="2" charset="-122"/>
              </a:rPr>
              <a:t>降低自由基的浓度［M·]或活性，就可减弱双基终止，有望成为可控/“活性”</a:t>
            </a:r>
            <a:endParaRPr altLang="en-US" sz="24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400" lang="zh-CN">
                <a:solidFill>
                  <a:schemeClr val="tx1"/>
                </a:solidFill>
                <a:latin typeface="Times New Roman" panose="02020603050405020304" pitchFamily="18" charset="0"/>
                <a:ea typeface="宋体" panose="02010600030101010101" pitchFamily="2" charset="-122"/>
              </a:rPr>
              <a:t>聚合。 一般措施是令活性增长自由基（P·）与某化合物反应，经链终止或链转</a:t>
            </a:r>
            <a:endParaRPr altLang="en-US" sz="24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400" lang="zh-CN">
                <a:solidFill>
                  <a:schemeClr val="tx1"/>
                </a:solidFill>
                <a:latin typeface="Times New Roman" panose="02020603050405020304" pitchFamily="18" charset="0"/>
                <a:ea typeface="宋体" panose="02010600030101010101" pitchFamily="2" charset="-122"/>
              </a:rPr>
              <a:t>移，使之蜕化成低活性的共价休眠种（P—X）。但希望休眠种仍能分解成增长</a:t>
            </a:r>
            <a:endParaRPr altLang="en-US" sz="24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400" lang="zh-CN">
                <a:solidFill>
                  <a:schemeClr val="tx1"/>
                </a:solidFill>
                <a:latin typeface="Times New Roman" panose="02020603050405020304" pitchFamily="18" charset="0"/>
                <a:ea typeface="宋体" panose="02010600030101010101" pitchFamily="2" charset="-122"/>
              </a:rPr>
              <a:t>自由基，构成可逆平衡，并要求平衡倾向于休眠种一侧，以降低自由基浓度和</a:t>
            </a:r>
            <a:endParaRPr altLang="en-US" sz="2400" lang="zh-CN">
              <a:solidFill>
                <a:schemeClr val="tx1"/>
              </a:solidFill>
              <a:latin typeface="Times New Roman" panose="02020603050405020304" pitchFamily="18" charset="0"/>
              <a:ea typeface="宋体" panose="02010600030101010101" pitchFamily="2" charset="-122"/>
            </a:endParaRPr>
          </a:p>
          <a:p>
            <a:pPr algn="l" fontAlgn="auto">
              <a:lnSpc>
                <a:spcPct val="150000"/>
              </a:lnSpc>
            </a:pPr>
            <a:r>
              <a:rPr altLang="en-US" sz="2400" lang="zh-CN">
                <a:solidFill>
                  <a:schemeClr val="tx1"/>
                </a:solidFill>
                <a:latin typeface="Times New Roman" panose="02020603050405020304" pitchFamily="18" charset="0"/>
                <a:ea typeface="宋体" panose="02010600030101010101" pitchFamily="2" charset="-122"/>
              </a:rPr>
              <a:t>链终止速率。</a:t>
            </a:r>
            <a:endParaRPr altLang="en-US" sz="2400" lang="zh-CN">
              <a:solidFill>
                <a:schemeClr val="tx1"/>
              </a:solidFill>
              <a:latin typeface="Times New Roman" panose="02020603050405020304" pitchFamily="18" charset="0"/>
              <a:ea typeface="宋体" panose="02010600030101010101" pitchFamily="2" charset="-122"/>
            </a:endParaRPr>
          </a:p>
        </p:txBody>
      </p:sp>
      <p:sp>
        <p:nvSpPr>
          <p:cNvPr id="1048774" name="文本框 2"/>
          <p:cNvSpPr txBox="1"/>
          <p:nvPr/>
        </p:nvSpPr>
        <p:spPr>
          <a:xfrm>
            <a:off x="1000125" y="921385"/>
            <a:ext cx="4564381" cy="447040"/>
          </a:xfrm>
          <a:prstGeom prst="rect"/>
          <a:noFill/>
        </p:spPr>
        <p:txBody>
          <a:bodyPr rtlCol="0" wrap="none">
            <a:spAutoFit/>
          </a:bodyPr>
          <a:p>
            <a:pPr algn="l"/>
            <a:r>
              <a:rPr altLang="en-US" b="1" sz="2400" lang="zh-CN">
                <a:latin typeface="宋体" panose="02010600030101010101" pitchFamily="2" charset="-122"/>
                <a:ea typeface="宋体" panose="02010600030101010101" pitchFamily="2" charset="-122"/>
                <a:cs typeface="宋体" panose="02010600030101010101" pitchFamily="2" charset="-122"/>
                <a:sym typeface="+mn-ea"/>
              </a:rPr>
              <a:t>可控/“活性”自由基聚合的关键</a:t>
            </a:r>
            <a:endParaRPr altLang="en-US" b="1" sz="2400" lang="zh-CN">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p:bgPr>
    </p:bg>
    <p:spTree>
      <p:nvGrpSpPr>
        <p:cNvPr id="95" name=""/>
        <p:cNvGrpSpPr/>
        <p:nvPr/>
      </p:nvGrpSpPr>
      <p:grpSpPr>
        <a:xfrm/>
      </p:grpSpPr>
      <p:sp>
        <p:nvSpPr>
          <p:cNvPr id="1048775" name="文本框 2"/>
          <p:cNvSpPr txBox="1"/>
          <p:nvPr/>
        </p:nvSpPr>
        <p:spPr>
          <a:xfrm>
            <a:off x="949960" y="757555"/>
            <a:ext cx="1503680" cy="368300"/>
          </a:xfrm>
          <a:prstGeom prst="rect"/>
          <a:noFill/>
        </p:spPr>
        <p:txBody>
          <a:bodyPr rtlCol="0" wrap="none">
            <a:spAutoFit/>
          </a:bodyPr>
          <a:p>
            <a:pPr algn="l"/>
            <a:r>
              <a:rPr altLang="zh-CN" b="1" lang="en-US">
                <a:latin typeface="Times New Roman" panose="02020603050405020304" pitchFamily="18" charset="0"/>
                <a:ea typeface="宋体" panose="02010600030101010101" pitchFamily="2" charset="-122"/>
                <a:cs typeface="Times New Roman" panose="02020603050405020304" pitchFamily="18" charset="0"/>
              </a:rPr>
              <a:t>3.4</a:t>
            </a:r>
            <a:r>
              <a:rPr altLang="zh-CN" b="1" lang="en-US">
                <a:latin typeface="宋体" panose="02010600030101010101" pitchFamily="2" charset="-122"/>
                <a:ea typeface="宋体" panose="02010600030101010101" pitchFamily="2" charset="-122"/>
              </a:rPr>
              <a:t> </a:t>
            </a:r>
            <a:r>
              <a:rPr altLang="en-US" b="1" lang="zh-CN">
                <a:latin typeface="宋体" panose="02010600030101010101" pitchFamily="2" charset="-122"/>
                <a:ea typeface="宋体" panose="02010600030101010101" pitchFamily="2" charset="-122"/>
              </a:rPr>
              <a:t>重要公式</a:t>
            </a:r>
            <a:endParaRPr altLang="en-US" b="1" dirty="0" lang="zh-CN">
              <a:latin typeface="宋体" panose="02010600030101010101" pitchFamily="2" charset="-122"/>
              <a:ea typeface="宋体" panose="02010600030101010101" pitchFamily="2" charset="-122"/>
              <a:cs typeface="Times New Roman" panose="02020603050405020304" pitchFamily="18" charset="0"/>
              <a:sym typeface="+mn-ea"/>
            </a:endParaRPr>
          </a:p>
        </p:txBody>
      </p:sp>
      <p:pic>
        <p:nvPicPr>
          <p:cNvPr id="2097200" name="Picture 2"/>
          <p:cNvPicPr>
            <a:picLocks noChangeAspect="1" noChangeArrowheads="1"/>
          </p:cNvPicPr>
          <p:nvPr/>
        </p:nvPicPr>
        <p:blipFill rotWithShape="1">
          <a:blip xmlns:r="http://schemas.openxmlformats.org/officeDocument/2006/relationships" r:embed="rId1"/>
          <a:srcRect r="3856" b="9295"/>
          <a:stretch>
            <a:fillRect/>
          </a:stretch>
        </p:blipFill>
        <p:spPr bwMode="auto">
          <a:xfrm>
            <a:off x="2294980" y="1511989"/>
            <a:ext cx="7601995" cy="4648078"/>
          </a:xfrm>
          <a:prstGeom prst="rect"/>
          <a:noFill/>
          <a:ln>
            <a:noFill/>
          </a:ln>
          <a:effectLst/>
        </p:spPr>
      </p:pic>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6" name=""/>
        <p:cNvGrpSpPr/>
        <p:nvPr/>
      </p:nvGrpSpPr>
      <p:grpSpPr>
        <a:xfrm/>
      </p:grpSpPr>
      <p:pic>
        <p:nvPicPr>
          <p:cNvPr id="2097201" name="Picture 2"/>
          <p:cNvPicPr>
            <a:picLocks noChangeAspect="1" noChangeArrowheads="1"/>
          </p:cNvPicPr>
          <p:nvPr/>
        </p:nvPicPr>
        <p:blipFill rotWithShape="1">
          <a:blip xmlns:r="http://schemas.openxmlformats.org/officeDocument/2006/relationships" r:embed="rId1"/>
          <a:srcRect l="9187" t="2233" r="6511" b="12909"/>
          <a:stretch>
            <a:fillRect/>
          </a:stretch>
        </p:blipFill>
        <p:spPr bwMode="auto">
          <a:xfrm>
            <a:off x="2705196" y="876354"/>
            <a:ext cx="6781622" cy="5105446"/>
          </a:xfrm>
          <a:prstGeom prst="rect"/>
          <a:noFill/>
          <a:ln>
            <a:noFill/>
          </a:ln>
          <a:effectLst/>
        </p:spPr>
      </p:pic>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7" name=""/>
        <p:cNvGrpSpPr/>
        <p:nvPr/>
      </p:nvGrpSpPr>
      <p:grpSpPr>
        <a:xfrm/>
      </p:grpSpPr>
      <p:sp>
        <p:nvSpPr>
          <p:cNvPr id="1048776" name="文本框 1"/>
          <p:cNvSpPr txBox="1"/>
          <p:nvPr/>
        </p:nvSpPr>
        <p:spPr>
          <a:xfrm>
            <a:off x="1628140" y="1721485"/>
            <a:ext cx="8935720" cy="4053839"/>
          </a:xfrm>
          <a:prstGeom prst="rect"/>
          <a:noFill/>
        </p:spPr>
        <p:txBody>
          <a:bodyPr anchor="t" rtlCol="0" wrap="square">
            <a:spAutoFit/>
          </a:bodyPr>
          <a:p>
            <a:pPr fontAlgn="auto">
              <a:lnSpc>
                <a:spcPct val="150000"/>
              </a:lnSpc>
            </a:pPr>
            <a:r>
              <a:rPr altLang="en-US" b="1" sz="2400" lang="zh-CN">
                <a:solidFill>
                  <a:schemeClr val="tx1"/>
                </a:solidFill>
                <a:latin typeface="Times New Roman" panose="02020603050405020304" pitchFamily="18" charset="0"/>
                <a:ea typeface="宋体" panose="02010600030101010101" pitchFamily="2" charset="-122"/>
              </a:rPr>
              <a:t>氯乙烯以AIBN为引发剂在50°下进行悬浮聚合，该温度下引发剂的半衰期</a:t>
            </a:r>
            <a:r>
              <a:rPr altLang="zh-CN" b="1" sz="2400" lang="en-US">
                <a:solidFill>
                  <a:schemeClr val="tx1"/>
                </a:solidFill>
                <a:latin typeface="Times New Roman" panose="02020603050405020304" pitchFamily="18" charset="0"/>
                <a:ea typeface="宋体" panose="02010600030101010101" pitchFamily="2" charset="-122"/>
              </a:rPr>
              <a:t>t</a:t>
            </a:r>
            <a:r>
              <a:rPr altLang="zh-CN" baseline="-25000" b="1" sz="2400" lang="en-US">
                <a:solidFill>
                  <a:schemeClr val="tx1"/>
                </a:solidFill>
                <a:latin typeface="Times New Roman" panose="02020603050405020304" pitchFamily="18" charset="0"/>
                <a:ea typeface="宋体" panose="02010600030101010101" pitchFamily="2" charset="-122"/>
              </a:rPr>
              <a:t>1/2</a:t>
            </a:r>
            <a:r>
              <a:rPr altLang="en-US" b="1" sz="2400" lang="zh-CN">
                <a:solidFill>
                  <a:schemeClr val="tx1"/>
                </a:solidFill>
                <a:latin typeface="Times New Roman" panose="02020603050405020304" pitchFamily="18" charset="0"/>
                <a:ea typeface="宋体" panose="02010600030101010101" pitchFamily="2" charset="-122"/>
              </a:rPr>
              <a:t>=74h，引发剂浓度为0.01 mol</a:t>
            </a:r>
            <a:r>
              <a:rPr altLang="zh-CN" b="1" sz="2400" lang="en-US">
                <a:solidFill>
                  <a:schemeClr val="tx1"/>
                </a:solidFill>
                <a:latin typeface="Times New Roman" panose="02020603050405020304" pitchFamily="18" charset="0"/>
                <a:ea typeface="宋体" panose="02010600030101010101" pitchFamily="2" charset="-122"/>
              </a:rPr>
              <a:t>/</a:t>
            </a:r>
            <a:r>
              <a:rPr altLang="en-US" b="1" sz="2400" lang="zh-CN">
                <a:solidFill>
                  <a:schemeClr val="tx1"/>
                </a:solidFill>
                <a:latin typeface="Times New Roman" panose="02020603050405020304" pitchFamily="18" charset="0"/>
                <a:ea typeface="宋体" panose="02010600030101010101" pitchFamily="2" charset="-122"/>
              </a:rPr>
              <a:t>L，引发效率f=0.75，k</a:t>
            </a:r>
            <a:r>
              <a:rPr altLang="en-US" baseline="-25000" b="1" sz="2400" lang="zh-CN">
                <a:solidFill>
                  <a:schemeClr val="tx1"/>
                </a:solidFill>
                <a:latin typeface="Times New Roman" panose="02020603050405020304" pitchFamily="18" charset="0"/>
                <a:ea typeface="宋体" panose="02010600030101010101" pitchFamily="2" charset="-122"/>
              </a:rPr>
              <a:t>p</a:t>
            </a:r>
            <a:r>
              <a:rPr altLang="en-US" b="1" sz="2400" lang="zh-CN">
                <a:solidFill>
                  <a:schemeClr val="tx1"/>
                </a:solidFill>
                <a:latin typeface="Times New Roman" panose="02020603050405020304" pitchFamily="18" charset="0"/>
                <a:ea typeface="宋体" panose="02010600030101010101" pitchFamily="2" charset="-122"/>
              </a:rPr>
              <a:t>=12300 L·mol </a:t>
            </a:r>
            <a:r>
              <a:rPr altLang="zh-CN" baseline="30000" b="1" sz="2400" lang="en-US">
                <a:solidFill>
                  <a:schemeClr val="tx1"/>
                </a:solidFill>
                <a:latin typeface="Times New Roman" panose="02020603050405020304" pitchFamily="18" charset="0"/>
                <a:ea typeface="宋体" panose="02010600030101010101" pitchFamily="2" charset="-122"/>
              </a:rPr>
              <a:t>-1</a:t>
            </a:r>
            <a:r>
              <a:rPr altLang="en-US" b="1" sz="2400" lang="zh-CN">
                <a:latin typeface="Times New Roman" panose="02020603050405020304" pitchFamily="18" charset="0"/>
                <a:ea typeface="宋体" panose="02010600030101010101" pitchFamily="2" charset="-122"/>
                <a:sym typeface="+mn-ea"/>
              </a:rPr>
              <a:t>·</a:t>
            </a:r>
            <a:r>
              <a:rPr altLang="en-US" b="1" sz="2400" lang="zh-CN">
                <a:solidFill>
                  <a:schemeClr val="tx1"/>
                </a:solidFill>
                <a:latin typeface="Times New Roman" panose="02020603050405020304" pitchFamily="18" charset="0"/>
                <a:ea typeface="宋体" panose="02010600030101010101" pitchFamily="2" charset="-122"/>
              </a:rPr>
              <a:t>s</a:t>
            </a:r>
            <a:r>
              <a:rPr altLang="zh-CN" baseline="30000" b="1" sz="2400" lang="en-US">
                <a:solidFill>
                  <a:schemeClr val="tx1"/>
                </a:solidFill>
                <a:latin typeface="Times New Roman" panose="02020603050405020304" pitchFamily="18" charset="0"/>
                <a:ea typeface="宋体" panose="02010600030101010101" pitchFamily="2" charset="-122"/>
              </a:rPr>
              <a:t>-1</a:t>
            </a:r>
            <a:r>
              <a:rPr altLang="en-US" b="1" sz="2400" lang="zh-CN">
                <a:solidFill>
                  <a:schemeClr val="tx1"/>
                </a:solidFill>
                <a:latin typeface="Times New Roman" panose="02020603050405020304" pitchFamily="18" charset="0"/>
                <a:ea typeface="宋体" panose="02010600030101010101" pitchFamily="2" charset="-122"/>
              </a:rPr>
              <a:t>，k</a:t>
            </a:r>
            <a:r>
              <a:rPr altLang="zh-CN" baseline="-25000" b="1" sz="2400" lang="en-US">
                <a:solidFill>
                  <a:schemeClr val="tx1"/>
                </a:solidFill>
                <a:latin typeface="Times New Roman" panose="02020603050405020304" pitchFamily="18" charset="0"/>
                <a:ea typeface="宋体" panose="02010600030101010101" pitchFamily="2" charset="-122"/>
              </a:rPr>
              <a:t>t</a:t>
            </a:r>
            <a:r>
              <a:rPr altLang="en-US" b="1" sz="2400" lang="zh-CN">
                <a:solidFill>
                  <a:schemeClr val="tx1"/>
                </a:solidFill>
                <a:latin typeface="Times New Roman" panose="02020603050405020304" pitchFamily="18" charset="0"/>
                <a:ea typeface="宋体" panose="02010600030101010101" pitchFamily="2" charset="-122"/>
              </a:rPr>
              <a:t>=21×10</a:t>
            </a:r>
            <a:r>
              <a:rPr altLang="zh-CN" baseline="30000" b="1" sz="2400" lang="en-US">
                <a:solidFill>
                  <a:schemeClr val="tx1"/>
                </a:solidFill>
                <a:latin typeface="Times New Roman" panose="02020603050405020304" pitchFamily="18" charset="0"/>
                <a:ea typeface="宋体" panose="02010600030101010101" pitchFamily="2" charset="-122"/>
              </a:rPr>
              <a:t>9</a:t>
            </a:r>
            <a:r>
              <a:rPr altLang="en-US" b="1" sz="2400" lang="zh-CN">
                <a:solidFill>
                  <a:schemeClr val="tx1"/>
                </a:solidFill>
                <a:latin typeface="Times New Roman" panose="02020603050405020304" pitchFamily="18" charset="0"/>
                <a:ea typeface="宋体" panose="02010600030101010101" pitchFamily="2" charset="-122"/>
              </a:rPr>
              <a:t>L</a:t>
            </a:r>
            <a:r>
              <a:rPr altLang="en-US" b="1" sz="2400" lang="zh-CN">
                <a:latin typeface="Times New Roman" panose="02020603050405020304" pitchFamily="18" charset="0"/>
                <a:ea typeface="宋体" panose="02010600030101010101" pitchFamily="2" charset="-122"/>
                <a:sym typeface="+mn-ea"/>
              </a:rPr>
              <a:t>·</a:t>
            </a:r>
            <a:r>
              <a:rPr altLang="en-US" b="1" sz="2400" lang="zh-CN">
                <a:solidFill>
                  <a:schemeClr val="tx1"/>
                </a:solidFill>
                <a:latin typeface="Times New Roman" panose="02020603050405020304" pitchFamily="18" charset="0"/>
                <a:ea typeface="宋体" panose="02010600030101010101" pitchFamily="2" charset="-122"/>
              </a:rPr>
              <a:t>mol</a:t>
            </a:r>
            <a:r>
              <a:rPr altLang="zh-CN" baseline="30000" b="1" sz="2400" lang="en-US">
                <a:solidFill>
                  <a:schemeClr val="tx1"/>
                </a:solidFill>
                <a:latin typeface="Times New Roman" panose="02020603050405020304" pitchFamily="18" charset="0"/>
                <a:ea typeface="宋体" panose="02010600030101010101" pitchFamily="2" charset="-122"/>
              </a:rPr>
              <a:t>-1</a:t>
            </a:r>
            <a:r>
              <a:rPr altLang="en-US" b="1" sz="2400" lang="zh-CN">
                <a:latin typeface="Times New Roman" panose="02020603050405020304" pitchFamily="18" charset="0"/>
                <a:ea typeface="宋体" panose="02010600030101010101" pitchFamily="2" charset="-122"/>
                <a:sym typeface="+mn-ea"/>
              </a:rPr>
              <a:t>·</a:t>
            </a:r>
            <a:r>
              <a:rPr altLang="en-US" b="1" sz="2400" lang="zh-CN">
                <a:solidFill>
                  <a:schemeClr val="tx1"/>
                </a:solidFill>
                <a:latin typeface="Times New Roman" panose="02020603050405020304" pitchFamily="18" charset="0"/>
                <a:ea typeface="宋体" panose="02010600030101010101" pitchFamily="2" charset="-122"/>
              </a:rPr>
              <a:t>s</a:t>
            </a:r>
            <a:r>
              <a:rPr altLang="zh-CN" baseline="30000" b="1" sz="2400" lang="en-US">
                <a:solidFill>
                  <a:schemeClr val="tx1"/>
                </a:solidFill>
                <a:latin typeface="Times New Roman" panose="02020603050405020304" pitchFamily="18" charset="0"/>
                <a:ea typeface="宋体" panose="02010600030101010101" pitchFamily="2" charset="-122"/>
              </a:rPr>
              <a:t>-</a:t>
            </a:r>
            <a:r>
              <a:rPr altLang="en-US" baseline="30000" b="1" sz="2400" lang="zh-CN">
                <a:solidFill>
                  <a:schemeClr val="tx1"/>
                </a:solidFill>
                <a:latin typeface="Times New Roman" panose="02020603050405020304" pitchFamily="18" charset="0"/>
                <a:ea typeface="宋体" panose="02010600030101010101" pitchFamily="2" charset="-122"/>
              </a:rPr>
              <a:t>1</a:t>
            </a:r>
            <a:r>
              <a:rPr altLang="en-US" b="1" sz="2400" lang="zh-CN">
                <a:solidFill>
                  <a:schemeClr val="tx1"/>
                </a:solidFill>
                <a:latin typeface="Times New Roman" panose="02020603050405020304" pitchFamily="18" charset="0"/>
                <a:ea typeface="宋体" panose="02010600030101010101" pitchFamily="2" charset="-122"/>
              </a:rPr>
              <a:t>,C</a:t>
            </a:r>
            <a:r>
              <a:rPr altLang="zh-CN" baseline="-25000" b="1" sz="2400" lang="en-US">
                <a:solidFill>
                  <a:schemeClr val="tx1"/>
                </a:solidFill>
                <a:latin typeface="Times New Roman" panose="02020603050405020304" pitchFamily="18" charset="0"/>
                <a:ea typeface="宋体" panose="02010600030101010101" pitchFamily="2" charset="-122"/>
              </a:rPr>
              <a:t>M</a:t>
            </a:r>
            <a:r>
              <a:rPr altLang="en-US" b="1" sz="2400" lang="zh-CN">
                <a:solidFill>
                  <a:schemeClr val="tx1"/>
                </a:solidFill>
                <a:latin typeface="Times New Roman" panose="02020603050405020304" pitchFamily="18" charset="0"/>
                <a:ea typeface="宋体" panose="02010600030101010101" pitchFamily="2" charset="-122"/>
              </a:rPr>
              <a:t>=1.35×10</a:t>
            </a:r>
            <a:r>
              <a:rPr altLang="en-US" b="1" sz="2400" lang="zh-CN">
                <a:latin typeface="Times New Roman" panose="02020603050405020304" pitchFamily="18" charset="0"/>
                <a:ea typeface="宋体" panose="02010600030101010101" pitchFamily="2" charset="-122"/>
                <a:sym typeface="+mn-ea"/>
              </a:rPr>
              <a:t>·</a:t>
            </a:r>
            <a:r>
              <a:rPr altLang="en-US" b="1" sz="2400" lang="zh-CN">
                <a:solidFill>
                  <a:schemeClr val="tx1"/>
                </a:solidFill>
                <a:latin typeface="Times New Roman" panose="02020603050405020304" pitchFamily="18" charset="0"/>
                <a:ea typeface="宋体" panose="02010600030101010101" pitchFamily="2" charset="-122"/>
              </a:rPr>
              <a:t>L·mol</a:t>
            </a:r>
            <a:r>
              <a:rPr altLang="zh-CN" baseline="30000" b="1" sz="2400" lang="en-US">
                <a:solidFill>
                  <a:schemeClr val="tx1"/>
                </a:solidFill>
                <a:latin typeface="Times New Roman" panose="02020603050405020304" pitchFamily="18" charset="0"/>
                <a:ea typeface="宋体" panose="02010600030101010101" pitchFamily="2" charset="-122"/>
              </a:rPr>
              <a:t>-1</a:t>
            </a:r>
            <a:r>
              <a:rPr altLang="en-US" b="1" sz="2400" lang="zh-CN">
                <a:latin typeface="Times New Roman" panose="02020603050405020304" pitchFamily="18" charset="0"/>
                <a:ea typeface="宋体" panose="02010600030101010101" pitchFamily="2" charset="-122"/>
                <a:sym typeface="+mn-ea"/>
              </a:rPr>
              <a:t>·</a:t>
            </a:r>
            <a:r>
              <a:rPr altLang="en-US" b="1" sz="2400" lang="zh-CN">
                <a:solidFill>
                  <a:schemeClr val="tx1"/>
                </a:solidFill>
                <a:latin typeface="Times New Roman" panose="02020603050405020304" pitchFamily="18" charset="0"/>
                <a:ea typeface="宋体" panose="02010600030101010101" pitchFamily="2" charset="-122"/>
              </a:rPr>
              <a:t>s</a:t>
            </a:r>
            <a:r>
              <a:rPr altLang="zh-CN" baseline="30000" b="1" sz="2400" lang="en-US">
                <a:solidFill>
                  <a:schemeClr val="tx1"/>
                </a:solidFill>
                <a:latin typeface="Times New Roman" panose="02020603050405020304" pitchFamily="18" charset="0"/>
                <a:ea typeface="宋体" panose="02010600030101010101" pitchFamily="2" charset="-122"/>
              </a:rPr>
              <a:t>-1</a:t>
            </a:r>
            <a:r>
              <a:rPr altLang="zh-CN" b="1" sz="2400" lang="en-US">
                <a:solidFill>
                  <a:schemeClr val="tx1"/>
                </a:solidFill>
                <a:latin typeface="Times New Roman" panose="02020603050405020304" pitchFamily="18" charset="0"/>
                <a:ea typeface="宋体" panose="02010600030101010101" pitchFamily="2" charset="-122"/>
              </a:rPr>
              <a:t>,</a:t>
            </a:r>
            <a:r>
              <a:rPr altLang="en-US" b="1" sz="2400" lang="zh-CN">
                <a:solidFill>
                  <a:schemeClr val="tx1"/>
                </a:solidFill>
                <a:latin typeface="Times New Roman" panose="02020603050405020304" pitchFamily="18" charset="0"/>
                <a:ea typeface="宋体" panose="02010600030101010101" pitchFamily="2" charset="-122"/>
              </a:rPr>
              <a:t>氯乙烯单体的密度为0.859 g</a:t>
            </a:r>
            <a:r>
              <a:rPr altLang="en-US" b="1" sz="2400" lang="zh-CN">
                <a:latin typeface="Times New Roman" panose="02020603050405020304" pitchFamily="18" charset="0"/>
                <a:ea typeface="宋体" panose="02010600030101010101" pitchFamily="2" charset="-122"/>
                <a:sym typeface="+mn-ea"/>
              </a:rPr>
              <a:t>·</a:t>
            </a:r>
            <a:r>
              <a:rPr altLang="en-US" b="1" sz="2400" lang="zh-CN">
                <a:solidFill>
                  <a:schemeClr val="tx1"/>
                </a:solidFill>
                <a:latin typeface="Times New Roman" panose="02020603050405020304" pitchFamily="18" charset="0"/>
                <a:ea typeface="宋体" panose="02010600030101010101" pitchFamily="2" charset="-122"/>
              </a:rPr>
              <a:t>mL</a:t>
            </a:r>
            <a:r>
              <a:rPr altLang="zh-CN" baseline="30000" b="1" sz="2400" lang="en-US">
                <a:solidFill>
                  <a:schemeClr val="tx1"/>
                </a:solidFill>
                <a:latin typeface="Times New Roman" panose="02020603050405020304" pitchFamily="18" charset="0"/>
                <a:ea typeface="宋体" panose="02010600030101010101" pitchFamily="2" charset="-122"/>
              </a:rPr>
              <a:t>-1</a:t>
            </a:r>
            <a:r>
              <a:rPr altLang="en-US" b="1" sz="2400" lang="zh-CN">
                <a:solidFill>
                  <a:schemeClr val="tx1"/>
                </a:solidFill>
                <a:latin typeface="Times New Roman" panose="02020603050405020304" pitchFamily="18" charset="0"/>
                <a:ea typeface="宋体" panose="02010600030101010101" pitchFamily="2" charset="-122"/>
              </a:rPr>
              <a:t>，计算（1）反应10h引发剂的残留浓度；（2）初期聚合反应速度；（3）转化率达10%所需要的反应时间；（4）初期生成的聚合物的聚合度。</a:t>
            </a:r>
            <a:endParaRPr altLang="zh-CN" b="1" sz="2400" lang="en-US">
              <a:solidFill>
                <a:schemeClr val="tx1"/>
              </a:solidFill>
              <a:latin typeface="Times New Roman" panose="02020603050405020304" pitchFamily="18" charset="0"/>
              <a:ea typeface="宋体" panose="02010600030101010101" pitchFamily="2" charset="-122"/>
            </a:endParaRPr>
          </a:p>
        </p:txBody>
      </p:sp>
      <p:sp>
        <p:nvSpPr>
          <p:cNvPr id="1048777" name="文本框 2"/>
          <p:cNvSpPr txBox="1"/>
          <p:nvPr/>
        </p:nvSpPr>
        <p:spPr>
          <a:xfrm>
            <a:off x="1210945" y="822325"/>
            <a:ext cx="795020" cy="460375"/>
          </a:xfrm>
          <a:prstGeom prst="rect"/>
          <a:noFill/>
        </p:spPr>
        <p:txBody>
          <a:bodyPr rtlCol="0" wrap="none">
            <a:spAutoFit/>
          </a:bodyPr>
          <a:p>
            <a:r>
              <a:rPr altLang="en-US" b="1" sz="2400" lang="zh-CN">
                <a:latin typeface="宋体" panose="02010600030101010101" pitchFamily="2" charset="-122"/>
                <a:ea typeface="宋体" panose="02010600030101010101" pitchFamily="2" charset="-122"/>
              </a:rPr>
              <a:t>例题</a:t>
            </a:r>
            <a:endParaRPr altLang="en-US" b="1" sz="2400" lang="zh-CN">
              <a:latin typeface="宋体" panose="02010600030101010101" pitchFamily="2" charset="-122"/>
              <a:ea typeface="宋体" panose="02010600030101010101" pitchFamily="2" charset="-122"/>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8" name=""/>
        <p:cNvGrpSpPr/>
        <p:nvPr/>
      </p:nvGrpSpPr>
      <p:grpSpPr>
        <a:xfrm/>
      </p:grpSpPr>
      <p:pic>
        <p:nvPicPr>
          <p:cNvPr id="2097202" name="Picture 2"/>
          <p:cNvPicPr>
            <a:picLocks noChangeAspect="1" noChangeArrowheads="1"/>
          </p:cNvPicPr>
          <p:nvPr/>
        </p:nvPicPr>
        <p:blipFill rotWithShape="1">
          <a:blip xmlns:r="http://schemas.openxmlformats.org/officeDocument/2006/relationships" r:embed="rId1"/>
          <a:srcRect t="3340" b="5235"/>
          <a:stretch>
            <a:fillRect/>
          </a:stretch>
        </p:blipFill>
        <p:spPr bwMode="auto">
          <a:xfrm>
            <a:off x="2276933" y="1060360"/>
            <a:ext cx="7637816" cy="4767943"/>
          </a:xfrm>
          <a:prstGeom prst="rect"/>
          <a:noFill/>
          <a:ln>
            <a:noFill/>
          </a:ln>
          <a:effectLst/>
        </p:spPr>
      </p:pic>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99" name=""/>
        <p:cNvGrpSpPr/>
        <p:nvPr/>
      </p:nvGrpSpPr>
      <p:grpSpPr>
        <a:xfrm/>
      </p:grpSpPr>
      <p:pic>
        <p:nvPicPr>
          <p:cNvPr id="2097203" name="Picture 2"/>
          <p:cNvPicPr>
            <a:picLocks noChangeAspect="1" noChangeArrowheads="1"/>
          </p:cNvPicPr>
          <p:nvPr/>
        </p:nvPicPr>
        <p:blipFill rotWithShape="1">
          <a:blip xmlns:r="http://schemas.openxmlformats.org/officeDocument/2006/relationships" r:embed="rId1"/>
          <a:srcRect l="-284" t="-1" r="284" b="40211"/>
          <a:stretch>
            <a:fillRect/>
          </a:stretch>
        </p:blipFill>
        <p:spPr bwMode="auto">
          <a:xfrm>
            <a:off x="2264954" y="1882503"/>
            <a:ext cx="7661916" cy="3091541"/>
          </a:xfrm>
          <a:prstGeom prst="rect"/>
          <a:noFill/>
          <a:ln>
            <a:noFill/>
          </a:ln>
          <a:effectLst/>
        </p:spPr>
      </p:pic>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00" name=""/>
        <p:cNvGrpSpPr/>
        <p:nvPr/>
      </p:nvGrpSpPr>
      <p:grpSpPr>
        <a:xfrm/>
      </p:grpSpPr>
      <p:pic>
        <p:nvPicPr>
          <p:cNvPr id="2097204" name="Picture 2"/>
          <p:cNvPicPr>
            <a:picLocks noChangeAspect="1" noChangeArrowheads="1"/>
          </p:cNvPicPr>
          <p:nvPr/>
        </p:nvPicPr>
        <p:blipFill rotWithShape="1">
          <a:blip xmlns:r="http://schemas.openxmlformats.org/officeDocument/2006/relationships" r:embed="rId1"/>
          <a:srcRect l="4082" r="11734"/>
          <a:stretch>
            <a:fillRect/>
          </a:stretch>
        </p:blipFill>
        <p:spPr bwMode="auto">
          <a:xfrm>
            <a:off x="3401513" y="1033005"/>
            <a:ext cx="5388429" cy="4792526"/>
          </a:xfrm>
          <a:prstGeom prst="rect"/>
          <a:noFill/>
          <a:ln>
            <a:noFill/>
          </a:ln>
          <a:effectLst/>
        </p:spPr>
      </p:pic>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01" name=""/>
        <p:cNvGrpSpPr/>
        <p:nvPr/>
      </p:nvGrpSpPr>
      <p:grpSpPr>
        <a:xfrm/>
      </p:grpSpPr>
      <p:sp>
        <p:nvSpPr>
          <p:cNvPr id="1048830" name=""/>
          <p:cNvSpPr txBox="1"/>
          <p:nvPr/>
        </p:nvSpPr>
        <p:spPr>
          <a:xfrm>
            <a:off x="5120391" y="3429000"/>
            <a:ext cx="1951219" cy="840740"/>
          </a:xfrm>
          <a:prstGeom prst="rect"/>
        </p:spPr>
        <p:txBody>
          <a:bodyPr rtlCol="0" wrap="square">
            <a:spAutoFit/>
          </a:bodyPr>
          <a:p>
            <a:r>
              <a:rPr sz="5200" lang="zh-CN">
                <a:solidFill>
                  <a:srgbClr val="000000"/>
                </a:solidFill>
              </a:rPr>
              <a:t>谢谢</a:t>
            </a:r>
            <a:endParaRPr sz="5200" lang="zh-CN">
              <a:solidFill>
                <a:srgbClr val="000000"/>
              </a:solidFill>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3.xml><?xml version="1.0" encoding="utf-8"?>
<p:tagLst xmlns:p="http://schemas.openxmlformats.org/presentationml/2006/main">
  <p:tag name="KSO_WM_BEAUTIFY_FLAG" val="#wm#"/>
  <p:tag name="KSO_WM_TEMPLATE_CATEGORY" val="custom"/>
  <p:tag name="KSO_WM_TEMPLATE_INDEX" val="20187308"/>
</p:tagLst>
</file>

<file path=ppt/tags/tag64.xml><?xml version="1.0" encoding="utf-8"?>
<p:tagLst xmlns:p="http://schemas.openxmlformats.org/presentationml/2006/main">
  <p:tag name="KSO_WM_BEAUTIFY_FLAG" val="#wm#"/>
  <p:tag name="KSO_WM_TEMPLATE_CATEGORY" val="custom"/>
  <p:tag name="KSO_WM_TEMPLATE_INDEX" val="20187308"/>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ags/tag91.xml><?xml version="1.0" encoding="utf-8"?>
<p:tagLst xmlns:p="http://schemas.openxmlformats.org/presentationml/2006/main">
  <p:tag name="KSO_WM_BEAUTIFY_FLAG" val="#wm#"/>
  <p:tag name="KSO_WM_TEMPLATE_CATEGORY" val="custom"/>
  <p:tag name="KSO_WM_TEMPLATE_INDEX" val="20187308"/>
</p:tagLst>
</file>

<file path=ppt/tags/tag92.xml><?xml version="1.0" encoding="utf-8"?>
<p:tagLst xmlns:p="http://schemas.openxmlformats.org/presentationml/2006/main">
  <p:tag name="KSO_WM_BEAUTIFY_FLAG" val="#wm#"/>
  <p:tag name="KSO_WM_TEMPLATE_CATEGORY" val="custom"/>
  <p:tag name="KSO_WM_TEMPLATE_INDEX" val="20187308"/>
</p:tagLst>
</file>

<file path=ppt/tags/tag93.xml><?xml version="1.0" encoding="utf-8"?>
<p:tagLst xmlns:p="http://schemas.openxmlformats.org/presentationml/2006/main">
  <p:tag name="KSO_WM_BEAUTIFY_FLAG" val="#wm#"/>
  <p:tag name="KSO_WM_TEMPLATE_CATEGORY" val="custom"/>
  <p:tag name="KSO_WM_TEMPLATE_INDEX" val="20187308"/>
</p:tagLst>
</file>

<file path=ppt/tags/tag94.xml><?xml version="1.0" encoding="utf-8"?>
<p:tagLst xmlns:p="http://schemas.openxmlformats.org/presentationml/2006/main">
  <p:tag name="KSO_WM_BEAUTIFY_FLAG" val="#wm#"/>
  <p:tag name="KSO_WM_TEMPLATE_CATEGORY" val="custom"/>
  <p:tag name="KSO_WM_TEMPLATE_INDEX" val="20187308"/>
</p:tagLst>
</file>

<file path=ppt/tags/tag95.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演示</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V1816A</dc:creator>
  <cp:lastModifiedBy>asus1</cp:lastModifiedBy>
  <dcterms:created xsi:type="dcterms:W3CDTF">2019-06-18T10:08:00Z</dcterms:created>
  <dcterms:modified xsi:type="dcterms:W3CDTF">2019-12-25T00:26:11Z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2052-11.1.0.9208</vt:lpwstr>
  </property>
</Properties>
</file>