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notesMasterIdLst>
    <p:notesMasterId r:id="rId70"/>
  </p:notesMasterIdLst>
  <p:handoutMasterIdLst>
    <p:handoutMasterId r:id="rId71"/>
  </p:handoutMasterIdLst>
  <p:sldIdLst>
    <p:sldId id="296" r:id="rId2"/>
    <p:sldId id="567" r:id="rId3"/>
    <p:sldId id="568" r:id="rId4"/>
    <p:sldId id="569" r:id="rId5"/>
    <p:sldId id="570" r:id="rId6"/>
    <p:sldId id="571" r:id="rId7"/>
    <p:sldId id="566" r:id="rId8"/>
    <p:sldId id="510" r:id="rId9"/>
    <p:sldId id="511" r:id="rId10"/>
    <p:sldId id="512" r:id="rId11"/>
    <p:sldId id="513" r:id="rId12"/>
    <p:sldId id="514" r:id="rId13"/>
    <p:sldId id="515" r:id="rId14"/>
    <p:sldId id="555" r:id="rId15"/>
    <p:sldId id="516" r:id="rId16"/>
    <p:sldId id="517" r:id="rId17"/>
    <p:sldId id="518" r:id="rId18"/>
    <p:sldId id="433" r:id="rId19"/>
    <p:sldId id="434" r:id="rId20"/>
    <p:sldId id="435" r:id="rId21"/>
    <p:sldId id="436" r:id="rId22"/>
    <p:sldId id="437" r:id="rId23"/>
    <p:sldId id="438" r:id="rId24"/>
    <p:sldId id="548" r:id="rId25"/>
    <p:sldId id="551" r:id="rId26"/>
    <p:sldId id="549" r:id="rId27"/>
    <p:sldId id="550" r:id="rId28"/>
    <p:sldId id="552" r:id="rId29"/>
    <p:sldId id="520" r:id="rId30"/>
    <p:sldId id="553" r:id="rId31"/>
    <p:sldId id="521" r:id="rId32"/>
    <p:sldId id="524" r:id="rId33"/>
    <p:sldId id="525" r:id="rId34"/>
    <p:sldId id="526" r:id="rId35"/>
    <p:sldId id="527" r:id="rId36"/>
    <p:sldId id="528" r:id="rId37"/>
    <p:sldId id="529" r:id="rId38"/>
    <p:sldId id="530" r:id="rId39"/>
    <p:sldId id="564" r:id="rId40"/>
    <p:sldId id="439" r:id="rId41"/>
    <p:sldId id="440" r:id="rId42"/>
    <p:sldId id="441" r:id="rId43"/>
    <p:sldId id="462" r:id="rId44"/>
    <p:sldId id="463" r:id="rId45"/>
    <p:sldId id="442" r:id="rId46"/>
    <p:sldId id="443" r:id="rId47"/>
    <p:sldId id="444" r:id="rId48"/>
    <p:sldId id="445" r:id="rId49"/>
    <p:sldId id="556" r:id="rId50"/>
    <p:sldId id="557" r:id="rId51"/>
    <p:sldId id="558" r:id="rId52"/>
    <p:sldId id="559" r:id="rId53"/>
    <p:sldId id="560" r:id="rId54"/>
    <p:sldId id="561" r:id="rId55"/>
    <p:sldId id="562" r:id="rId56"/>
    <p:sldId id="563" r:id="rId57"/>
    <p:sldId id="446" r:id="rId58"/>
    <p:sldId id="447" r:id="rId59"/>
    <p:sldId id="448" r:id="rId60"/>
    <p:sldId id="450" r:id="rId61"/>
    <p:sldId id="452" r:id="rId62"/>
    <p:sldId id="453" r:id="rId63"/>
    <p:sldId id="455" r:id="rId64"/>
    <p:sldId id="457" r:id="rId65"/>
    <p:sldId id="458" r:id="rId66"/>
    <p:sldId id="565" r:id="rId67"/>
    <p:sldId id="464" r:id="rId68"/>
    <p:sldId id="461" r:id="rId69"/>
  </p:sldIdLst>
  <p:sldSz cx="9144000" cy="6858000" type="screen4x3"/>
  <p:notesSz cx="7104063" cy="10234613"/>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p15:clr>
            <a:srgbClr val="A4A3A4"/>
          </p15:clr>
        </p15:guide>
        <p15:guide id="2" pos="223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0109E"/>
    <a:srgbClr val="7EF741"/>
    <a:srgbClr val="A50021"/>
    <a:srgbClr val="000000"/>
    <a:srgbClr val="FFFF99"/>
    <a:srgbClr val="FFFFCC"/>
    <a:srgbClr val="CCFFFF"/>
    <a:srgbClr val="66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883" autoAdjust="0"/>
  </p:normalViewPr>
  <p:slideViewPr>
    <p:cSldViewPr>
      <p:cViewPr varScale="1">
        <p:scale>
          <a:sx n="110" d="100"/>
          <a:sy n="110" d="100"/>
        </p:scale>
        <p:origin x="693" y="58"/>
      </p:cViewPr>
      <p:guideLst>
        <p:guide orient="horz" pos="2160"/>
        <p:guide pos="2880"/>
      </p:guideLst>
    </p:cSldViewPr>
  </p:slideViewPr>
  <p:outlineViewPr>
    <p:cViewPr>
      <p:scale>
        <a:sx n="33" d="100"/>
        <a:sy n="33" d="100"/>
      </p:scale>
      <p:origin x="0" y="0"/>
    </p:cViewPr>
  </p:outlineViewPr>
  <p:notesTextViewPr>
    <p:cViewPr>
      <p:scale>
        <a:sx n="75" d="100"/>
        <a:sy n="75" d="100"/>
      </p:scale>
      <p:origin x="0" y="0"/>
    </p:cViewPr>
  </p:notesTextViewPr>
  <p:sorterViewPr>
    <p:cViewPr>
      <p:scale>
        <a:sx n="66" d="100"/>
        <a:sy n="66" d="100"/>
      </p:scale>
      <p:origin x="0" y="0"/>
    </p:cViewPr>
  </p:sorterViewPr>
  <p:notesViewPr>
    <p:cSldViewPr>
      <p:cViewPr varScale="1">
        <p:scale>
          <a:sx n="61" d="100"/>
          <a:sy n="61" d="100"/>
        </p:scale>
        <p:origin x="-1698" y="-54"/>
      </p:cViewPr>
      <p:guideLst>
        <p:guide orient="horz" pos="3224"/>
        <p:guide pos="2238"/>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image" Target="../media/image15.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9.vml.rels><?xml version="1.0" encoding="UTF-8" standalone="yes"?>
<Relationships xmlns="http://schemas.openxmlformats.org/package/2006/relationships"><Relationship Id="rId8" Type="http://schemas.openxmlformats.org/officeDocument/2006/relationships/image" Target="../media/image35.wmf"/><Relationship Id="rId3" Type="http://schemas.openxmlformats.org/officeDocument/2006/relationships/image" Target="../media/image30.wmf"/><Relationship Id="rId7" Type="http://schemas.openxmlformats.org/officeDocument/2006/relationships/image" Target="../media/image34.wmf"/><Relationship Id="rId2" Type="http://schemas.openxmlformats.org/officeDocument/2006/relationships/image" Target="../media/image29.wmf"/><Relationship Id="rId1" Type="http://schemas.openxmlformats.org/officeDocument/2006/relationships/image" Target="../media/image28.wmf"/><Relationship Id="rId6" Type="http://schemas.openxmlformats.org/officeDocument/2006/relationships/image" Target="../media/image33.wmf"/><Relationship Id="rId5" Type="http://schemas.openxmlformats.org/officeDocument/2006/relationships/image" Target="../media/image32.wmf"/><Relationship Id="rId4" Type="http://schemas.openxmlformats.org/officeDocument/2006/relationships/image" Target="../media/image31.wmf"/></Relationships>
</file>

<file path=ppt/drawings/_rels/vmlDrawing10.vml.rels><?xml version="1.0" encoding="UTF-8" standalone="yes"?>
<Relationships xmlns="http://schemas.openxmlformats.org/package/2006/relationships"><Relationship Id="rId8" Type="http://schemas.openxmlformats.org/officeDocument/2006/relationships/image" Target="../media/image43.wmf"/><Relationship Id="rId3" Type="http://schemas.openxmlformats.org/officeDocument/2006/relationships/image" Target="../media/image38.wmf"/><Relationship Id="rId7" Type="http://schemas.openxmlformats.org/officeDocument/2006/relationships/image" Target="../media/image42.wmf"/><Relationship Id="rId2" Type="http://schemas.openxmlformats.org/officeDocument/2006/relationships/image" Target="../media/image37.wmf"/><Relationship Id="rId1" Type="http://schemas.openxmlformats.org/officeDocument/2006/relationships/image" Target="../media/image36.wmf"/><Relationship Id="rId6" Type="http://schemas.openxmlformats.org/officeDocument/2006/relationships/image" Target="../media/image41.wmf"/><Relationship Id="rId5" Type="http://schemas.openxmlformats.org/officeDocument/2006/relationships/image" Target="../media/image40.wmf"/><Relationship Id="rId4" Type="http://schemas.openxmlformats.org/officeDocument/2006/relationships/image" Target="../media/image39.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image" Target="../media/image53.wmf"/><Relationship Id="rId1" Type="http://schemas.openxmlformats.org/officeDocument/2006/relationships/image" Target="../media/image52.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56.wmf"/><Relationship Id="rId1" Type="http://schemas.openxmlformats.org/officeDocument/2006/relationships/image" Target="../media/image55.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image" Target="../media/image2.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58.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61.wmf"/><Relationship Id="rId2" Type="http://schemas.openxmlformats.org/officeDocument/2006/relationships/image" Target="../media/image60.wmf"/><Relationship Id="rId1" Type="http://schemas.openxmlformats.org/officeDocument/2006/relationships/image" Target="../media/image59.wmf"/><Relationship Id="rId6" Type="http://schemas.openxmlformats.org/officeDocument/2006/relationships/image" Target="../media/image64.wmf"/><Relationship Id="rId5" Type="http://schemas.openxmlformats.org/officeDocument/2006/relationships/image" Target="../media/image63.wmf"/><Relationship Id="rId4" Type="http://schemas.openxmlformats.org/officeDocument/2006/relationships/image" Target="../media/image62.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66.wmf"/><Relationship Id="rId1" Type="http://schemas.openxmlformats.org/officeDocument/2006/relationships/image" Target="../media/image65.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68.wmf"/><Relationship Id="rId1" Type="http://schemas.openxmlformats.org/officeDocument/2006/relationships/image" Target="../media/image67.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70.wmf"/><Relationship Id="rId1" Type="http://schemas.openxmlformats.org/officeDocument/2006/relationships/image" Target="../media/image69.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74.wmf"/><Relationship Id="rId2" Type="http://schemas.openxmlformats.org/officeDocument/2006/relationships/image" Target="../media/image73.wmf"/><Relationship Id="rId1" Type="http://schemas.openxmlformats.org/officeDocument/2006/relationships/image" Target="../media/image72.wmf"/><Relationship Id="rId6" Type="http://schemas.openxmlformats.org/officeDocument/2006/relationships/image" Target="../media/image77.wmf"/><Relationship Id="rId5" Type="http://schemas.openxmlformats.org/officeDocument/2006/relationships/image" Target="../media/image76.wmf"/><Relationship Id="rId4" Type="http://schemas.openxmlformats.org/officeDocument/2006/relationships/image" Target="../media/image75.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80.wmf"/><Relationship Id="rId2" Type="http://schemas.openxmlformats.org/officeDocument/2006/relationships/image" Target="../media/image79.wmf"/><Relationship Id="rId1" Type="http://schemas.openxmlformats.org/officeDocument/2006/relationships/image" Target="../media/image78.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85.wmf"/><Relationship Id="rId2" Type="http://schemas.openxmlformats.org/officeDocument/2006/relationships/image" Target="../media/image84.wmf"/><Relationship Id="rId1" Type="http://schemas.openxmlformats.org/officeDocument/2006/relationships/image" Target="../media/image83.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87.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90.wmf"/><Relationship Id="rId2" Type="http://schemas.openxmlformats.org/officeDocument/2006/relationships/image" Target="../media/image89.wmf"/><Relationship Id="rId1" Type="http://schemas.openxmlformats.org/officeDocument/2006/relationships/image" Target="../media/image88.wmf"/></Relationships>
</file>

<file path=ppt/drawings/_rels/vmlDrawing24.vml.rels><?xml version="1.0" encoding="UTF-8" standalone="yes"?>
<Relationships xmlns="http://schemas.openxmlformats.org/package/2006/relationships"><Relationship Id="rId8" Type="http://schemas.openxmlformats.org/officeDocument/2006/relationships/image" Target="../media/image98.wmf"/><Relationship Id="rId3" Type="http://schemas.openxmlformats.org/officeDocument/2006/relationships/image" Target="../media/image93.wmf"/><Relationship Id="rId7" Type="http://schemas.openxmlformats.org/officeDocument/2006/relationships/image" Target="../media/image97.wmf"/><Relationship Id="rId2" Type="http://schemas.openxmlformats.org/officeDocument/2006/relationships/image" Target="../media/image92.wmf"/><Relationship Id="rId1" Type="http://schemas.openxmlformats.org/officeDocument/2006/relationships/image" Target="../media/image91.wmf"/><Relationship Id="rId6" Type="http://schemas.openxmlformats.org/officeDocument/2006/relationships/image" Target="../media/image96.wmf"/><Relationship Id="rId5" Type="http://schemas.openxmlformats.org/officeDocument/2006/relationships/image" Target="../media/image95.wmf"/><Relationship Id="rId4" Type="http://schemas.openxmlformats.org/officeDocument/2006/relationships/image" Target="../media/image94.wmf"/><Relationship Id="rId9" Type="http://schemas.openxmlformats.org/officeDocument/2006/relationships/image" Target="../media/image99.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100.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101.w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103.wmf"/><Relationship Id="rId1" Type="http://schemas.openxmlformats.org/officeDocument/2006/relationships/image" Target="../media/image102.wmf"/></Relationships>
</file>

<file path=ppt/drawings/_rels/vmlDrawing28.vml.rels><?xml version="1.0" encoding="UTF-8" standalone="yes"?>
<Relationships xmlns="http://schemas.openxmlformats.org/package/2006/relationships"><Relationship Id="rId2" Type="http://schemas.openxmlformats.org/officeDocument/2006/relationships/image" Target="../media/image105.wmf"/><Relationship Id="rId1" Type="http://schemas.openxmlformats.org/officeDocument/2006/relationships/image" Target="../media/image104.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108.wmf"/><Relationship Id="rId2" Type="http://schemas.openxmlformats.org/officeDocument/2006/relationships/image" Target="../media/image107.wmf"/><Relationship Id="rId1" Type="http://schemas.openxmlformats.org/officeDocument/2006/relationships/image" Target="../media/image106.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111.wmf"/><Relationship Id="rId2" Type="http://schemas.openxmlformats.org/officeDocument/2006/relationships/image" Target="../media/image110.wmf"/><Relationship Id="rId1" Type="http://schemas.openxmlformats.org/officeDocument/2006/relationships/image" Target="../media/image109.wmf"/><Relationship Id="rId4" Type="http://schemas.openxmlformats.org/officeDocument/2006/relationships/image" Target="../media/image112.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116.wmf"/><Relationship Id="rId2" Type="http://schemas.openxmlformats.org/officeDocument/2006/relationships/image" Target="../media/image115.wmf"/><Relationship Id="rId1" Type="http://schemas.openxmlformats.org/officeDocument/2006/relationships/image" Target="../media/image11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3907D965-C2AD-4649-B763-E33C54AC7A14}"/>
              </a:ext>
            </a:extLst>
          </p:cNvPr>
          <p:cNvSpPr>
            <a:spLocks noGrp="1" noChangeArrowheads="1"/>
          </p:cNvSpPr>
          <p:nvPr>
            <p:ph type="hdr" sz="quarter"/>
          </p:nvPr>
        </p:nvSpPr>
        <p:spPr bwMode="auto">
          <a:xfrm>
            <a:off x="0" y="0"/>
            <a:ext cx="3078163"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75" tIns="49538" rIns="99075" bIns="49538" numCol="1" anchor="t" anchorCtr="0" compatLnSpc="1">
            <a:prstTxWarp prst="textNoShape">
              <a:avLst/>
            </a:prstTxWarp>
          </a:bodyPr>
          <a:lstStyle>
            <a:lvl1pPr eaLnBrk="1" fontAlgn="auto" hangingPunct="1">
              <a:spcBef>
                <a:spcPts val="0"/>
              </a:spcBef>
              <a:spcAft>
                <a:spcPts val="0"/>
              </a:spcAft>
              <a:defRPr kumimoji="1" sz="1300">
                <a:latin typeface="+mn-lt"/>
              </a:defRPr>
            </a:lvl1pPr>
          </a:lstStyle>
          <a:p>
            <a:pPr>
              <a:defRPr/>
            </a:pPr>
            <a:endParaRPr lang="zh-CN" altLang="en-US"/>
          </a:p>
        </p:txBody>
      </p:sp>
      <p:sp>
        <p:nvSpPr>
          <p:cNvPr id="5123" name="Rectangle 3">
            <a:extLst>
              <a:ext uri="{FF2B5EF4-FFF2-40B4-BE49-F238E27FC236}">
                <a16:creationId xmlns:a16="http://schemas.microsoft.com/office/drawing/2014/main" id="{72F966A3-729A-4C09-A064-4548DD399D5F}"/>
              </a:ext>
            </a:extLst>
          </p:cNvPr>
          <p:cNvSpPr>
            <a:spLocks noGrp="1" noChangeArrowheads="1"/>
          </p:cNvSpPr>
          <p:nvPr>
            <p:ph type="dt" sz="quarter" idx="1"/>
          </p:nvPr>
        </p:nvSpPr>
        <p:spPr bwMode="auto">
          <a:xfrm>
            <a:off x="4025900" y="0"/>
            <a:ext cx="3078163"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75" tIns="49538" rIns="99075" bIns="49538" numCol="1" anchor="t" anchorCtr="0" compatLnSpc="1">
            <a:prstTxWarp prst="textNoShape">
              <a:avLst/>
            </a:prstTxWarp>
          </a:bodyPr>
          <a:lstStyle>
            <a:lvl1pPr algn="r" eaLnBrk="1" fontAlgn="auto" hangingPunct="1">
              <a:spcBef>
                <a:spcPts val="0"/>
              </a:spcBef>
              <a:spcAft>
                <a:spcPts val="0"/>
              </a:spcAft>
              <a:defRPr kumimoji="1" sz="1300">
                <a:latin typeface="+mn-lt"/>
              </a:defRPr>
            </a:lvl1pPr>
          </a:lstStyle>
          <a:p>
            <a:pPr>
              <a:defRPr/>
            </a:pPr>
            <a:endParaRPr lang="en-US" altLang="zh-CN"/>
          </a:p>
        </p:txBody>
      </p:sp>
      <p:sp>
        <p:nvSpPr>
          <p:cNvPr id="5124" name="Rectangle 4">
            <a:extLst>
              <a:ext uri="{FF2B5EF4-FFF2-40B4-BE49-F238E27FC236}">
                <a16:creationId xmlns:a16="http://schemas.microsoft.com/office/drawing/2014/main" id="{0174916E-91AE-42C7-9E4C-C0F01C42D82F}"/>
              </a:ext>
            </a:extLst>
          </p:cNvPr>
          <p:cNvSpPr>
            <a:spLocks noGrp="1" noChangeArrowheads="1"/>
          </p:cNvSpPr>
          <p:nvPr>
            <p:ph type="ftr" sz="quarter" idx="2"/>
          </p:nvPr>
        </p:nvSpPr>
        <p:spPr bwMode="auto">
          <a:xfrm>
            <a:off x="0" y="9723438"/>
            <a:ext cx="3078163"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75" tIns="49538" rIns="99075" bIns="49538" numCol="1" anchor="b" anchorCtr="0" compatLnSpc="1">
            <a:prstTxWarp prst="textNoShape">
              <a:avLst/>
            </a:prstTxWarp>
          </a:bodyPr>
          <a:lstStyle>
            <a:lvl1pPr eaLnBrk="1" fontAlgn="auto" hangingPunct="1">
              <a:spcBef>
                <a:spcPts val="0"/>
              </a:spcBef>
              <a:spcAft>
                <a:spcPts val="0"/>
              </a:spcAft>
              <a:defRPr kumimoji="1" sz="1300">
                <a:latin typeface="+mn-lt"/>
              </a:defRPr>
            </a:lvl1pPr>
          </a:lstStyle>
          <a:p>
            <a:pPr>
              <a:defRPr/>
            </a:pPr>
            <a:endParaRPr lang="en-US" altLang="zh-CN"/>
          </a:p>
        </p:txBody>
      </p:sp>
      <p:sp>
        <p:nvSpPr>
          <p:cNvPr id="5125" name="Rectangle 5">
            <a:extLst>
              <a:ext uri="{FF2B5EF4-FFF2-40B4-BE49-F238E27FC236}">
                <a16:creationId xmlns:a16="http://schemas.microsoft.com/office/drawing/2014/main" id="{3351254F-2CA2-4722-8B78-CDDF5907F479}"/>
              </a:ext>
            </a:extLst>
          </p:cNvPr>
          <p:cNvSpPr>
            <a:spLocks noGrp="1" noChangeArrowheads="1"/>
          </p:cNvSpPr>
          <p:nvPr>
            <p:ph type="sldNum" sz="quarter" idx="3"/>
          </p:nvPr>
        </p:nvSpPr>
        <p:spPr bwMode="auto">
          <a:xfrm>
            <a:off x="4025900" y="9723438"/>
            <a:ext cx="3078163"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75" tIns="49538" rIns="99075" bIns="49538" numCol="1" anchor="b" anchorCtr="0" compatLnSpc="1">
            <a:prstTxWarp prst="textNoShape">
              <a:avLst/>
            </a:prstTxWarp>
          </a:bodyPr>
          <a:lstStyle>
            <a:lvl1pPr algn="r" eaLnBrk="1" fontAlgn="auto" hangingPunct="1">
              <a:spcBef>
                <a:spcPts val="0"/>
              </a:spcBef>
              <a:spcAft>
                <a:spcPts val="0"/>
              </a:spcAft>
              <a:defRPr kumimoji="1" sz="1300">
                <a:latin typeface="+mn-lt"/>
              </a:defRPr>
            </a:lvl1pPr>
          </a:lstStyle>
          <a:p>
            <a:pPr>
              <a:defRPr/>
            </a:pPr>
            <a:fld id="{6A009D2F-88CB-4B1A-9BB1-96D2F8B87195}"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F3329AE3-8A71-4F09-86B2-869492860971}"/>
              </a:ext>
            </a:extLst>
          </p:cNvPr>
          <p:cNvSpPr>
            <a:spLocks noGrp="1" noChangeArrowheads="1"/>
          </p:cNvSpPr>
          <p:nvPr>
            <p:ph type="hdr" sz="quarter"/>
          </p:nvPr>
        </p:nvSpPr>
        <p:spPr bwMode="auto">
          <a:xfrm>
            <a:off x="0" y="0"/>
            <a:ext cx="3078163"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75" tIns="49538" rIns="99075" bIns="49538" numCol="1" anchor="t" anchorCtr="0" compatLnSpc="1">
            <a:prstTxWarp prst="textNoShape">
              <a:avLst/>
            </a:prstTxWarp>
          </a:bodyPr>
          <a:lstStyle>
            <a:lvl1pPr eaLnBrk="1" fontAlgn="auto" hangingPunct="1">
              <a:spcBef>
                <a:spcPts val="0"/>
              </a:spcBef>
              <a:spcAft>
                <a:spcPts val="0"/>
              </a:spcAft>
              <a:defRPr kumimoji="1" sz="1300">
                <a:latin typeface="+mn-lt"/>
              </a:defRPr>
            </a:lvl1pPr>
          </a:lstStyle>
          <a:p>
            <a:pPr>
              <a:defRPr/>
            </a:pPr>
            <a:endParaRPr lang="zh-CN" altLang="en-US"/>
          </a:p>
        </p:txBody>
      </p:sp>
      <p:sp>
        <p:nvSpPr>
          <p:cNvPr id="4099" name="Rectangle 3">
            <a:extLst>
              <a:ext uri="{FF2B5EF4-FFF2-40B4-BE49-F238E27FC236}">
                <a16:creationId xmlns:a16="http://schemas.microsoft.com/office/drawing/2014/main" id="{DDB8A60A-FBE8-4346-A9D8-950983B101E6}"/>
              </a:ext>
            </a:extLst>
          </p:cNvPr>
          <p:cNvSpPr>
            <a:spLocks noGrp="1" noChangeArrowheads="1"/>
          </p:cNvSpPr>
          <p:nvPr>
            <p:ph type="dt" idx="1"/>
          </p:nvPr>
        </p:nvSpPr>
        <p:spPr bwMode="auto">
          <a:xfrm>
            <a:off x="4025900" y="0"/>
            <a:ext cx="3078163"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75" tIns="49538" rIns="99075" bIns="49538" numCol="1" anchor="t" anchorCtr="0" compatLnSpc="1">
            <a:prstTxWarp prst="textNoShape">
              <a:avLst/>
            </a:prstTxWarp>
          </a:bodyPr>
          <a:lstStyle>
            <a:lvl1pPr algn="r" eaLnBrk="1" fontAlgn="auto" hangingPunct="1">
              <a:spcBef>
                <a:spcPts val="0"/>
              </a:spcBef>
              <a:spcAft>
                <a:spcPts val="0"/>
              </a:spcAft>
              <a:defRPr kumimoji="1" sz="1300">
                <a:latin typeface="+mn-lt"/>
              </a:defRPr>
            </a:lvl1pPr>
          </a:lstStyle>
          <a:p>
            <a:pPr>
              <a:defRPr/>
            </a:pPr>
            <a:endParaRPr lang="en-US" altLang="zh-CN"/>
          </a:p>
        </p:txBody>
      </p:sp>
      <p:sp>
        <p:nvSpPr>
          <p:cNvPr id="13316" name="Rectangle 4"/>
          <p:cNvSpPr>
            <a:spLocks noGrp="1" noRot="1" noChangeAspect="1" noChangeArrowheads="1"/>
          </p:cNvSpPr>
          <p:nvPr>
            <p:ph type="sldImg" idx="2"/>
          </p:nvPr>
        </p:nvSpPr>
        <p:spPr bwMode="auto">
          <a:xfrm>
            <a:off x="995363" y="768350"/>
            <a:ext cx="5113337"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0F399201-378C-4500-85ED-2AE708884265}"/>
              </a:ext>
            </a:extLst>
          </p:cNvPr>
          <p:cNvSpPr>
            <a:spLocks noGrp="1" noChangeArrowheads="1"/>
          </p:cNvSpPr>
          <p:nvPr>
            <p:ph type="body" sz="quarter" idx="3"/>
          </p:nvPr>
        </p:nvSpPr>
        <p:spPr bwMode="auto">
          <a:xfrm>
            <a:off x="947738" y="4860925"/>
            <a:ext cx="5208587" cy="460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75" tIns="49538" rIns="99075" bIns="49538"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102" name="Rectangle 6">
            <a:extLst>
              <a:ext uri="{FF2B5EF4-FFF2-40B4-BE49-F238E27FC236}">
                <a16:creationId xmlns:a16="http://schemas.microsoft.com/office/drawing/2014/main" id="{1F64D5AF-4016-402E-8957-6DDD13F1982C}"/>
              </a:ext>
            </a:extLst>
          </p:cNvPr>
          <p:cNvSpPr>
            <a:spLocks noGrp="1" noChangeArrowheads="1"/>
          </p:cNvSpPr>
          <p:nvPr>
            <p:ph type="ftr" sz="quarter" idx="4"/>
          </p:nvPr>
        </p:nvSpPr>
        <p:spPr bwMode="auto">
          <a:xfrm>
            <a:off x="0" y="9723438"/>
            <a:ext cx="3078163"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75" tIns="49538" rIns="99075" bIns="49538" numCol="1" anchor="b" anchorCtr="0" compatLnSpc="1">
            <a:prstTxWarp prst="textNoShape">
              <a:avLst/>
            </a:prstTxWarp>
          </a:bodyPr>
          <a:lstStyle>
            <a:lvl1pPr eaLnBrk="1" fontAlgn="auto" hangingPunct="1">
              <a:spcBef>
                <a:spcPts val="0"/>
              </a:spcBef>
              <a:spcAft>
                <a:spcPts val="0"/>
              </a:spcAft>
              <a:defRPr kumimoji="1" sz="1300">
                <a:latin typeface="+mn-lt"/>
              </a:defRPr>
            </a:lvl1pPr>
          </a:lstStyle>
          <a:p>
            <a:pPr>
              <a:defRPr/>
            </a:pPr>
            <a:endParaRPr lang="en-US" altLang="zh-CN"/>
          </a:p>
        </p:txBody>
      </p:sp>
      <p:sp>
        <p:nvSpPr>
          <p:cNvPr id="4103" name="Rectangle 7">
            <a:extLst>
              <a:ext uri="{FF2B5EF4-FFF2-40B4-BE49-F238E27FC236}">
                <a16:creationId xmlns:a16="http://schemas.microsoft.com/office/drawing/2014/main" id="{D35DED9B-AA4B-4441-86D4-E40D851009E0}"/>
              </a:ext>
            </a:extLst>
          </p:cNvPr>
          <p:cNvSpPr>
            <a:spLocks noGrp="1" noChangeArrowheads="1"/>
          </p:cNvSpPr>
          <p:nvPr>
            <p:ph type="sldNum" sz="quarter" idx="5"/>
          </p:nvPr>
        </p:nvSpPr>
        <p:spPr bwMode="auto">
          <a:xfrm>
            <a:off x="4025900" y="9723438"/>
            <a:ext cx="3078163"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75" tIns="49538" rIns="99075" bIns="49538" numCol="1" anchor="b" anchorCtr="0" compatLnSpc="1">
            <a:prstTxWarp prst="textNoShape">
              <a:avLst/>
            </a:prstTxWarp>
          </a:bodyPr>
          <a:lstStyle>
            <a:lvl1pPr algn="r" eaLnBrk="1" fontAlgn="auto" hangingPunct="1">
              <a:spcBef>
                <a:spcPts val="0"/>
              </a:spcBef>
              <a:spcAft>
                <a:spcPts val="0"/>
              </a:spcAft>
              <a:defRPr kumimoji="1" sz="1300">
                <a:latin typeface="+mn-lt"/>
              </a:defRPr>
            </a:lvl1pPr>
          </a:lstStyle>
          <a:p>
            <a:pPr>
              <a:defRPr/>
            </a:pPr>
            <a:fld id="{DEC67B98-FCDF-420C-9154-DC58B79374E2}"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幻灯片图像占位符 1"/>
          <p:cNvSpPr>
            <a:spLocks noGrp="1" noRot="1" noChangeAspect="1" noChangeArrowheads="1" noTextEdit="1"/>
          </p:cNvSpPr>
          <p:nvPr>
            <p:ph type="sldImg"/>
          </p:nvPr>
        </p:nvSpPr>
        <p:spPr>
          <a:ln/>
        </p:spPr>
      </p:sp>
      <p:sp>
        <p:nvSpPr>
          <p:cNvPr id="16387" name="备注占位符 2"/>
          <p:cNvSpPr>
            <a:spLocks noGrp="1" noChangeArrowheads="1"/>
          </p:cNvSpPr>
          <p:nvPr>
            <p:ph type="body" idx="1"/>
          </p:nvPr>
        </p:nvSpPr>
        <p:spPr>
          <a:noFill/>
        </p:spPr>
        <p:txBody>
          <a:bodyPr/>
          <a:lstStyle/>
          <a:p>
            <a:endParaRPr lang="zh-CN" altLang="en-US"/>
          </a:p>
        </p:txBody>
      </p:sp>
      <p:sp>
        <p:nvSpPr>
          <p:cNvPr id="4" name="灯片编号占位符 3">
            <a:extLst>
              <a:ext uri="{FF2B5EF4-FFF2-40B4-BE49-F238E27FC236}">
                <a16:creationId xmlns:a16="http://schemas.microsoft.com/office/drawing/2014/main" id="{23DACAA0-8726-410E-AF20-E99B78A235AB}"/>
              </a:ext>
            </a:extLst>
          </p:cNvPr>
          <p:cNvSpPr>
            <a:spLocks noGrp="1"/>
          </p:cNvSpPr>
          <p:nvPr>
            <p:ph type="sldNum" sz="quarter" idx="5"/>
          </p:nvPr>
        </p:nvSpPr>
        <p:spPr/>
        <p:txBody>
          <a:bodyPr/>
          <a:lstStyle/>
          <a:p>
            <a:pPr>
              <a:defRPr/>
            </a:pPr>
            <a:fld id="{91C6A38A-8998-4EE4-9666-BA47A29575B4}" type="slidenum">
              <a:rPr lang="zh-CN" altLang="en-US" smtClean="0"/>
              <a:pPr>
                <a:defRPr/>
              </a:pPr>
              <a:t>1</a:t>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p:cNvSpPr>
            <a:spLocks noGrp="1" noRot="1" noChangeAspect="1" noChangeArrowheads="1" noTextEdit="1"/>
          </p:cNvSpPr>
          <p:nvPr>
            <p:ph type="sldImg"/>
          </p:nvPr>
        </p:nvSpPr>
        <p:spPr>
          <a:ln/>
        </p:spPr>
      </p:sp>
      <p:sp>
        <p:nvSpPr>
          <p:cNvPr id="78851" name="备注占位符 2"/>
          <p:cNvSpPr>
            <a:spLocks noGrp="1" noChangeArrowheads="1"/>
          </p:cNvSpPr>
          <p:nvPr>
            <p:ph type="body" idx="1"/>
          </p:nvPr>
        </p:nvSpPr>
        <p:spPr>
          <a:noFill/>
        </p:spPr>
        <p:txBody>
          <a:bodyPr/>
          <a:lstStyle/>
          <a:p>
            <a:r>
              <a:rPr lang="zh-CN" altLang="en-US" b="1">
                <a:solidFill>
                  <a:srgbClr val="FF0000"/>
                </a:solidFill>
                <a:latin typeface="楷体" panose="02010609060101010101" pitchFamily="49" charset="-122"/>
                <a:ea typeface="楷体" panose="02010609060101010101" pitchFamily="49" charset="-122"/>
              </a:rPr>
              <a:t>某一种自由基分别与两种单体反应的速率常数之比；</a:t>
            </a:r>
            <a:endParaRPr lang="zh-CN" altLang="en-US">
              <a:solidFill>
                <a:srgbClr val="FF0000"/>
              </a:solidFill>
              <a:latin typeface="楷体" panose="02010609060101010101" pitchFamily="49" charset="-122"/>
              <a:ea typeface="楷体" panose="02010609060101010101" pitchFamily="49" charset="-122"/>
            </a:endParaRPr>
          </a:p>
          <a:p>
            <a:r>
              <a:rPr lang="zh-CN" altLang="en-US" b="1">
                <a:solidFill>
                  <a:srgbClr val="FF0000"/>
                </a:solidFill>
                <a:latin typeface="楷体" panose="02010609060101010101" pitchFamily="49" charset="-122"/>
                <a:ea typeface="楷体" panose="02010609060101010101" pitchFamily="49" charset="-122"/>
              </a:rPr>
              <a:t>每种单体自聚与共聚反应的速率常数之比；</a:t>
            </a:r>
          </a:p>
          <a:p>
            <a:endParaRPr lang="zh-CN" altLang="en-US"/>
          </a:p>
        </p:txBody>
      </p:sp>
      <p:sp>
        <p:nvSpPr>
          <p:cNvPr id="4" name="灯片编号占位符 3">
            <a:extLst>
              <a:ext uri="{FF2B5EF4-FFF2-40B4-BE49-F238E27FC236}">
                <a16:creationId xmlns:a16="http://schemas.microsoft.com/office/drawing/2014/main" id="{3CAB79AC-98BE-4D17-BA6F-BB4A9218515B}"/>
              </a:ext>
            </a:extLst>
          </p:cNvPr>
          <p:cNvSpPr>
            <a:spLocks noGrp="1"/>
          </p:cNvSpPr>
          <p:nvPr>
            <p:ph type="sldNum" sz="quarter" idx="5"/>
          </p:nvPr>
        </p:nvSpPr>
        <p:spPr/>
        <p:txBody>
          <a:bodyPr/>
          <a:lstStyle/>
          <a:p>
            <a:pPr>
              <a:defRPr/>
            </a:pPr>
            <a:fld id="{5399B5D9-D825-40B9-9C4A-8E4200A5B9AA}" type="slidenum">
              <a:rPr lang="zh-CN" altLang="en-US" smtClean="0"/>
              <a:pPr>
                <a:defRPr/>
              </a:pPr>
              <a:t>2</a:t>
            </a:fld>
            <a:endParaRPr lang="en-US" altLang="zh-CN"/>
          </a:p>
        </p:txBody>
      </p:sp>
    </p:spTree>
    <p:extLst>
      <p:ext uri="{BB962C8B-B14F-4D97-AF65-F5344CB8AC3E}">
        <p14:creationId xmlns:p14="http://schemas.microsoft.com/office/powerpoint/2010/main" val="9386109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804863" indent="-309563">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238250" indent="-24765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733550" indent="-24765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228850" indent="-24765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686050" indent="-247650" defTabSz="457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3143250" indent="-247650" defTabSz="457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600450" indent="-247650" defTabSz="457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4057650" indent="-247650" defTabSz="457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E3BC6987-13EF-48A5-AB4C-E554F55DBE0D}" type="slidenum">
              <a:rPr lang="zh-CN" altLang="en-US" sz="1300" smtClean="0">
                <a:latin typeface="Calibri" panose="020F0502020204030204" pitchFamily="34" charset="0"/>
              </a:rPr>
              <a:pPr fontAlgn="base">
                <a:spcBef>
                  <a:spcPct val="0"/>
                </a:spcBef>
                <a:spcAft>
                  <a:spcPct val="0"/>
                </a:spcAft>
              </a:pPr>
              <a:t>8</a:t>
            </a:fld>
            <a:endParaRPr lang="en-US" altLang="zh-CN" sz="1300">
              <a:latin typeface="Calibri" panose="020F0502020204030204" pitchFamily="34" charset="0"/>
            </a:endParaRPr>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spcBef>
                <a:spcPct val="0"/>
              </a:spcBef>
            </a:pP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p:cNvSpPr>
            <a:spLocks noGrp="1" noRot="1" noChangeAspect="1" noChangeArrowheads="1" noTextEdit="1"/>
          </p:cNvSpPr>
          <p:nvPr>
            <p:ph type="sldImg"/>
          </p:nvPr>
        </p:nvSpPr>
        <p:spPr>
          <a:ln/>
        </p:spPr>
      </p:sp>
      <p:sp>
        <p:nvSpPr>
          <p:cNvPr id="107523" name="备注占位符 2"/>
          <p:cNvSpPr>
            <a:spLocks noGrp="1" noChangeArrowheads="1"/>
          </p:cNvSpPr>
          <p:nvPr>
            <p:ph type="body" idx="1"/>
          </p:nvPr>
        </p:nvSpPr>
        <p:spPr>
          <a:noFill/>
        </p:spPr>
        <p:txBody>
          <a:bodyPr/>
          <a:lstStyle/>
          <a:p>
            <a:r>
              <a:rPr lang="zh-CN" altLang="en-US" sz="1700">
                <a:latin typeface="Arial" panose="020B0604020202020204" pitchFamily="34" charset="0"/>
                <a:cs typeface="Arial" panose="020B0604020202020204" pitchFamily="34" charset="0"/>
              </a:rPr>
              <a:t>黄金分割点</a:t>
            </a:r>
            <a:r>
              <a:rPr lang="en-US" altLang="zh-CN" sz="1700">
                <a:latin typeface="Arial" panose="020B0604020202020204" pitchFamily="34" charset="0"/>
                <a:cs typeface="Arial" panose="020B0604020202020204" pitchFamily="34" charset="0"/>
              </a:rPr>
              <a:t> 0.618</a:t>
            </a:r>
            <a:endParaRPr lang="zh-CN" altLang="en-US" sz="1700">
              <a:latin typeface="Arial" panose="020B0604020202020204" pitchFamily="34" charset="0"/>
              <a:cs typeface="Arial" panose="020B0604020202020204" pitchFamily="34" charset="0"/>
            </a:endParaRPr>
          </a:p>
        </p:txBody>
      </p:sp>
      <p:sp>
        <p:nvSpPr>
          <p:cNvPr id="4" name="灯片编号占位符 3">
            <a:extLst>
              <a:ext uri="{FF2B5EF4-FFF2-40B4-BE49-F238E27FC236}">
                <a16:creationId xmlns:a16="http://schemas.microsoft.com/office/drawing/2014/main" id="{69F0894E-4D53-4D4E-B1AB-7542BCCB2169}"/>
              </a:ext>
            </a:extLst>
          </p:cNvPr>
          <p:cNvSpPr>
            <a:spLocks noGrp="1"/>
          </p:cNvSpPr>
          <p:nvPr>
            <p:ph type="sldNum" sz="quarter" idx="5"/>
          </p:nvPr>
        </p:nvSpPr>
        <p:spPr/>
        <p:txBody>
          <a:bodyPr/>
          <a:lstStyle/>
          <a:p>
            <a:pPr>
              <a:defRPr/>
            </a:pPr>
            <a:fld id="{A814CC1F-3F5D-42A5-B511-B8CA83F199CB}" type="slidenum">
              <a:rPr lang="zh-CN" altLang="en-US" smtClean="0"/>
              <a:pPr>
                <a:defRPr/>
              </a:pPr>
              <a:t>11</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幻灯片图像占位符 1"/>
          <p:cNvSpPr>
            <a:spLocks noGrp="1" noRot="1" noChangeAspect="1" noChangeArrowheads="1" noTextEdit="1"/>
          </p:cNvSpPr>
          <p:nvPr>
            <p:ph type="sldImg"/>
          </p:nvPr>
        </p:nvSpPr>
        <p:spPr>
          <a:ln/>
        </p:spPr>
      </p:sp>
      <p:sp>
        <p:nvSpPr>
          <p:cNvPr id="122883" name="备注占位符 2"/>
          <p:cNvSpPr>
            <a:spLocks noGrp="1" noChangeArrowheads="1"/>
          </p:cNvSpPr>
          <p:nvPr>
            <p:ph type="body" idx="1"/>
          </p:nvPr>
        </p:nvSpPr>
        <p:spPr>
          <a:noFill/>
        </p:spPr>
        <p:txBody>
          <a:bodyPr/>
          <a:lstStyle/>
          <a:p>
            <a:r>
              <a:rPr lang="zh-CN" altLang="en-US">
                <a:latin typeface="Arial" panose="020B0604020202020204" pitchFamily="34" charset="0"/>
                <a:ea typeface="楷体" panose="02010609060101010101" pitchFamily="49" charset="-122"/>
                <a:cs typeface="Arial" panose="020B0604020202020204" pitchFamily="34" charset="0"/>
              </a:rPr>
              <a:t>由于</a:t>
            </a:r>
            <a:r>
              <a:rPr lang="en-US" altLang="zh-CN">
                <a:latin typeface="Cambria Math" panose="02040503050406030204" pitchFamily="18" charset="0"/>
                <a:ea typeface="楷体" panose="02010609060101010101" pitchFamily="49" charset="-122"/>
                <a:cs typeface="Arial" panose="020B0604020202020204" pitchFamily="34" charset="0"/>
              </a:rPr>
              <a:t>f_1^0</a:t>
            </a:r>
            <a:r>
              <a:rPr lang="zh-CN" altLang="en-US">
                <a:latin typeface="Arial" panose="020B0604020202020204" pitchFamily="34" charset="0"/>
                <a:ea typeface="楷体" panose="02010609060101010101" pitchFamily="49" charset="-122"/>
                <a:cs typeface="Arial" panose="020B0604020202020204" pitchFamily="34" charset="0"/>
              </a:rPr>
              <a:t>为</a:t>
            </a:r>
            <a:r>
              <a:rPr lang="en-US" altLang="zh-CN">
                <a:latin typeface="Arial" panose="020B0604020202020204" pitchFamily="34" charset="0"/>
                <a:ea typeface="楷体" panose="02010609060101010101" pitchFamily="49" charset="-122"/>
                <a:cs typeface="Arial" panose="020B0604020202020204" pitchFamily="34" charset="0"/>
              </a:rPr>
              <a:t>0.38</a:t>
            </a:r>
            <a:r>
              <a:rPr lang="zh-CN" altLang="en-US">
                <a:latin typeface="Arial" panose="020B0604020202020204" pitchFamily="34" charset="0"/>
                <a:ea typeface="楷体" panose="02010609060101010101" pitchFamily="49" charset="-122"/>
                <a:cs typeface="Arial" panose="020B0604020202020204" pitchFamily="34" charset="0"/>
              </a:rPr>
              <a:t>，与恒比共聚点十分相近，在聚合过程中共聚物组成随转化率的变化不大，因此在这种投料比下</a:t>
            </a:r>
            <a:endParaRPr lang="zh-CN" altLang="en-US">
              <a:ea typeface="楷体" panose="02010609060101010101" pitchFamily="49" charset="-122"/>
              <a:cs typeface="Arial" panose="020B0604020202020204" pitchFamily="34" charset="0"/>
            </a:endParaRPr>
          </a:p>
        </p:txBody>
      </p:sp>
      <p:sp>
        <p:nvSpPr>
          <p:cNvPr id="4" name="灯片编号占位符 3">
            <a:extLst>
              <a:ext uri="{FF2B5EF4-FFF2-40B4-BE49-F238E27FC236}">
                <a16:creationId xmlns:a16="http://schemas.microsoft.com/office/drawing/2014/main" id="{82CDB508-3B0E-4D79-ABF9-5B529DBE820D}"/>
              </a:ext>
            </a:extLst>
          </p:cNvPr>
          <p:cNvSpPr>
            <a:spLocks noGrp="1"/>
          </p:cNvSpPr>
          <p:nvPr>
            <p:ph type="sldNum" sz="quarter" idx="5"/>
          </p:nvPr>
        </p:nvSpPr>
        <p:spPr/>
        <p:txBody>
          <a:bodyPr/>
          <a:lstStyle/>
          <a:p>
            <a:pPr>
              <a:defRPr/>
            </a:pPr>
            <a:fld id="{E06A7E91-25D1-4CA5-982E-A1F40D8866E4}" type="slidenum">
              <a:rPr lang="zh-CN" altLang="en-US" smtClean="0"/>
              <a:pPr>
                <a:defRPr/>
              </a:pPr>
              <a:t>25</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幻灯片图像占位符 1"/>
          <p:cNvSpPr>
            <a:spLocks noGrp="1" noRot="1" noChangeAspect="1" noChangeArrowheads="1" noTextEdit="1"/>
          </p:cNvSpPr>
          <p:nvPr>
            <p:ph type="sldImg"/>
          </p:nvPr>
        </p:nvSpPr>
        <p:spPr>
          <a:ln/>
        </p:spPr>
      </p:sp>
      <p:sp>
        <p:nvSpPr>
          <p:cNvPr id="125955" name="备注占位符 2"/>
          <p:cNvSpPr>
            <a:spLocks noGrp="1" noChangeArrowheads="1"/>
          </p:cNvSpPr>
          <p:nvPr>
            <p:ph type="body" idx="1"/>
          </p:nvPr>
        </p:nvSpPr>
        <p:spPr>
          <a:noFill/>
        </p:spPr>
        <p:txBody>
          <a:bodyPr/>
          <a:lstStyle/>
          <a:p>
            <a:endParaRPr lang="zh-CN" altLang="en-US"/>
          </a:p>
        </p:txBody>
      </p:sp>
      <p:sp>
        <p:nvSpPr>
          <p:cNvPr id="4" name="灯片编号占位符 3">
            <a:extLst>
              <a:ext uri="{FF2B5EF4-FFF2-40B4-BE49-F238E27FC236}">
                <a16:creationId xmlns:a16="http://schemas.microsoft.com/office/drawing/2014/main" id="{19E00C0F-6B1B-431C-B581-D38CA6C7ACD2}"/>
              </a:ext>
            </a:extLst>
          </p:cNvPr>
          <p:cNvSpPr>
            <a:spLocks noGrp="1"/>
          </p:cNvSpPr>
          <p:nvPr>
            <p:ph type="sldNum" sz="quarter" idx="5"/>
          </p:nvPr>
        </p:nvSpPr>
        <p:spPr/>
        <p:txBody>
          <a:bodyPr/>
          <a:lstStyle/>
          <a:p>
            <a:pPr>
              <a:defRPr/>
            </a:pPr>
            <a:fld id="{9F7A15D6-5CC3-411A-813C-7C6939C077AA}" type="slidenum">
              <a:rPr lang="zh-CN" altLang="en-US" smtClean="0"/>
              <a:pPr>
                <a:defRPr/>
              </a:pPr>
              <a:t>27</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p:spPr>
        <p:txBody>
          <a:bodyPr/>
          <a:lstStyle>
            <a:lvl1pPr>
              <a:defRPr>
                <a:solidFill>
                  <a:schemeClr val="tx1"/>
                </a:solidFill>
                <a:latin typeface="Calibri" panose="020F0502020204030204" pitchFamily="34" charset="0"/>
              </a:defRPr>
            </a:lvl1pPr>
            <a:lvl2pPr marL="804863" indent="-309563">
              <a:defRPr>
                <a:solidFill>
                  <a:schemeClr val="tx1"/>
                </a:solidFill>
                <a:latin typeface="Calibri" panose="020F0502020204030204" pitchFamily="34" charset="0"/>
              </a:defRPr>
            </a:lvl2pPr>
            <a:lvl3pPr marL="1238250" indent="-247650">
              <a:defRPr>
                <a:solidFill>
                  <a:schemeClr val="tx1"/>
                </a:solidFill>
                <a:latin typeface="Calibri" panose="020F0502020204030204" pitchFamily="34" charset="0"/>
              </a:defRPr>
            </a:lvl3pPr>
            <a:lvl4pPr marL="1733550" indent="-247650">
              <a:defRPr>
                <a:solidFill>
                  <a:schemeClr val="tx1"/>
                </a:solidFill>
                <a:latin typeface="Calibri" panose="020F0502020204030204" pitchFamily="34" charset="0"/>
              </a:defRPr>
            </a:lvl4pPr>
            <a:lvl5pPr marL="2228850" indent="-247650">
              <a:defRPr>
                <a:solidFill>
                  <a:schemeClr val="tx1"/>
                </a:solidFill>
                <a:latin typeface="Calibri" panose="020F0502020204030204" pitchFamily="34" charset="0"/>
              </a:defRPr>
            </a:lvl5pPr>
            <a:lvl6pPr marL="2686050" indent="-247650" defTabSz="457200" eaLnBrk="0" fontAlgn="base" hangingPunct="0">
              <a:spcBef>
                <a:spcPct val="0"/>
              </a:spcBef>
              <a:spcAft>
                <a:spcPct val="0"/>
              </a:spcAft>
              <a:defRPr>
                <a:solidFill>
                  <a:schemeClr val="tx1"/>
                </a:solidFill>
                <a:latin typeface="Calibri" panose="020F0502020204030204" pitchFamily="34" charset="0"/>
              </a:defRPr>
            </a:lvl6pPr>
            <a:lvl7pPr marL="3143250" indent="-247650" defTabSz="457200" eaLnBrk="0" fontAlgn="base" hangingPunct="0">
              <a:spcBef>
                <a:spcPct val="0"/>
              </a:spcBef>
              <a:spcAft>
                <a:spcPct val="0"/>
              </a:spcAft>
              <a:defRPr>
                <a:solidFill>
                  <a:schemeClr val="tx1"/>
                </a:solidFill>
                <a:latin typeface="Calibri" panose="020F0502020204030204" pitchFamily="34" charset="0"/>
              </a:defRPr>
            </a:lvl7pPr>
            <a:lvl8pPr marL="3600450" indent="-247650" defTabSz="457200" eaLnBrk="0" fontAlgn="base" hangingPunct="0">
              <a:spcBef>
                <a:spcPct val="0"/>
              </a:spcBef>
              <a:spcAft>
                <a:spcPct val="0"/>
              </a:spcAft>
              <a:defRPr>
                <a:solidFill>
                  <a:schemeClr val="tx1"/>
                </a:solidFill>
                <a:latin typeface="Calibri" panose="020F0502020204030204" pitchFamily="34" charset="0"/>
              </a:defRPr>
            </a:lvl8pPr>
            <a:lvl9pPr marL="4057650" indent="-24765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282CC310-60A3-4528-A302-F3CCECFB5E60}" type="slidenum">
              <a:rPr lang="zh-CN" altLang="en-US" smtClean="0">
                <a:latin typeface="Times New Roman" panose="02020603050405020304" pitchFamily="18" charset="0"/>
                <a:ea typeface="宋体" panose="02010600030101010101" pitchFamily="2" charset="-122"/>
              </a:rPr>
              <a:pPr fontAlgn="base">
                <a:spcBef>
                  <a:spcPct val="0"/>
                </a:spcBef>
                <a:spcAft>
                  <a:spcPct val="0"/>
                </a:spcAft>
              </a:pPr>
              <a:t>30</a:t>
            </a:fld>
            <a:endParaRPr lang="en-US" altLang="zh-CN">
              <a:latin typeface="Times New Roman" panose="02020603050405020304" pitchFamily="18" charset="0"/>
              <a:ea typeface="宋体" panose="02010600030101010101" pitchFamily="2" charset="-122"/>
            </a:endParaRPr>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xfrm>
            <a:off x="711200" y="4860925"/>
            <a:ext cx="5683250" cy="4605338"/>
          </a:xfrm>
          <a:noFill/>
        </p:spPr>
        <p:txBody>
          <a:bodyPr/>
          <a:lstStyle/>
          <a:p>
            <a:pPr eaLnBrk="1" hangingPunct="1"/>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幻灯片图像占位符 1"/>
          <p:cNvSpPr>
            <a:spLocks noGrp="1" noRot="1" noChangeAspect="1" noChangeArrowheads="1" noTextEdit="1"/>
          </p:cNvSpPr>
          <p:nvPr>
            <p:ph type="sldImg"/>
          </p:nvPr>
        </p:nvSpPr>
        <p:spPr>
          <a:ln/>
        </p:spPr>
      </p:sp>
      <p:sp>
        <p:nvSpPr>
          <p:cNvPr id="148483" name="备注占位符 2"/>
          <p:cNvSpPr>
            <a:spLocks noGrp="1" noChangeArrowheads="1"/>
          </p:cNvSpPr>
          <p:nvPr>
            <p:ph type="body" idx="1"/>
          </p:nvPr>
        </p:nvSpPr>
        <p:spPr>
          <a:noFill/>
        </p:spPr>
        <p:txBody>
          <a:bodyPr/>
          <a:lstStyle/>
          <a:p>
            <a:r>
              <a:rPr lang="zh-CN" altLang="en-US" b="1">
                <a:ea typeface="楷体_GB2312" pitchFamily="49" charset="-122"/>
              </a:rPr>
              <a:t>将组成方程变成</a:t>
            </a:r>
            <a:r>
              <a:rPr lang="en-US" altLang="zh-CN" b="1">
                <a:ea typeface="楷体_GB2312" pitchFamily="49" charset="-122"/>
              </a:rPr>
              <a:t>r</a:t>
            </a:r>
            <a:r>
              <a:rPr lang="en-US" altLang="zh-CN" b="1" baseline="-25000">
                <a:ea typeface="楷体_GB2312" pitchFamily="49" charset="-122"/>
              </a:rPr>
              <a:t>1</a:t>
            </a:r>
            <a:r>
              <a:rPr lang="en-US" altLang="zh-CN" b="1">
                <a:ea typeface="楷体_GB2312" pitchFamily="49" charset="-122"/>
              </a:rPr>
              <a:t>、r</a:t>
            </a:r>
            <a:r>
              <a:rPr lang="en-US" altLang="zh-CN" b="1" baseline="-25000">
                <a:ea typeface="楷体_GB2312" pitchFamily="49" charset="-122"/>
              </a:rPr>
              <a:t>2</a:t>
            </a:r>
            <a:r>
              <a:rPr lang="zh-CN" altLang="en-US" b="1">
                <a:ea typeface="楷体_GB2312" pitchFamily="49" charset="-122"/>
              </a:rPr>
              <a:t>截距、斜率的形式</a:t>
            </a:r>
          </a:p>
          <a:p>
            <a:endParaRPr lang="zh-CN" altLang="en-US"/>
          </a:p>
        </p:txBody>
      </p:sp>
      <p:sp>
        <p:nvSpPr>
          <p:cNvPr id="4" name="灯片编号占位符 3">
            <a:extLst>
              <a:ext uri="{FF2B5EF4-FFF2-40B4-BE49-F238E27FC236}">
                <a16:creationId xmlns:a16="http://schemas.microsoft.com/office/drawing/2014/main" id="{CC0BF492-6AE3-49A3-B3F6-6135FCB015BD}"/>
              </a:ext>
            </a:extLst>
          </p:cNvPr>
          <p:cNvSpPr>
            <a:spLocks noGrp="1"/>
          </p:cNvSpPr>
          <p:nvPr>
            <p:ph type="sldNum" sz="quarter" idx="5"/>
          </p:nvPr>
        </p:nvSpPr>
        <p:spPr/>
        <p:txBody>
          <a:bodyPr/>
          <a:lstStyle/>
          <a:p>
            <a:pPr>
              <a:defRPr/>
            </a:pPr>
            <a:fld id="{F693B0E9-5FE2-485B-A933-33CD8CB6A126}" type="slidenum">
              <a:rPr lang="zh-CN" altLang="en-US" smtClean="0"/>
              <a:pPr>
                <a:defRPr/>
              </a:pPr>
              <a:t>47</a:t>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幻灯片图像占位符 1"/>
          <p:cNvSpPr>
            <a:spLocks noGrp="1" noRot="1" noChangeAspect="1" noChangeArrowheads="1" noTextEdit="1"/>
          </p:cNvSpPr>
          <p:nvPr>
            <p:ph type="sldImg"/>
          </p:nvPr>
        </p:nvSpPr>
        <p:spPr>
          <a:ln/>
        </p:spPr>
      </p:sp>
      <p:sp>
        <p:nvSpPr>
          <p:cNvPr id="151555" name="备注占位符 2"/>
          <p:cNvSpPr>
            <a:spLocks noGrp="1" noChangeArrowheads="1"/>
          </p:cNvSpPr>
          <p:nvPr>
            <p:ph type="body" idx="1"/>
          </p:nvPr>
        </p:nvSpPr>
        <p:spPr>
          <a:noFill/>
        </p:spPr>
        <p:txBody>
          <a:bodyPr/>
          <a:lstStyle/>
          <a:p>
            <a:r>
              <a:rPr lang="zh-CN" altLang="zh-CN"/>
              <a:t>根据二元共聚单体的摩尔投料比和通过核磁谱计算而得的两种单体单元的共聚组成比就可以求得竞聚率</a:t>
            </a:r>
            <a:r>
              <a:rPr lang="en-US" altLang="zh-CN"/>
              <a:t>r</a:t>
            </a:r>
            <a:r>
              <a:rPr lang="en-US" altLang="zh-CN" baseline="-25000"/>
              <a:t>1</a:t>
            </a:r>
            <a:r>
              <a:rPr lang="zh-CN" altLang="zh-CN"/>
              <a:t>和</a:t>
            </a:r>
            <a:r>
              <a:rPr lang="en-US" altLang="zh-CN"/>
              <a:t>r</a:t>
            </a:r>
            <a:r>
              <a:rPr lang="en-US" altLang="zh-CN" baseline="-25000"/>
              <a:t>2</a:t>
            </a:r>
            <a:r>
              <a:rPr lang="zh-CN" altLang="zh-CN"/>
              <a:t>。在较低转化率的前提下，可以采用</a:t>
            </a:r>
            <a:r>
              <a:rPr lang="en-US" altLang="zh-CN"/>
              <a:t>Finemen</a:t>
            </a:r>
            <a:r>
              <a:rPr lang="zh-CN" altLang="zh-CN"/>
              <a:t>和</a:t>
            </a:r>
            <a:r>
              <a:rPr lang="en-US" altLang="zh-CN"/>
              <a:t>Ross</a:t>
            </a:r>
            <a:r>
              <a:rPr lang="zh-CN" altLang="zh-CN"/>
              <a:t>法求算可以得到接近事实的结果。</a:t>
            </a:r>
            <a:r>
              <a:rPr lang="en-US" altLang="zh-CN"/>
              <a:t>MA/r-HAPD</a:t>
            </a:r>
            <a:r>
              <a:rPr lang="zh-CN" altLang="zh-CN"/>
              <a:t>溶液光共聚合反应非常迅速（见第</a:t>
            </a:r>
            <a:r>
              <a:rPr lang="en-US" altLang="zh-CN"/>
              <a:t>5</a:t>
            </a:r>
            <a:r>
              <a:rPr lang="zh-CN" altLang="zh-CN"/>
              <a:t>章），很难得到低转化率且分子量大的共聚物，因为根据积分法的计算要求聚合物应有较高的分子量才能避免较大的误差，并满足统计规律的要求。如果在分子量很小的情况下，共聚物的分子主链结构并不具有完全相同的序列分布。</a:t>
            </a:r>
            <a:r>
              <a:rPr lang="en-US" altLang="zh-CN"/>
              <a:t>GPC</a:t>
            </a:r>
            <a:r>
              <a:rPr lang="zh-CN" altLang="zh-CN"/>
              <a:t>结果表明：我们制备的两种共聚物的分子量均大于</a:t>
            </a:r>
            <a:r>
              <a:rPr lang="en-US" altLang="zh-CN"/>
              <a:t>20,000</a:t>
            </a:r>
            <a:r>
              <a:rPr lang="zh-CN" altLang="zh-CN"/>
              <a:t>，基本满足计算的要求。所以当转化率较高且所得的分子量较大时，可采用</a:t>
            </a:r>
            <a:r>
              <a:rPr lang="en-US" altLang="zh-CN"/>
              <a:t>Mayo-Lewis</a:t>
            </a:r>
            <a:r>
              <a:rPr lang="zh-CN" altLang="zh-CN"/>
              <a:t>积分法或扩展的</a:t>
            </a:r>
            <a:r>
              <a:rPr lang="en-US" altLang="zh-CN"/>
              <a:t>Kelen-Tudos</a:t>
            </a:r>
            <a:r>
              <a:rPr lang="zh-CN" altLang="zh-CN"/>
              <a:t>方法。欲求得共聚物的组成比，关键是要在</a:t>
            </a:r>
            <a:r>
              <a:rPr lang="en-US" altLang="zh-CN" baseline="30000"/>
              <a:t>1</a:t>
            </a:r>
            <a:r>
              <a:rPr lang="en-US" altLang="zh-CN"/>
              <a:t>H-NMR</a:t>
            </a:r>
            <a:r>
              <a:rPr lang="zh-CN" altLang="zh-CN"/>
              <a:t>谱中找到对应于共聚物中两种单体</a:t>
            </a:r>
            <a:r>
              <a:rPr lang="en-US" altLang="zh-CN"/>
              <a:t>M</a:t>
            </a:r>
            <a:r>
              <a:rPr lang="en-US" altLang="zh-CN" baseline="-25000"/>
              <a:t>1</a:t>
            </a:r>
            <a:r>
              <a:rPr lang="en-US" altLang="zh-CN"/>
              <a:t> </a:t>
            </a:r>
            <a:r>
              <a:rPr lang="zh-CN" altLang="zh-CN"/>
              <a:t>和</a:t>
            </a:r>
            <a:r>
              <a:rPr lang="en-US" altLang="zh-CN"/>
              <a:t>M</a:t>
            </a:r>
            <a:r>
              <a:rPr lang="en-US" altLang="zh-CN" baseline="-25000"/>
              <a:t>2</a:t>
            </a:r>
            <a:r>
              <a:rPr lang="zh-CN" altLang="zh-CN"/>
              <a:t>各自的特征吸收峰以便能够准确的定量。</a:t>
            </a:r>
            <a:endParaRPr lang="zh-CN" altLang="en-US"/>
          </a:p>
        </p:txBody>
      </p:sp>
      <p:sp>
        <p:nvSpPr>
          <p:cNvPr id="4" name="灯片编号占位符 3">
            <a:extLst>
              <a:ext uri="{FF2B5EF4-FFF2-40B4-BE49-F238E27FC236}">
                <a16:creationId xmlns:a16="http://schemas.microsoft.com/office/drawing/2014/main" id="{FC09A8D9-08E9-4379-9D33-C542603C3757}"/>
              </a:ext>
            </a:extLst>
          </p:cNvPr>
          <p:cNvSpPr>
            <a:spLocks noGrp="1"/>
          </p:cNvSpPr>
          <p:nvPr>
            <p:ph type="sldNum" sz="quarter" idx="5"/>
          </p:nvPr>
        </p:nvSpPr>
        <p:spPr/>
        <p:txBody>
          <a:bodyPr/>
          <a:lstStyle/>
          <a:p>
            <a:pPr>
              <a:defRPr/>
            </a:pPr>
            <a:fld id="{C9AC10CC-2DC1-4338-8972-301D19CEBB5D}" type="slidenum">
              <a:rPr lang="zh-CN" altLang="en-US" smtClean="0"/>
              <a:pPr>
                <a:defRPr/>
              </a:pPr>
              <a:t>49</a:t>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幻灯片图像占位符 1"/>
          <p:cNvSpPr>
            <a:spLocks noGrp="1" noRot="1" noChangeAspect="1" noChangeArrowheads="1" noTextEdit="1"/>
          </p:cNvSpPr>
          <p:nvPr>
            <p:ph type="sldImg"/>
          </p:nvPr>
        </p:nvSpPr>
        <p:spPr>
          <a:ln/>
        </p:spPr>
      </p:sp>
      <p:sp>
        <p:nvSpPr>
          <p:cNvPr id="156675" name="备注占位符 2"/>
          <p:cNvSpPr>
            <a:spLocks noGrp="1" noChangeArrowheads="1"/>
          </p:cNvSpPr>
          <p:nvPr>
            <p:ph type="body" idx="1"/>
          </p:nvPr>
        </p:nvSpPr>
        <p:spPr>
          <a:noFill/>
        </p:spPr>
        <p:txBody>
          <a:bodyPr/>
          <a:lstStyle/>
          <a:p>
            <a:r>
              <a:rPr lang="en-US" altLang="zh-CN"/>
              <a:t>和 分别是单体MA和ATMP的投料量， 和 分别为反应结束后两种单体MA和ATMP的剩余量。根据方程（4-2）由试差法计算r</a:t>
            </a:r>
            <a:r>
              <a:rPr lang="en-US" altLang="zh-CN" baseline="-25000"/>
              <a:t>1</a:t>
            </a:r>
            <a:r>
              <a:rPr lang="en-US" altLang="zh-CN"/>
              <a:t>和r</a:t>
            </a:r>
            <a:r>
              <a:rPr lang="en-US" altLang="zh-CN" baseline="-25000"/>
              <a:t>2</a:t>
            </a:r>
            <a:endParaRPr lang="zh-CN" altLang="en-US"/>
          </a:p>
        </p:txBody>
      </p:sp>
      <p:sp>
        <p:nvSpPr>
          <p:cNvPr id="4" name="灯片编号占位符 3">
            <a:extLst>
              <a:ext uri="{FF2B5EF4-FFF2-40B4-BE49-F238E27FC236}">
                <a16:creationId xmlns:a16="http://schemas.microsoft.com/office/drawing/2014/main" id="{E5DF90EB-2FD6-418A-9056-0F1BE7857D89}"/>
              </a:ext>
            </a:extLst>
          </p:cNvPr>
          <p:cNvSpPr>
            <a:spLocks noGrp="1"/>
          </p:cNvSpPr>
          <p:nvPr>
            <p:ph type="sldNum" sz="quarter" idx="5"/>
          </p:nvPr>
        </p:nvSpPr>
        <p:spPr/>
        <p:txBody>
          <a:bodyPr/>
          <a:lstStyle/>
          <a:p>
            <a:pPr>
              <a:defRPr/>
            </a:pPr>
            <a:fld id="{2652658F-0F77-401D-8505-87BBF1ABB7AF}" type="slidenum">
              <a:rPr lang="zh-CN" altLang="en-US" smtClean="0"/>
              <a:pPr>
                <a:defRPr/>
              </a:pPr>
              <a:t>53</a:t>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幻灯片图像占位符 1"/>
          <p:cNvSpPr>
            <a:spLocks noGrp="1" noRot="1" noChangeAspect="1" noChangeArrowheads="1" noTextEdit="1"/>
          </p:cNvSpPr>
          <p:nvPr>
            <p:ph type="sldImg"/>
          </p:nvPr>
        </p:nvSpPr>
        <p:spPr>
          <a:ln/>
        </p:spPr>
      </p:sp>
      <p:sp>
        <p:nvSpPr>
          <p:cNvPr id="164867" name="备注占位符 2"/>
          <p:cNvSpPr>
            <a:spLocks noGrp="1" noChangeArrowheads="1"/>
          </p:cNvSpPr>
          <p:nvPr>
            <p:ph type="body" idx="1"/>
          </p:nvPr>
        </p:nvSpPr>
        <p:spPr>
          <a:noFill/>
        </p:spPr>
        <p:txBody>
          <a:bodyPr/>
          <a:lstStyle/>
          <a:p>
            <a:r>
              <a:rPr lang="zh-CN" altLang="en-US" b="1">
                <a:latin typeface="楷体_GB2312" pitchFamily="49" charset="-122"/>
                <a:ea typeface="楷体_GB2312" pitchFamily="49" charset="-122"/>
              </a:rPr>
              <a:t>一般而言，单体与自由基的活性次序相反 </a:t>
            </a:r>
          </a:p>
          <a:p>
            <a:endParaRPr lang="zh-CN" altLang="en-US"/>
          </a:p>
        </p:txBody>
      </p:sp>
      <p:sp>
        <p:nvSpPr>
          <p:cNvPr id="4" name="灯片编号占位符 3">
            <a:extLst>
              <a:ext uri="{FF2B5EF4-FFF2-40B4-BE49-F238E27FC236}">
                <a16:creationId xmlns:a16="http://schemas.microsoft.com/office/drawing/2014/main" id="{77E5D146-A9EC-4352-AC2A-FE32D38AD18C}"/>
              </a:ext>
            </a:extLst>
          </p:cNvPr>
          <p:cNvSpPr>
            <a:spLocks noGrp="1"/>
          </p:cNvSpPr>
          <p:nvPr>
            <p:ph type="sldNum" sz="quarter" idx="5"/>
          </p:nvPr>
        </p:nvSpPr>
        <p:spPr/>
        <p:txBody>
          <a:bodyPr/>
          <a:lstStyle/>
          <a:p>
            <a:pPr>
              <a:defRPr/>
            </a:pPr>
            <a:fld id="{75B11322-E341-489E-A417-D1D33DD35011}" type="slidenum">
              <a:rPr lang="zh-CN" altLang="en-US" smtClean="0"/>
              <a:pPr>
                <a:defRPr/>
              </a:pPr>
              <a:t>60</a:t>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幻灯片图像占位符 1"/>
          <p:cNvSpPr>
            <a:spLocks noGrp="1" noRot="1" noChangeAspect="1" noChangeArrowheads="1" noTextEdit="1"/>
          </p:cNvSpPr>
          <p:nvPr>
            <p:ph type="sldImg"/>
          </p:nvPr>
        </p:nvSpPr>
        <p:spPr>
          <a:ln/>
        </p:spPr>
      </p:sp>
      <p:sp>
        <p:nvSpPr>
          <p:cNvPr id="168963" name="备注占位符 2"/>
          <p:cNvSpPr>
            <a:spLocks noGrp="1" noChangeArrowheads="1"/>
          </p:cNvSpPr>
          <p:nvPr>
            <p:ph type="body" idx="1"/>
          </p:nvPr>
        </p:nvSpPr>
        <p:spPr>
          <a:noFill/>
        </p:spPr>
        <p:txBody>
          <a:bodyPr/>
          <a:lstStyle/>
          <a:p>
            <a:r>
              <a:rPr lang="zh-CN" altLang="en-US">
                <a:latin typeface="楷体" panose="02010609060101010101" pitchFamily="49" charset="-122"/>
                <a:ea typeface="楷体" panose="02010609060101010101" pitchFamily="49" charset="-122"/>
              </a:rPr>
              <a:t>竞聚率是共聚反应中的重要参数，每一对单体有一对竞聚率。因此希望建立定量方程式来</a:t>
            </a:r>
            <a:endParaRPr lang="zh-CN" altLang="en-US"/>
          </a:p>
        </p:txBody>
      </p:sp>
      <p:sp>
        <p:nvSpPr>
          <p:cNvPr id="4" name="灯片编号占位符 3">
            <a:extLst>
              <a:ext uri="{FF2B5EF4-FFF2-40B4-BE49-F238E27FC236}">
                <a16:creationId xmlns:a16="http://schemas.microsoft.com/office/drawing/2014/main" id="{265C4B40-10C3-4AF1-A4B6-83086AB1EC94}"/>
              </a:ext>
            </a:extLst>
          </p:cNvPr>
          <p:cNvSpPr>
            <a:spLocks noGrp="1"/>
          </p:cNvSpPr>
          <p:nvPr>
            <p:ph type="sldNum" sz="quarter" idx="5"/>
          </p:nvPr>
        </p:nvSpPr>
        <p:spPr/>
        <p:txBody>
          <a:bodyPr/>
          <a:lstStyle/>
          <a:p>
            <a:pPr>
              <a:defRPr/>
            </a:pPr>
            <a:fld id="{4F3D5B0B-9CEB-4800-985F-C19E7ECF3E6E}" type="slidenum">
              <a:rPr lang="zh-CN" altLang="en-US" smtClean="0"/>
              <a:pPr>
                <a:defRPr/>
              </a:pPr>
              <a:t>63</a:t>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幻灯片图像占位符 1"/>
          <p:cNvSpPr>
            <a:spLocks noGrp="1" noRot="1" noChangeAspect="1" noChangeArrowheads="1" noTextEdit="1"/>
          </p:cNvSpPr>
          <p:nvPr>
            <p:ph type="sldImg"/>
          </p:nvPr>
        </p:nvSpPr>
        <p:spPr>
          <a:ln/>
        </p:spPr>
      </p:sp>
      <p:sp>
        <p:nvSpPr>
          <p:cNvPr id="174083" name="备注占位符 2"/>
          <p:cNvSpPr>
            <a:spLocks noGrp="1" noChangeArrowheads="1"/>
          </p:cNvSpPr>
          <p:nvPr>
            <p:ph type="body" idx="1"/>
          </p:nvPr>
        </p:nvSpPr>
        <p:spPr>
          <a:noFill/>
        </p:spPr>
        <p:txBody>
          <a:bodyPr/>
          <a:lstStyle/>
          <a:p>
            <a:endParaRPr lang="zh-CN" altLang="en-US"/>
          </a:p>
        </p:txBody>
      </p:sp>
      <p:sp>
        <p:nvSpPr>
          <p:cNvPr id="4" name="灯片编号占位符 3">
            <a:extLst>
              <a:ext uri="{FF2B5EF4-FFF2-40B4-BE49-F238E27FC236}">
                <a16:creationId xmlns:a16="http://schemas.microsoft.com/office/drawing/2014/main" id="{E3586D8F-E1ED-47AB-B597-C49147940471}"/>
              </a:ext>
            </a:extLst>
          </p:cNvPr>
          <p:cNvSpPr>
            <a:spLocks noGrp="1"/>
          </p:cNvSpPr>
          <p:nvPr>
            <p:ph type="sldNum" sz="quarter" idx="5"/>
          </p:nvPr>
        </p:nvSpPr>
        <p:spPr/>
        <p:txBody>
          <a:bodyPr/>
          <a:lstStyle/>
          <a:p>
            <a:pPr>
              <a:defRPr/>
            </a:pPr>
            <a:fld id="{C2280AB9-1986-4046-A0A2-4D3103828DDD}" type="slidenum">
              <a:rPr lang="zh-CN" altLang="en-US" smtClean="0"/>
              <a:pPr>
                <a:defRPr/>
              </a:pPr>
              <a:t>67</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Date Placeholder 3">
            <a:extLst>
              <a:ext uri="{FF2B5EF4-FFF2-40B4-BE49-F238E27FC236}">
                <a16:creationId xmlns:a16="http://schemas.microsoft.com/office/drawing/2014/main" id="{33848CCC-85F3-4B0A-94B2-6F15EA8D89B2}"/>
              </a:ext>
            </a:extLst>
          </p:cNvPr>
          <p:cNvSpPr>
            <a:spLocks noGrp="1"/>
          </p:cNvSpPr>
          <p:nvPr>
            <p:ph type="dt" sz="half" idx="10"/>
          </p:nvPr>
        </p:nvSpPr>
        <p:spPr/>
        <p:txBody>
          <a:bodyPr/>
          <a:lstStyle>
            <a:lvl1pPr>
              <a:defRPr/>
            </a:lvl1pPr>
          </a:lstStyle>
          <a:p>
            <a:pPr>
              <a:defRPr/>
            </a:pPr>
            <a:fld id="{3C43BC44-050E-4589-A476-685DE25F323E}" type="datetime1">
              <a:rPr lang="zh-CN" altLang="en-US"/>
              <a:pPr>
                <a:defRPr/>
              </a:pPr>
              <a:t>2024/11/12</a:t>
            </a:fld>
            <a:endParaRPr lang="en-US" altLang="zh-CN"/>
          </a:p>
        </p:txBody>
      </p:sp>
      <p:sp>
        <p:nvSpPr>
          <p:cNvPr id="5" name="Footer Placeholder 4">
            <a:extLst>
              <a:ext uri="{FF2B5EF4-FFF2-40B4-BE49-F238E27FC236}">
                <a16:creationId xmlns:a16="http://schemas.microsoft.com/office/drawing/2014/main" id="{BAD86E93-D07D-430B-ADEA-D976A73A24D9}"/>
              </a:ext>
            </a:extLst>
          </p:cNvPr>
          <p:cNvSpPr>
            <a:spLocks noGrp="1"/>
          </p:cNvSpPr>
          <p:nvPr>
            <p:ph type="ftr" sz="quarter" idx="11"/>
          </p:nvPr>
        </p:nvSpPr>
        <p:spPr/>
        <p:txBody>
          <a:bodyPr/>
          <a:lstStyle>
            <a:lvl1pPr>
              <a:defRPr/>
            </a:lvl1pPr>
          </a:lstStyle>
          <a:p>
            <a:pPr>
              <a:defRPr/>
            </a:pPr>
            <a:r>
              <a:rPr lang="en-US" altLang="zh-CN"/>
              <a:t>1</a:t>
            </a:r>
          </a:p>
        </p:txBody>
      </p:sp>
      <p:sp>
        <p:nvSpPr>
          <p:cNvPr id="6" name="Slide Number Placeholder 5">
            <a:extLst>
              <a:ext uri="{FF2B5EF4-FFF2-40B4-BE49-F238E27FC236}">
                <a16:creationId xmlns:a16="http://schemas.microsoft.com/office/drawing/2014/main" id="{E16844FA-ACCE-47B5-BCA5-CFD27B09292C}"/>
              </a:ext>
            </a:extLst>
          </p:cNvPr>
          <p:cNvSpPr>
            <a:spLocks noGrp="1"/>
          </p:cNvSpPr>
          <p:nvPr>
            <p:ph type="sldNum" sz="quarter" idx="12"/>
          </p:nvPr>
        </p:nvSpPr>
        <p:spPr/>
        <p:txBody>
          <a:bodyPr/>
          <a:lstStyle>
            <a:lvl1pPr>
              <a:defRPr/>
            </a:lvl1pPr>
          </a:lstStyle>
          <a:p>
            <a:pPr>
              <a:defRPr/>
            </a:pPr>
            <a:fld id="{5964BD4D-6FEE-4F57-A970-D991ACA3C947}" type="slidenum">
              <a:rPr lang="zh-CN" altLang="en-US"/>
              <a:pPr>
                <a:defRPr/>
              </a:pPr>
              <a:t>‹#›</a:t>
            </a:fld>
            <a:endParaRPr lang="en-US" altLang="zh-CN"/>
          </a:p>
        </p:txBody>
      </p:sp>
    </p:spTree>
    <p:extLst>
      <p:ext uri="{BB962C8B-B14F-4D97-AF65-F5344CB8AC3E}">
        <p14:creationId xmlns:p14="http://schemas.microsoft.com/office/powerpoint/2010/main" val="4009878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a:extLst>
              <a:ext uri="{FF2B5EF4-FFF2-40B4-BE49-F238E27FC236}">
                <a16:creationId xmlns:a16="http://schemas.microsoft.com/office/drawing/2014/main" id="{9C173E5B-3E9D-4AAC-93E5-A10774D0EF8D}"/>
              </a:ext>
            </a:extLst>
          </p:cNvPr>
          <p:cNvSpPr>
            <a:spLocks noGrp="1"/>
          </p:cNvSpPr>
          <p:nvPr>
            <p:ph type="dt" sz="half" idx="10"/>
          </p:nvPr>
        </p:nvSpPr>
        <p:spPr/>
        <p:txBody>
          <a:bodyPr/>
          <a:lstStyle>
            <a:lvl1pPr>
              <a:defRPr/>
            </a:lvl1pPr>
          </a:lstStyle>
          <a:p>
            <a:pPr>
              <a:defRPr/>
            </a:pPr>
            <a:fld id="{39353A98-021C-4DA6-B151-FEE672396196}" type="datetime1">
              <a:rPr lang="zh-CN" altLang="en-US"/>
              <a:pPr>
                <a:defRPr/>
              </a:pPr>
              <a:t>2024/11/12</a:t>
            </a:fld>
            <a:endParaRPr lang="en-US" altLang="zh-CN"/>
          </a:p>
        </p:txBody>
      </p:sp>
      <p:sp>
        <p:nvSpPr>
          <p:cNvPr id="5" name="Footer Placeholder 4">
            <a:extLst>
              <a:ext uri="{FF2B5EF4-FFF2-40B4-BE49-F238E27FC236}">
                <a16:creationId xmlns:a16="http://schemas.microsoft.com/office/drawing/2014/main" id="{AFD25EAB-1119-49E9-A9CD-A1200D19F5EC}"/>
              </a:ext>
            </a:extLst>
          </p:cNvPr>
          <p:cNvSpPr>
            <a:spLocks noGrp="1"/>
          </p:cNvSpPr>
          <p:nvPr>
            <p:ph type="ftr" sz="quarter" idx="11"/>
          </p:nvPr>
        </p:nvSpPr>
        <p:spPr/>
        <p:txBody>
          <a:bodyPr/>
          <a:lstStyle>
            <a:lvl1pPr>
              <a:defRPr/>
            </a:lvl1pPr>
          </a:lstStyle>
          <a:p>
            <a:pPr>
              <a:defRPr/>
            </a:pPr>
            <a:r>
              <a:rPr lang="en-US" altLang="zh-CN"/>
              <a:t>1</a:t>
            </a:r>
          </a:p>
        </p:txBody>
      </p:sp>
      <p:sp>
        <p:nvSpPr>
          <p:cNvPr id="6" name="Slide Number Placeholder 5">
            <a:extLst>
              <a:ext uri="{FF2B5EF4-FFF2-40B4-BE49-F238E27FC236}">
                <a16:creationId xmlns:a16="http://schemas.microsoft.com/office/drawing/2014/main" id="{13CBA060-7E6E-4DE7-B4CA-54623AB09BE3}"/>
              </a:ext>
            </a:extLst>
          </p:cNvPr>
          <p:cNvSpPr>
            <a:spLocks noGrp="1"/>
          </p:cNvSpPr>
          <p:nvPr>
            <p:ph type="sldNum" sz="quarter" idx="12"/>
          </p:nvPr>
        </p:nvSpPr>
        <p:spPr/>
        <p:txBody>
          <a:bodyPr/>
          <a:lstStyle>
            <a:lvl1pPr>
              <a:defRPr/>
            </a:lvl1pPr>
          </a:lstStyle>
          <a:p>
            <a:pPr>
              <a:defRPr/>
            </a:pPr>
            <a:fld id="{9FEA8448-09B8-4AA1-83EB-BA18AE64E63C}" type="slidenum">
              <a:rPr lang="zh-CN" altLang="en-US"/>
              <a:pPr>
                <a:defRPr/>
              </a:pPr>
              <a:t>‹#›</a:t>
            </a:fld>
            <a:endParaRPr lang="en-US" altLang="zh-CN"/>
          </a:p>
        </p:txBody>
      </p:sp>
    </p:spTree>
    <p:extLst>
      <p:ext uri="{BB962C8B-B14F-4D97-AF65-F5344CB8AC3E}">
        <p14:creationId xmlns:p14="http://schemas.microsoft.com/office/powerpoint/2010/main" val="14992308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a:extLst>
              <a:ext uri="{FF2B5EF4-FFF2-40B4-BE49-F238E27FC236}">
                <a16:creationId xmlns:a16="http://schemas.microsoft.com/office/drawing/2014/main" id="{71514B06-0554-46FB-A866-539276AB3A74}"/>
              </a:ext>
            </a:extLst>
          </p:cNvPr>
          <p:cNvSpPr>
            <a:spLocks noGrp="1"/>
          </p:cNvSpPr>
          <p:nvPr>
            <p:ph type="dt" sz="half" idx="10"/>
          </p:nvPr>
        </p:nvSpPr>
        <p:spPr/>
        <p:txBody>
          <a:bodyPr/>
          <a:lstStyle>
            <a:lvl1pPr>
              <a:defRPr/>
            </a:lvl1pPr>
          </a:lstStyle>
          <a:p>
            <a:pPr>
              <a:defRPr/>
            </a:pPr>
            <a:fld id="{FCE73391-6E60-4941-8EA8-DBC4DBFD91CF}" type="datetime1">
              <a:rPr lang="zh-CN" altLang="en-US"/>
              <a:pPr>
                <a:defRPr/>
              </a:pPr>
              <a:t>2024/11/12</a:t>
            </a:fld>
            <a:endParaRPr lang="en-US" altLang="zh-CN"/>
          </a:p>
        </p:txBody>
      </p:sp>
      <p:sp>
        <p:nvSpPr>
          <p:cNvPr id="5" name="Footer Placeholder 4">
            <a:extLst>
              <a:ext uri="{FF2B5EF4-FFF2-40B4-BE49-F238E27FC236}">
                <a16:creationId xmlns:a16="http://schemas.microsoft.com/office/drawing/2014/main" id="{EE5D94FA-9E55-4E2F-A189-F134E746059C}"/>
              </a:ext>
            </a:extLst>
          </p:cNvPr>
          <p:cNvSpPr>
            <a:spLocks noGrp="1"/>
          </p:cNvSpPr>
          <p:nvPr>
            <p:ph type="ftr" sz="quarter" idx="11"/>
          </p:nvPr>
        </p:nvSpPr>
        <p:spPr/>
        <p:txBody>
          <a:bodyPr/>
          <a:lstStyle>
            <a:lvl1pPr>
              <a:defRPr/>
            </a:lvl1pPr>
          </a:lstStyle>
          <a:p>
            <a:pPr>
              <a:defRPr/>
            </a:pPr>
            <a:r>
              <a:rPr lang="en-US" altLang="zh-CN"/>
              <a:t>1</a:t>
            </a:r>
          </a:p>
        </p:txBody>
      </p:sp>
      <p:sp>
        <p:nvSpPr>
          <p:cNvPr id="6" name="Slide Number Placeholder 5">
            <a:extLst>
              <a:ext uri="{FF2B5EF4-FFF2-40B4-BE49-F238E27FC236}">
                <a16:creationId xmlns:a16="http://schemas.microsoft.com/office/drawing/2014/main" id="{D6256D03-4DBC-46C6-A236-76A398F6D855}"/>
              </a:ext>
            </a:extLst>
          </p:cNvPr>
          <p:cNvSpPr>
            <a:spLocks noGrp="1"/>
          </p:cNvSpPr>
          <p:nvPr>
            <p:ph type="sldNum" sz="quarter" idx="12"/>
          </p:nvPr>
        </p:nvSpPr>
        <p:spPr/>
        <p:txBody>
          <a:bodyPr/>
          <a:lstStyle>
            <a:lvl1pPr>
              <a:defRPr/>
            </a:lvl1pPr>
          </a:lstStyle>
          <a:p>
            <a:pPr>
              <a:defRPr/>
            </a:pPr>
            <a:fld id="{36A18063-E0F9-455E-B3B7-D2B40977E20D}" type="slidenum">
              <a:rPr lang="zh-CN" altLang="en-US"/>
              <a:pPr>
                <a:defRPr/>
              </a:pPr>
              <a:t>‹#›</a:t>
            </a:fld>
            <a:endParaRPr lang="en-US" altLang="zh-CN"/>
          </a:p>
        </p:txBody>
      </p:sp>
    </p:spTree>
    <p:extLst>
      <p:ext uri="{BB962C8B-B14F-4D97-AF65-F5344CB8AC3E}">
        <p14:creationId xmlns:p14="http://schemas.microsoft.com/office/powerpoint/2010/main" val="10806586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3">
            <a:extLst>
              <a:ext uri="{FF2B5EF4-FFF2-40B4-BE49-F238E27FC236}">
                <a16:creationId xmlns:a16="http://schemas.microsoft.com/office/drawing/2014/main" id="{87A6727B-B19C-4777-A516-48EAF34F1B12}"/>
              </a:ext>
            </a:extLst>
          </p:cNvPr>
          <p:cNvSpPr>
            <a:spLocks noGrp="1"/>
          </p:cNvSpPr>
          <p:nvPr>
            <p:ph type="dt" sz="half" idx="10"/>
          </p:nvPr>
        </p:nvSpPr>
        <p:spPr/>
        <p:txBody>
          <a:bodyPr/>
          <a:lstStyle>
            <a:lvl1pPr>
              <a:defRPr/>
            </a:lvl1pPr>
          </a:lstStyle>
          <a:p>
            <a:pPr>
              <a:defRPr/>
            </a:pPr>
            <a:fld id="{7F309918-A508-4D5D-BBBA-864502FA1DA4}" type="datetime1">
              <a:rPr lang="zh-CN" altLang="en-US"/>
              <a:pPr>
                <a:defRPr/>
              </a:pPr>
              <a:t>2024/11/12</a:t>
            </a:fld>
            <a:endParaRPr lang="en-US" altLang="zh-CN"/>
          </a:p>
        </p:txBody>
      </p:sp>
      <p:sp>
        <p:nvSpPr>
          <p:cNvPr id="6" name="Footer Placeholder 4">
            <a:extLst>
              <a:ext uri="{FF2B5EF4-FFF2-40B4-BE49-F238E27FC236}">
                <a16:creationId xmlns:a16="http://schemas.microsoft.com/office/drawing/2014/main" id="{AFF10B44-C818-4912-83F2-D85DAE48CAB7}"/>
              </a:ext>
            </a:extLst>
          </p:cNvPr>
          <p:cNvSpPr>
            <a:spLocks noGrp="1"/>
          </p:cNvSpPr>
          <p:nvPr>
            <p:ph type="ftr" sz="quarter" idx="11"/>
          </p:nvPr>
        </p:nvSpPr>
        <p:spPr/>
        <p:txBody>
          <a:bodyPr/>
          <a:lstStyle>
            <a:lvl1pPr>
              <a:defRPr/>
            </a:lvl1pPr>
          </a:lstStyle>
          <a:p>
            <a:pPr>
              <a:defRPr/>
            </a:pPr>
            <a:r>
              <a:rPr lang="en-US" altLang="zh-CN"/>
              <a:t>1</a:t>
            </a:r>
          </a:p>
        </p:txBody>
      </p:sp>
      <p:sp>
        <p:nvSpPr>
          <p:cNvPr id="7" name="Slide Number Placeholder 5">
            <a:extLst>
              <a:ext uri="{FF2B5EF4-FFF2-40B4-BE49-F238E27FC236}">
                <a16:creationId xmlns:a16="http://schemas.microsoft.com/office/drawing/2014/main" id="{6D7E9E49-C23E-4A69-9675-E69161FA6AE1}"/>
              </a:ext>
            </a:extLst>
          </p:cNvPr>
          <p:cNvSpPr>
            <a:spLocks noGrp="1"/>
          </p:cNvSpPr>
          <p:nvPr>
            <p:ph type="sldNum" sz="quarter" idx="12"/>
          </p:nvPr>
        </p:nvSpPr>
        <p:spPr/>
        <p:txBody>
          <a:bodyPr/>
          <a:lstStyle>
            <a:lvl1pPr>
              <a:defRPr/>
            </a:lvl1pPr>
          </a:lstStyle>
          <a:p>
            <a:pPr>
              <a:defRPr/>
            </a:pPr>
            <a:fld id="{2767504D-42C0-49BA-B6DD-1C843A77E742}" type="slidenum">
              <a:rPr lang="zh-CN" altLang="en-US"/>
              <a:pPr>
                <a:defRPr/>
              </a:pPr>
              <a:t>‹#›</a:t>
            </a:fld>
            <a:endParaRPr lang="en-US" altLang="zh-CN"/>
          </a:p>
        </p:txBody>
      </p:sp>
    </p:spTree>
    <p:extLst>
      <p:ext uri="{BB962C8B-B14F-4D97-AF65-F5344CB8AC3E}">
        <p14:creationId xmlns:p14="http://schemas.microsoft.com/office/powerpoint/2010/main" val="2202244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3">
            <a:extLst>
              <a:ext uri="{FF2B5EF4-FFF2-40B4-BE49-F238E27FC236}">
                <a16:creationId xmlns:a16="http://schemas.microsoft.com/office/drawing/2014/main" id="{CC5827A4-EB0E-40FD-9A6A-7D1067B4D695}"/>
              </a:ext>
            </a:extLst>
          </p:cNvPr>
          <p:cNvSpPr>
            <a:spLocks noGrp="1"/>
          </p:cNvSpPr>
          <p:nvPr>
            <p:ph type="dt" sz="half" idx="10"/>
          </p:nvPr>
        </p:nvSpPr>
        <p:spPr/>
        <p:txBody>
          <a:bodyPr/>
          <a:lstStyle>
            <a:lvl1pPr>
              <a:defRPr/>
            </a:lvl1pPr>
          </a:lstStyle>
          <a:p>
            <a:pPr>
              <a:defRPr/>
            </a:pPr>
            <a:fld id="{2F9C66DD-82E5-4A05-A701-42232D04C59F}" type="datetime1">
              <a:rPr lang="zh-CN" altLang="en-US"/>
              <a:pPr>
                <a:defRPr/>
              </a:pPr>
              <a:t>2024/11/12</a:t>
            </a:fld>
            <a:endParaRPr lang="en-US" altLang="zh-CN"/>
          </a:p>
        </p:txBody>
      </p:sp>
      <p:sp>
        <p:nvSpPr>
          <p:cNvPr id="8" name="Footer Placeholder 4">
            <a:extLst>
              <a:ext uri="{FF2B5EF4-FFF2-40B4-BE49-F238E27FC236}">
                <a16:creationId xmlns:a16="http://schemas.microsoft.com/office/drawing/2014/main" id="{4497C507-A3B2-4CC3-9C6E-4492295F1F58}"/>
              </a:ext>
            </a:extLst>
          </p:cNvPr>
          <p:cNvSpPr>
            <a:spLocks noGrp="1"/>
          </p:cNvSpPr>
          <p:nvPr>
            <p:ph type="ftr" sz="quarter" idx="11"/>
          </p:nvPr>
        </p:nvSpPr>
        <p:spPr/>
        <p:txBody>
          <a:bodyPr/>
          <a:lstStyle>
            <a:lvl1pPr>
              <a:defRPr/>
            </a:lvl1pPr>
          </a:lstStyle>
          <a:p>
            <a:pPr>
              <a:defRPr/>
            </a:pPr>
            <a:r>
              <a:rPr lang="en-US" altLang="zh-CN"/>
              <a:t>1</a:t>
            </a:r>
          </a:p>
        </p:txBody>
      </p:sp>
      <p:sp>
        <p:nvSpPr>
          <p:cNvPr id="9" name="Slide Number Placeholder 5">
            <a:extLst>
              <a:ext uri="{FF2B5EF4-FFF2-40B4-BE49-F238E27FC236}">
                <a16:creationId xmlns:a16="http://schemas.microsoft.com/office/drawing/2014/main" id="{C5B41C5B-7627-4B4E-95E7-A5A3E3F6FB8C}"/>
              </a:ext>
            </a:extLst>
          </p:cNvPr>
          <p:cNvSpPr>
            <a:spLocks noGrp="1"/>
          </p:cNvSpPr>
          <p:nvPr>
            <p:ph type="sldNum" sz="quarter" idx="12"/>
          </p:nvPr>
        </p:nvSpPr>
        <p:spPr/>
        <p:txBody>
          <a:bodyPr/>
          <a:lstStyle>
            <a:lvl1pPr>
              <a:defRPr/>
            </a:lvl1pPr>
          </a:lstStyle>
          <a:p>
            <a:pPr>
              <a:defRPr/>
            </a:pPr>
            <a:fld id="{07D89469-0A0E-4C57-8946-8E2D8D60409C}" type="slidenum">
              <a:rPr lang="zh-CN" altLang="en-US"/>
              <a:pPr>
                <a:defRPr/>
              </a:pPr>
              <a:t>‹#›</a:t>
            </a:fld>
            <a:endParaRPr lang="en-US" altLang="zh-CN"/>
          </a:p>
        </p:txBody>
      </p:sp>
    </p:spTree>
    <p:extLst>
      <p:ext uri="{BB962C8B-B14F-4D97-AF65-F5344CB8AC3E}">
        <p14:creationId xmlns:p14="http://schemas.microsoft.com/office/powerpoint/2010/main" val="11291883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3">
            <a:extLst>
              <a:ext uri="{FF2B5EF4-FFF2-40B4-BE49-F238E27FC236}">
                <a16:creationId xmlns:a16="http://schemas.microsoft.com/office/drawing/2014/main" id="{EA2F4FB4-8FD0-4514-9274-376247D74985}"/>
              </a:ext>
            </a:extLst>
          </p:cNvPr>
          <p:cNvSpPr>
            <a:spLocks noGrp="1"/>
          </p:cNvSpPr>
          <p:nvPr>
            <p:ph type="dt" sz="half" idx="10"/>
          </p:nvPr>
        </p:nvSpPr>
        <p:spPr/>
        <p:txBody>
          <a:bodyPr/>
          <a:lstStyle>
            <a:lvl1pPr>
              <a:defRPr/>
            </a:lvl1pPr>
          </a:lstStyle>
          <a:p>
            <a:pPr>
              <a:defRPr/>
            </a:pPr>
            <a:fld id="{35B5B308-EEC2-462F-9CE3-F59BCFF89B01}" type="datetime1">
              <a:rPr lang="zh-CN" altLang="en-US"/>
              <a:pPr>
                <a:defRPr/>
              </a:pPr>
              <a:t>2024/11/12</a:t>
            </a:fld>
            <a:endParaRPr lang="en-US" altLang="zh-CN"/>
          </a:p>
        </p:txBody>
      </p:sp>
      <p:sp>
        <p:nvSpPr>
          <p:cNvPr id="4" name="Footer Placeholder 4">
            <a:extLst>
              <a:ext uri="{FF2B5EF4-FFF2-40B4-BE49-F238E27FC236}">
                <a16:creationId xmlns:a16="http://schemas.microsoft.com/office/drawing/2014/main" id="{F381B69E-FAF2-480C-99FF-8EAE4D431559}"/>
              </a:ext>
            </a:extLst>
          </p:cNvPr>
          <p:cNvSpPr>
            <a:spLocks noGrp="1"/>
          </p:cNvSpPr>
          <p:nvPr>
            <p:ph type="ftr" sz="quarter" idx="11"/>
          </p:nvPr>
        </p:nvSpPr>
        <p:spPr/>
        <p:txBody>
          <a:bodyPr/>
          <a:lstStyle>
            <a:lvl1pPr>
              <a:defRPr/>
            </a:lvl1pPr>
          </a:lstStyle>
          <a:p>
            <a:pPr>
              <a:defRPr/>
            </a:pPr>
            <a:r>
              <a:rPr lang="en-US" altLang="zh-CN"/>
              <a:t>1</a:t>
            </a:r>
          </a:p>
        </p:txBody>
      </p:sp>
      <p:sp>
        <p:nvSpPr>
          <p:cNvPr id="5" name="Slide Number Placeholder 5">
            <a:extLst>
              <a:ext uri="{FF2B5EF4-FFF2-40B4-BE49-F238E27FC236}">
                <a16:creationId xmlns:a16="http://schemas.microsoft.com/office/drawing/2014/main" id="{4F6901F9-7D0D-4BEC-A7FA-8C9707BFEE9C}"/>
              </a:ext>
            </a:extLst>
          </p:cNvPr>
          <p:cNvSpPr>
            <a:spLocks noGrp="1"/>
          </p:cNvSpPr>
          <p:nvPr>
            <p:ph type="sldNum" sz="quarter" idx="12"/>
          </p:nvPr>
        </p:nvSpPr>
        <p:spPr/>
        <p:txBody>
          <a:bodyPr/>
          <a:lstStyle>
            <a:lvl1pPr>
              <a:defRPr/>
            </a:lvl1pPr>
          </a:lstStyle>
          <a:p>
            <a:pPr>
              <a:defRPr/>
            </a:pPr>
            <a:fld id="{8E012415-8980-48BF-8549-C5F44529D95F}" type="slidenum">
              <a:rPr lang="zh-CN" altLang="en-US"/>
              <a:pPr>
                <a:defRPr/>
              </a:pPr>
              <a:t>‹#›</a:t>
            </a:fld>
            <a:endParaRPr lang="en-US" altLang="zh-CN"/>
          </a:p>
        </p:txBody>
      </p:sp>
    </p:spTree>
    <p:extLst>
      <p:ext uri="{BB962C8B-B14F-4D97-AF65-F5344CB8AC3E}">
        <p14:creationId xmlns:p14="http://schemas.microsoft.com/office/powerpoint/2010/main" val="32960904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6B861D9C-0B67-402E-89FC-8098B7971452}"/>
              </a:ext>
            </a:extLst>
          </p:cNvPr>
          <p:cNvSpPr>
            <a:spLocks noGrp="1"/>
          </p:cNvSpPr>
          <p:nvPr>
            <p:ph type="dt" sz="half" idx="10"/>
          </p:nvPr>
        </p:nvSpPr>
        <p:spPr/>
        <p:txBody>
          <a:bodyPr/>
          <a:lstStyle>
            <a:lvl1pPr>
              <a:defRPr/>
            </a:lvl1pPr>
          </a:lstStyle>
          <a:p>
            <a:pPr>
              <a:defRPr/>
            </a:pPr>
            <a:fld id="{982A6110-D6AE-4088-8A98-45449722EC33}" type="datetime1">
              <a:rPr lang="zh-CN" altLang="en-US"/>
              <a:pPr>
                <a:defRPr/>
              </a:pPr>
              <a:t>2024/11/12</a:t>
            </a:fld>
            <a:endParaRPr lang="en-US" altLang="zh-CN"/>
          </a:p>
        </p:txBody>
      </p:sp>
      <p:sp>
        <p:nvSpPr>
          <p:cNvPr id="3" name="Footer Placeholder 4">
            <a:extLst>
              <a:ext uri="{FF2B5EF4-FFF2-40B4-BE49-F238E27FC236}">
                <a16:creationId xmlns:a16="http://schemas.microsoft.com/office/drawing/2014/main" id="{099D406C-F85C-454E-A2B0-70D636FC8759}"/>
              </a:ext>
            </a:extLst>
          </p:cNvPr>
          <p:cNvSpPr>
            <a:spLocks noGrp="1"/>
          </p:cNvSpPr>
          <p:nvPr>
            <p:ph type="ftr" sz="quarter" idx="11"/>
          </p:nvPr>
        </p:nvSpPr>
        <p:spPr/>
        <p:txBody>
          <a:bodyPr/>
          <a:lstStyle>
            <a:lvl1pPr>
              <a:defRPr/>
            </a:lvl1pPr>
          </a:lstStyle>
          <a:p>
            <a:pPr>
              <a:defRPr/>
            </a:pPr>
            <a:r>
              <a:rPr lang="en-US" altLang="zh-CN"/>
              <a:t>1</a:t>
            </a:r>
          </a:p>
        </p:txBody>
      </p:sp>
      <p:sp>
        <p:nvSpPr>
          <p:cNvPr id="4" name="Slide Number Placeholder 5">
            <a:extLst>
              <a:ext uri="{FF2B5EF4-FFF2-40B4-BE49-F238E27FC236}">
                <a16:creationId xmlns:a16="http://schemas.microsoft.com/office/drawing/2014/main" id="{7D5B1FC5-5283-47ED-AB88-3C2FECD537A6}"/>
              </a:ext>
            </a:extLst>
          </p:cNvPr>
          <p:cNvSpPr>
            <a:spLocks noGrp="1"/>
          </p:cNvSpPr>
          <p:nvPr>
            <p:ph type="sldNum" sz="quarter" idx="12"/>
          </p:nvPr>
        </p:nvSpPr>
        <p:spPr/>
        <p:txBody>
          <a:bodyPr/>
          <a:lstStyle>
            <a:lvl1pPr>
              <a:defRPr/>
            </a:lvl1pPr>
          </a:lstStyle>
          <a:p>
            <a:pPr>
              <a:defRPr/>
            </a:pPr>
            <a:fld id="{3C397461-5C58-43B8-B583-BD0603F91EB8}" type="slidenum">
              <a:rPr lang="zh-CN" altLang="en-US"/>
              <a:pPr>
                <a:defRPr/>
              </a:pPr>
              <a:t>‹#›</a:t>
            </a:fld>
            <a:endParaRPr lang="en-US" altLang="zh-CN"/>
          </a:p>
        </p:txBody>
      </p:sp>
    </p:spTree>
    <p:extLst>
      <p:ext uri="{BB962C8B-B14F-4D97-AF65-F5344CB8AC3E}">
        <p14:creationId xmlns:p14="http://schemas.microsoft.com/office/powerpoint/2010/main" val="3556885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3">
            <a:extLst>
              <a:ext uri="{FF2B5EF4-FFF2-40B4-BE49-F238E27FC236}">
                <a16:creationId xmlns:a16="http://schemas.microsoft.com/office/drawing/2014/main" id="{88E5411B-80C8-407E-9728-62A9C07A6C70}"/>
              </a:ext>
            </a:extLst>
          </p:cNvPr>
          <p:cNvSpPr>
            <a:spLocks noGrp="1"/>
          </p:cNvSpPr>
          <p:nvPr>
            <p:ph type="dt" sz="half" idx="10"/>
          </p:nvPr>
        </p:nvSpPr>
        <p:spPr/>
        <p:txBody>
          <a:bodyPr/>
          <a:lstStyle>
            <a:lvl1pPr>
              <a:defRPr/>
            </a:lvl1pPr>
          </a:lstStyle>
          <a:p>
            <a:pPr>
              <a:defRPr/>
            </a:pPr>
            <a:fld id="{06246297-517E-459D-B1FE-840B06D99727}" type="datetime1">
              <a:rPr lang="zh-CN" altLang="en-US"/>
              <a:pPr>
                <a:defRPr/>
              </a:pPr>
              <a:t>2024/11/12</a:t>
            </a:fld>
            <a:endParaRPr lang="en-US" altLang="zh-CN"/>
          </a:p>
        </p:txBody>
      </p:sp>
      <p:sp>
        <p:nvSpPr>
          <p:cNvPr id="6" name="Footer Placeholder 4">
            <a:extLst>
              <a:ext uri="{FF2B5EF4-FFF2-40B4-BE49-F238E27FC236}">
                <a16:creationId xmlns:a16="http://schemas.microsoft.com/office/drawing/2014/main" id="{3FEC4788-B823-44D5-9D4D-B07F8C9DF81A}"/>
              </a:ext>
            </a:extLst>
          </p:cNvPr>
          <p:cNvSpPr>
            <a:spLocks noGrp="1"/>
          </p:cNvSpPr>
          <p:nvPr>
            <p:ph type="ftr" sz="quarter" idx="11"/>
          </p:nvPr>
        </p:nvSpPr>
        <p:spPr/>
        <p:txBody>
          <a:bodyPr/>
          <a:lstStyle>
            <a:lvl1pPr>
              <a:defRPr/>
            </a:lvl1pPr>
          </a:lstStyle>
          <a:p>
            <a:pPr>
              <a:defRPr/>
            </a:pPr>
            <a:r>
              <a:rPr lang="en-US" altLang="zh-CN"/>
              <a:t>1</a:t>
            </a:r>
          </a:p>
        </p:txBody>
      </p:sp>
      <p:sp>
        <p:nvSpPr>
          <p:cNvPr id="7" name="Slide Number Placeholder 5">
            <a:extLst>
              <a:ext uri="{FF2B5EF4-FFF2-40B4-BE49-F238E27FC236}">
                <a16:creationId xmlns:a16="http://schemas.microsoft.com/office/drawing/2014/main" id="{A96E6BD8-2DD8-4BBB-A34D-CB3334962F50}"/>
              </a:ext>
            </a:extLst>
          </p:cNvPr>
          <p:cNvSpPr>
            <a:spLocks noGrp="1"/>
          </p:cNvSpPr>
          <p:nvPr>
            <p:ph type="sldNum" sz="quarter" idx="12"/>
          </p:nvPr>
        </p:nvSpPr>
        <p:spPr/>
        <p:txBody>
          <a:bodyPr/>
          <a:lstStyle>
            <a:lvl1pPr>
              <a:defRPr/>
            </a:lvl1pPr>
          </a:lstStyle>
          <a:p>
            <a:pPr>
              <a:defRPr/>
            </a:pPr>
            <a:fld id="{FD5E18C2-39D5-4074-BB26-44D021A6A191}" type="slidenum">
              <a:rPr lang="zh-CN" altLang="en-US"/>
              <a:pPr>
                <a:defRPr/>
              </a:pPr>
              <a:t>‹#›</a:t>
            </a:fld>
            <a:endParaRPr lang="en-US" altLang="zh-CN"/>
          </a:p>
        </p:txBody>
      </p:sp>
    </p:spTree>
    <p:extLst>
      <p:ext uri="{BB962C8B-B14F-4D97-AF65-F5344CB8AC3E}">
        <p14:creationId xmlns:p14="http://schemas.microsoft.com/office/powerpoint/2010/main" val="24217338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3">
            <a:extLst>
              <a:ext uri="{FF2B5EF4-FFF2-40B4-BE49-F238E27FC236}">
                <a16:creationId xmlns:a16="http://schemas.microsoft.com/office/drawing/2014/main" id="{0E631239-BC29-4F82-AE27-9F51AB603756}"/>
              </a:ext>
            </a:extLst>
          </p:cNvPr>
          <p:cNvSpPr>
            <a:spLocks noGrp="1"/>
          </p:cNvSpPr>
          <p:nvPr>
            <p:ph type="dt" sz="half" idx="10"/>
          </p:nvPr>
        </p:nvSpPr>
        <p:spPr/>
        <p:txBody>
          <a:bodyPr/>
          <a:lstStyle>
            <a:lvl1pPr>
              <a:defRPr/>
            </a:lvl1pPr>
          </a:lstStyle>
          <a:p>
            <a:pPr>
              <a:defRPr/>
            </a:pPr>
            <a:fld id="{B633E271-E1DB-46C2-BB2A-E991872663A4}" type="datetime1">
              <a:rPr lang="zh-CN" altLang="en-US"/>
              <a:pPr>
                <a:defRPr/>
              </a:pPr>
              <a:t>2024/11/12</a:t>
            </a:fld>
            <a:endParaRPr lang="en-US" altLang="zh-CN"/>
          </a:p>
        </p:txBody>
      </p:sp>
      <p:sp>
        <p:nvSpPr>
          <p:cNvPr id="6" name="Footer Placeholder 4">
            <a:extLst>
              <a:ext uri="{FF2B5EF4-FFF2-40B4-BE49-F238E27FC236}">
                <a16:creationId xmlns:a16="http://schemas.microsoft.com/office/drawing/2014/main" id="{40ECF71C-0FEB-46EC-9286-C80543F90F92}"/>
              </a:ext>
            </a:extLst>
          </p:cNvPr>
          <p:cNvSpPr>
            <a:spLocks noGrp="1"/>
          </p:cNvSpPr>
          <p:nvPr>
            <p:ph type="ftr" sz="quarter" idx="11"/>
          </p:nvPr>
        </p:nvSpPr>
        <p:spPr/>
        <p:txBody>
          <a:bodyPr/>
          <a:lstStyle>
            <a:lvl1pPr>
              <a:defRPr/>
            </a:lvl1pPr>
          </a:lstStyle>
          <a:p>
            <a:pPr>
              <a:defRPr/>
            </a:pPr>
            <a:r>
              <a:rPr lang="en-US" altLang="zh-CN"/>
              <a:t>1</a:t>
            </a:r>
          </a:p>
        </p:txBody>
      </p:sp>
      <p:sp>
        <p:nvSpPr>
          <p:cNvPr id="7" name="Slide Number Placeholder 5">
            <a:extLst>
              <a:ext uri="{FF2B5EF4-FFF2-40B4-BE49-F238E27FC236}">
                <a16:creationId xmlns:a16="http://schemas.microsoft.com/office/drawing/2014/main" id="{5564E96A-46EA-4079-9FF5-237C423390A5}"/>
              </a:ext>
            </a:extLst>
          </p:cNvPr>
          <p:cNvSpPr>
            <a:spLocks noGrp="1"/>
          </p:cNvSpPr>
          <p:nvPr>
            <p:ph type="sldNum" sz="quarter" idx="12"/>
          </p:nvPr>
        </p:nvSpPr>
        <p:spPr/>
        <p:txBody>
          <a:bodyPr/>
          <a:lstStyle>
            <a:lvl1pPr>
              <a:defRPr/>
            </a:lvl1pPr>
          </a:lstStyle>
          <a:p>
            <a:pPr>
              <a:defRPr/>
            </a:pPr>
            <a:fld id="{7FEEF2F0-938B-4E70-930D-D3C75B567226}" type="slidenum">
              <a:rPr lang="zh-CN" altLang="en-US"/>
              <a:pPr>
                <a:defRPr/>
              </a:pPr>
              <a:t>‹#›</a:t>
            </a:fld>
            <a:endParaRPr lang="en-US" altLang="zh-CN"/>
          </a:p>
        </p:txBody>
      </p:sp>
    </p:spTree>
    <p:extLst>
      <p:ext uri="{BB962C8B-B14F-4D97-AF65-F5344CB8AC3E}">
        <p14:creationId xmlns:p14="http://schemas.microsoft.com/office/powerpoint/2010/main" val="4181608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a:extLst>
              <a:ext uri="{FF2B5EF4-FFF2-40B4-BE49-F238E27FC236}">
                <a16:creationId xmlns:a16="http://schemas.microsoft.com/office/drawing/2014/main" id="{F497E508-56AE-410F-9B16-AFF06F75CCB7}"/>
              </a:ext>
            </a:extLst>
          </p:cNvPr>
          <p:cNvSpPr>
            <a:spLocks noGrp="1"/>
          </p:cNvSpPr>
          <p:nvPr>
            <p:ph type="dt" sz="half" idx="10"/>
          </p:nvPr>
        </p:nvSpPr>
        <p:spPr/>
        <p:txBody>
          <a:bodyPr/>
          <a:lstStyle>
            <a:lvl1pPr>
              <a:defRPr/>
            </a:lvl1pPr>
          </a:lstStyle>
          <a:p>
            <a:pPr>
              <a:defRPr/>
            </a:pPr>
            <a:fld id="{1FF54A75-B04F-4720-BDFD-7CBB93F1A126}" type="datetime1">
              <a:rPr lang="zh-CN" altLang="en-US"/>
              <a:pPr>
                <a:defRPr/>
              </a:pPr>
              <a:t>2024/11/12</a:t>
            </a:fld>
            <a:endParaRPr lang="en-US" altLang="zh-CN"/>
          </a:p>
        </p:txBody>
      </p:sp>
      <p:sp>
        <p:nvSpPr>
          <p:cNvPr id="5" name="Footer Placeholder 4">
            <a:extLst>
              <a:ext uri="{FF2B5EF4-FFF2-40B4-BE49-F238E27FC236}">
                <a16:creationId xmlns:a16="http://schemas.microsoft.com/office/drawing/2014/main" id="{7B551D83-7ADC-4AFE-9CA8-FA7BBFA91EB2}"/>
              </a:ext>
            </a:extLst>
          </p:cNvPr>
          <p:cNvSpPr>
            <a:spLocks noGrp="1"/>
          </p:cNvSpPr>
          <p:nvPr>
            <p:ph type="ftr" sz="quarter" idx="11"/>
          </p:nvPr>
        </p:nvSpPr>
        <p:spPr/>
        <p:txBody>
          <a:bodyPr/>
          <a:lstStyle>
            <a:lvl1pPr>
              <a:defRPr/>
            </a:lvl1pPr>
          </a:lstStyle>
          <a:p>
            <a:pPr>
              <a:defRPr/>
            </a:pPr>
            <a:r>
              <a:rPr lang="en-US" altLang="zh-CN"/>
              <a:t>1</a:t>
            </a:r>
          </a:p>
        </p:txBody>
      </p:sp>
      <p:sp>
        <p:nvSpPr>
          <p:cNvPr id="6" name="Slide Number Placeholder 5">
            <a:extLst>
              <a:ext uri="{FF2B5EF4-FFF2-40B4-BE49-F238E27FC236}">
                <a16:creationId xmlns:a16="http://schemas.microsoft.com/office/drawing/2014/main" id="{18A63C18-B600-4DE5-BE5A-ECA45FB591EC}"/>
              </a:ext>
            </a:extLst>
          </p:cNvPr>
          <p:cNvSpPr>
            <a:spLocks noGrp="1"/>
          </p:cNvSpPr>
          <p:nvPr>
            <p:ph type="sldNum" sz="quarter" idx="12"/>
          </p:nvPr>
        </p:nvSpPr>
        <p:spPr/>
        <p:txBody>
          <a:bodyPr/>
          <a:lstStyle>
            <a:lvl1pPr>
              <a:defRPr/>
            </a:lvl1pPr>
          </a:lstStyle>
          <a:p>
            <a:pPr>
              <a:defRPr/>
            </a:pPr>
            <a:fld id="{C308F885-8841-4348-8CC3-0021CCB83490}" type="slidenum">
              <a:rPr lang="zh-CN" altLang="en-US"/>
              <a:pPr>
                <a:defRPr/>
              </a:pPr>
              <a:t>‹#›</a:t>
            </a:fld>
            <a:endParaRPr lang="en-US" altLang="zh-CN"/>
          </a:p>
        </p:txBody>
      </p:sp>
    </p:spTree>
    <p:extLst>
      <p:ext uri="{BB962C8B-B14F-4D97-AF65-F5344CB8AC3E}">
        <p14:creationId xmlns:p14="http://schemas.microsoft.com/office/powerpoint/2010/main" val="20024494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a:extLst>
              <a:ext uri="{FF2B5EF4-FFF2-40B4-BE49-F238E27FC236}">
                <a16:creationId xmlns:a16="http://schemas.microsoft.com/office/drawing/2014/main" id="{F283937E-A7D5-4CE4-A5FC-911D1E42E008}"/>
              </a:ext>
            </a:extLst>
          </p:cNvPr>
          <p:cNvSpPr>
            <a:spLocks noGrp="1"/>
          </p:cNvSpPr>
          <p:nvPr>
            <p:ph type="dt" sz="half" idx="10"/>
          </p:nvPr>
        </p:nvSpPr>
        <p:spPr/>
        <p:txBody>
          <a:bodyPr/>
          <a:lstStyle>
            <a:lvl1pPr>
              <a:defRPr/>
            </a:lvl1pPr>
          </a:lstStyle>
          <a:p>
            <a:pPr>
              <a:defRPr/>
            </a:pPr>
            <a:fld id="{AC6AFAEF-5764-4E5B-8AE2-22FDAF63D6B3}" type="datetime1">
              <a:rPr lang="zh-CN" altLang="en-US"/>
              <a:pPr>
                <a:defRPr/>
              </a:pPr>
              <a:t>2024/11/12</a:t>
            </a:fld>
            <a:endParaRPr lang="en-US" altLang="zh-CN"/>
          </a:p>
        </p:txBody>
      </p:sp>
      <p:sp>
        <p:nvSpPr>
          <p:cNvPr id="5" name="Footer Placeholder 4">
            <a:extLst>
              <a:ext uri="{FF2B5EF4-FFF2-40B4-BE49-F238E27FC236}">
                <a16:creationId xmlns:a16="http://schemas.microsoft.com/office/drawing/2014/main" id="{7FB44162-850B-4AF7-976E-9CA3CC4CC362}"/>
              </a:ext>
            </a:extLst>
          </p:cNvPr>
          <p:cNvSpPr>
            <a:spLocks noGrp="1"/>
          </p:cNvSpPr>
          <p:nvPr>
            <p:ph type="ftr" sz="quarter" idx="11"/>
          </p:nvPr>
        </p:nvSpPr>
        <p:spPr/>
        <p:txBody>
          <a:bodyPr/>
          <a:lstStyle>
            <a:lvl1pPr>
              <a:defRPr/>
            </a:lvl1pPr>
          </a:lstStyle>
          <a:p>
            <a:pPr>
              <a:defRPr/>
            </a:pPr>
            <a:r>
              <a:rPr lang="en-US" altLang="zh-CN"/>
              <a:t>1</a:t>
            </a:r>
          </a:p>
        </p:txBody>
      </p:sp>
      <p:sp>
        <p:nvSpPr>
          <p:cNvPr id="6" name="Slide Number Placeholder 5">
            <a:extLst>
              <a:ext uri="{FF2B5EF4-FFF2-40B4-BE49-F238E27FC236}">
                <a16:creationId xmlns:a16="http://schemas.microsoft.com/office/drawing/2014/main" id="{FA72651B-2980-4A45-8316-EF58AEACE09D}"/>
              </a:ext>
            </a:extLst>
          </p:cNvPr>
          <p:cNvSpPr>
            <a:spLocks noGrp="1"/>
          </p:cNvSpPr>
          <p:nvPr>
            <p:ph type="sldNum" sz="quarter" idx="12"/>
          </p:nvPr>
        </p:nvSpPr>
        <p:spPr/>
        <p:txBody>
          <a:bodyPr/>
          <a:lstStyle>
            <a:lvl1pPr>
              <a:defRPr/>
            </a:lvl1pPr>
          </a:lstStyle>
          <a:p>
            <a:pPr>
              <a:defRPr/>
            </a:pPr>
            <a:fld id="{ACFC5513-5D5A-42D6-AAB0-7F26103DA420}" type="slidenum">
              <a:rPr lang="zh-CN" altLang="en-US"/>
              <a:pPr>
                <a:defRPr/>
              </a:pPr>
              <a:t>‹#›</a:t>
            </a:fld>
            <a:endParaRPr lang="en-US" altLang="zh-CN"/>
          </a:p>
        </p:txBody>
      </p:sp>
    </p:spTree>
    <p:extLst>
      <p:ext uri="{BB962C8B-B14F-4D97-AF65-F5344CB8AC3E}">
        <p14:creationId xmlns:p14="http://schemas.microsoft.com/office/powerpoint/2010/main" val="34160237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Text Placeholder 2"/>
          <p:cNvSpPr>
            <a:spLocks noGrp="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Date Placeholder 3">
            <a:extLst>
              <a:ext uri="{FF2B5EF4-FFF2-40B4-BE49-F238E27FC236}">
                <a16:creationId xmlns:a16="http://schemas.microsoft.com/office/drawing/2014/main" id="{884874F1-BBDD-4976-9D9F-1CC110D44FFE}"/>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fld id="{762D1660-CFA3-451E-9F2A-504BF105CE8E}" type="datetime1">
              <a:rPr lang="zh-CN" altLang="en-US"/>
              <a:pPr>
                <a:defRPr/>
              </a:pPr>
              <a:t>2024/11/12</a:t>
            </a:fld>
            <a:endParaRPr lang="en-US" altLang="zh-CN"/>
          </a:p>
        </p:txBody>
      </p:sp>
      <p:sp>
        <p:nvSpPr>
          <p:cNvPr id="5" name="Footer Placeholder 4">
            <a:extLst>
              <a:ext uri="{FF2B5EF4-FFF2-40B4-BE49-F238E27FC236}">
                <a16:creationId xmlns:a16="http://schemas.microsoft.com/office/drawing/2014/main" id="{54A90476-91D2-43ED-A708-652829CE113E}"/>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r>
              <a:rPr lang="en-US" altLang="zh-CN"/>
              <a:t>1</a:t>
            </a:r>
          </a:p>
        </p:txBody>
      </p:sp>
      <p:sp>
        <p:nvSpPr>
          <p:cNvPr id="6" name="Slide Number Placeholder 5">
            <a:extLst>
              <a:ext uri="{FF2B5EF4-FFF2-40B4-BE49-F238E27FC236}">
                <a16:creationId xmlns:a16="http://schemas.microsoft.com/office/drawing/2014/main" id="{6E04BE0A-87DC-4426-A75D-9BA7C0EFB6B7}"/>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defRPr>
            </a:lvl1pPr>
          </a:lstStyle>
          <a:p>
            <a:pPr>
              <a:defRPr/>
            </a:pPr>
            <a:fld id="{35034B39-0FB3-4637-BA93-9CCED0EC9A44}" type="slidenum">
              <a:rPr lang="zh-CN" altLang="en-US"/>
              <a:pPr>
                <a:defRPr/>
              </a:pPr>
              <a:t>‹#›</a:t>
            </a:fld>
            <a:endParaRPr lang="en-US" altLang="zh-CN"/>
          </a:p>
        </p:txBody>
      </p:sp>
      <p:sp>
        <p:nvSpPr>
          <p:cNvPr id="7" name="Rectangle 20">
            <a:extLst>
              <a:ext uri="{FF2B5EF4-FFF2-40B4-BE49-F238E27FC236}">
                <a16:creationId xmlns:a16="http://schemas.microsoft.com/office/drawing/2014/main" id="{9C8BAC42-50FE-4984-B61E-0BA6368B0CEC}"/>
              </a:ext>
            </a:extLst>
          </p:cNvPr>
          <p:cNvSpPr>
            <a:spLocks noChangeArrowheads="1"/>
          </p:cNvSpPr>
          <p:nvPr userDrawn="1"/>
        </p:nvSpPr>
        <p:spPr bwMode="auto">
          <a:xfrm>
            <a:off x="7543800" y="6400800"/>
            <a:ext cx="539750" cy="36513"/>
          </a:xfrm>
          <a:prstGeom prst="rect">
            <a:avLst/>
          </a:prstGeom>
          <a:solidFill>
            <a:srgbClr val="4BA19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endParaRPr lang="zh-CN" altLang="en-US"/>
          </a:p>
        </p:txBody>
      </p:sp>
      <p:sp>
        <p:nvSpPr>
          <p:cNvPr id="8" name="Rectangle 21">
            <a:extLst>
              <a:ext uri="{FF2B5EF4-FFF2-40B4-BE49-F238E27FC236}">
                <a16:creationId xmlns:a16="http://schemas.microsoft.com/office/drawing/2014/main" id="{116D37DC-E1A8-4627-A73B-2BEC10ACC0FC}"/>
              </a:ext>
            </a:extLst>
          </p:cNvPr>
          <p:cNvSpPr>
            <a:spLocks noChangeArrowheads="1"/>
          </p:cNvSpPr>
          <p:nvPr userDrawn="1"/>
        </p:nvSpPr>
        <p:spPr bwMode="auto">
          <a:xfrm>
            <a:off x="8458200" y="6400800"/>
            <a:ext cx="539750" cy="36513"/>
          </a:xfrm>
          <a:prstGeom prst="rect">
            <a:avLst/>
          </a:prstGeom>
          <a:solidFill>
            <a:srgbClr val="4BA19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endParaRPr lang="zh-CN" altLang="en-US"/>
          </a:p>
        </p:txBody>
      </p:sp>
    </p:spTree>
  </p:cSld>
  <p:clrMap bg1="lt1" tx1="dk1" bg2="lt2" tx2="dk2" accent1="accent1" accent2="accent2" accent3="accent3" accent4="accent4" accent5="accent5" accent6="accent6" hlink="hlink" folHlink="folHlink"/>
  <p:sldLayoutIdLst>
    <p:sldLayoutId id="2147484184" r:id="rId1"/>
    <p:sldLayoutId id="2147484185" r:id="rId2"/>
    <p:sldLayoutId id="2147484186" r:id="rId3"/>
    <p:sldLayoutId id="2147484187" r:id="rId4"/>
    <p:sldLayoutId id="2147484188" r:id="rId5"/>
    <p:sldLayoutId id="2147484189" r:id="rId6"/>
    <p:sldLayoutId id="2147484190" r:id="rId7"/>
    <p:sldLayoutId id="2147484191" r:id="rId8"/>
    <p:sldLayoutId id="2147484192" r:id="rId9"/>
    <p:sldLayoutId id="2147484193" r:id="rId10"/>
    <p:sldLayoutId id="2147484194" r:id="rId11"/>
  </p:sldLayoutIdLst>
  <p:hf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2.xml"/><Relationship Id="rId7" Type="http://schemas.openxmlformats.org/officeDocument/2006/relationships/image" Target="../media/image3.wmf"/><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2.wmf"/><Relationship Id="rId4" Type="http://schemas.openxmlformats.org/officeDocument/2006/relationships/oleObject" Target="../embeddings/oleObject1.bin"/><Relationship Id="rId9" Type="http://schemas.openxmlformats.org/officeDocument/2006/relationships/image" Target="../media/image4.w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5.wmf"/></Relationships>
</file>

<file path=ppt/slides/_rels/slide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12.wmf"/><Relationship Id="rId5" Type="http://schemas.openxmlformats.org/officeDocument/2006/relationships/oleObject" Target="../embeddings/oleObject6.bin"/><Relationship Id="rId4" Type="http://schemas.openxmlformats.org/officeDocument/2006/relationships/image" Target="../media/image11.w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14.wmf"/><Relationship Id="rId5" Type="http://schemas.openxmlformats.org/officeDocument/2006/relationships/oleObject" Target="../embeddings/oleObject8.bin"/><Relationship Id="rId4" Type="http://schemas.openxmlformats.org/officeDocument/2006/relationships/image" Target="../media/image13.wmf"/></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11.bin"/><Relationship Id="rId3" Type="http://schemas.openxmlformats.org/officeDocument/2006/relationships/notesSlide" Target="../notesSlides/notesSlide4.xml"/><Relationship Id="rId7" Type="http://schemas.openxmlformats.org/officeDocument/2006/relationships/image" Target="../media/image16.wmf"/><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oleObject" Target="../embeddings/oleObject10.bin"/><Relationship Id="rId5" Type="http://schemas.openxmlformats.org/officeDocument/2006/relationships/image" Target="../media/image15.wmf"/><Relationship Id="rId4" Type="http://schemas.openxmlformats.org/officeDocument/2006/relationships/oleObject" Target="../embeddings/oleObject9.bin"/><Relationship Id="rId9" Type="http://schemas.openxmlformats.org/officeDocument/2006/relationships/image" Target="../media/image17.w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7.xml"/><Relationship Id="rId1" Type="http://schemas.openxmlformats.org/officeDocument/2006/relationships/vmlDrawing" Target="../drawings/vmlDrawing6.vml"/><Relationship Id="rId4" Type="http://schemas.openxmlformats.org/officeDocument/2006/relationships/image" Target="../media/image18.emf"/></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jpe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7.xml"/><Relationship Id="rId1" Type="http://schemas.openxmlformats.org/officeDocument/2006/relationships/vmlDrawing" Target="../drawings/vmlDrawing7.vml"/><Relationship Id="rId4" Type="http://schemas.openxmlformats.org/officeDocument/2006/relationships/image" Target="../media/image26.w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7.xml"/><Relationship Id="rId1" Type="http://schemas.openxmlformats.org/officeDocument/2006/relationships/vmlDrawing" Target="../drawings/vmlDrawing8.vml"/><Relationship Id="rId4" Type="http://schemas.openxmlformats.org/officeDocument/2006/relationships/image" Target="../media/image27.w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8" Type="http://schemas.openxmlformats.org/officeDocument/2006/relationships/image" Target="../media/image30.wmf"/><Relationship Id="rId13" Type="http://schemas.openxmlformats.org/officeDocument/2006/relationships/oleObject" Target="../embeddings/oleObject20.bin"/><Relationship Id="rId18" Type="http://schemas.openxmlformats.org/officeDocument/2006/relationships/image" Target="../media/image35.wmf"/><Relationship Id="rId3" Type="http://schemas.openxmlformats.org/officeDocument/2006/relationships/oleObject" Target="../embeddings/oleObject15.bin"/><Relationship Id="rId7" Type="http://schemas.openxmlformats.org/officeDocument/2006/relationships/oleObject" Target="../embeddings/oleObject17.bin"/><Relationship Id="rId12" Type="http://schemas.openxmlformats.org/officeDocument/2006/relationships/image" Target="../media/image32.wmf"/><Relationship Id="rId17" Type="http://schemas.openxmlformats.org/officeDocument/2006/relationships/oleObject" Target="../embeddings/oleObject22.bin"/><Relationship Id="rId2" Type="http://schemas.openxmlformats.org/officeDocument/2006/relationships/slideLayout" Target="../slideLayouts/slideLayout7.xml"/><Relationship Id="rId16" Type="http://schemas.openxmlformats.org/officeDocument/2006/relationships/image" Target="../media/image34.wmf"/><Relationship Id="rId1" Type="http://schemas.openxmlformats.org/officeDocument/2006/relationships/vmlDrawing" Target="../drawings/vmlDrawing9.vml"/><Relationship Id="rId6" Type="http://schemas.openxmlformats.org/officeDocument/2006/relationships/image" Target="../media/image29.wmf"/><Relationship Id="rId11" Type="http://schemas.openxmlformats.org/officeDocument/2006/relationships/oleObject" Target="../embeddings/oleObject19.bin"/><Relationship Id="rId5" Type="http://schemas.openxmlformats.org/officeDocument/2006/relationships/oleObject" Target="../embeddings/oleObject16.bin"/><Relationship Id="rId15" Type="http://schemas.openxmlformats.org/officeDocument/2006/relationships/oleObject" Target="../embeddings/oleObject21.bin"/><Relationship Id="rId10" Type="http://schemas.openxmlformats.org/officeDocument/2006/relationships/image" Target="../media/image31.wmf"/><Relationship Id="rId4" Type="http://schemas.openxmlformats.org/officeDocument/2006/relationships/image" Target="../media/image28.wmf"/><Relationship Id="rId9" Type="http://schemas.openxmlformats.org/officeDocument/2006/relationships/oleObject" Target="../embeddings/oleObject18.bin"/><Relationship Id="rId14" Type="http://schemas.openxmlformats.org/officeDocument/2006/relationships/image" Target="../media/image33.wmf"/></Relationships>
</file>

<file path=ppt/slides/_rels/slide22.xml.rels><?xml version="1.0" encoding="UTF-8" standalone="yes"?>
<Relationships xmlns="http://schemas.openxmlformats.org/package/2006/relationships"><Relationship Id="rId8" Type="http://schemas.openxmlformats.org/officeDocument/2006/relationships/image" Target="../media/image38.wmf"/><Relationship Id="rId13" Type="http://schemas.openxmlformats.org/officeDocument/2006/relationships/oleObject" Target="../embeddings/oleObject28.bin"/><Relationship Id="rId18" Type="http://schemas.openxmlformats.org/officeDocument/2006/relationships/image" Target="../media/image43.wmf"/><Relationship Id="rId3" Type="http://schemas.openxmlformats.org/officeDocument/2006/relationships/oleObject" Target="../embeddings/oleObject23.bin"/><Relationship Id="rId7" Type="http://schemas.openxmlformats.org/officeDocument/2006/relationships/oleObject" Target="../embeddings/oleObject25.bin"/><Relationship Id="rId12" Type="http://schemas.openxmlformats.org/officeDocument/2006/relationships/image" Target="../media/image40.wmf"/><Relationship Id="rId17" Type="http://schemas.openxmlformats.org/officeDocument/2006/relationships/oleObject" Target="../embeddings/oleObject30.bin"/><Relationship Id="rId2" Type="http://schemas.openxmlformats.org/officeDocument/2006/relationships/slideLayout" Target="../slideLayouts/slideLayout7.xml"/><Relationship Id="rId16" Type="http://schemas.openxmlformats.org/officeDocument/2006/relationships/image" Target="../media/image42.wmf"/><Relationship Id="rId1" Type="http://schemas.openxmlformats.org/officeDocument/2006/relationships/vmlDrawing" Target="../drawings/vmlDrawing10.vml"/><Relationship Id="rId6" Type="http://schemas.openxmlformats.org/officeDocument/2006/relationships/image" Target="../media/image37.wmf"/><Relationship Id="rId11" Type="http://schemas.openxmlformats.org/officeDocument/2006/relationships/oleObject" Target="../embeddings/oleObject27.bin"/><Relationship Id="rId5" Type="http://schemas.openxmlformats.org/officeDocument/2006/relationships/oleObject" Target="../embeddings/oleObject24.bin"/><Relationship Id="rId15" Type="http://schemas.openxmlformats.org/officeDocument/2006/relationships/oleObject" Target="../embeddings/oleObject29.bin"/><Relationship Id="rId10" Type="http://schemas.openxmlformats.org/officeDocument/2006/relationships/image" Target="../media/image39.wmf"/><Relationship Id="rId19" Type="http://schemas.openxmlformats.org/officeDocument/2006/relationships/image" Target="../media/image148.png"/><Relationship Id="rId4" Type="http://schemas.openxmlformats.org/officeDocument/2006/relationships/image" Target="../media/image36.wmf"/><Relationship Id="rId9" Type="http://schemas.openxmlformats.org/officeDocument/2006/relationships/oleObject" Target="../embeddings/oleObject26.bin"/><Relationship Id="rId14" Type="http://schemas.openxmlformats.org/officeDocument/2006/relationships/image" Target="../media/image41.w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51.emf"/><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8" Type="http://schemas.openxmlformats.org/officeDocument/2006/relationships/image" Target="../media/image54.wmf"/><Relationship Id="rId3" Type="http://schemas.openxmlformats.org/officeDocument/2006/relationships/oleObject" Target="../embeddings/oleObject31.bin"/><Relationship Id="rId7" Type="http://schemas.openxmlformats.org/officeDocument/2006/relationships/oleObject" Target="../embeddings/oleObject33.bin"/><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53.wmf"/><Relationship Id="rId5" Type="http://schemas.openxmlformats.org/officeDocument/2006/relationships/oleObject" Target="../embeddings/oleObject32.bin"/><Relationship Id="rId4" Type="http://schemas.openxmlformats.org/officeDocument/2006/relationships/image" Target="../media/image52.wmf"/></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image" Target="../media/image56.wmf"/><Relationship Id="rId5" Type="http://schemas.openxmlformats.org/officeDocument/2006/relationships/oleObject" Target="../embeddings/oleObject35.bin"/><Relationship Id="rId4" Type="http://schemas.openxmlformats.org/officeDocument/2006/relationships/image" Target="../media/image55.w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image" Target="../media/image3.wmf"/><Relationship Id="rId5" Type="http://schemas.openxmlformats.org/officeDocument/2006/relationships/oleObject" Target="../embeddings/oleObject37.bin"/><Relationship Id="rId4" Type="http://schemas.openxmlformats.org/officeDocument/2006/relationships/image" Target="../media/image2.wmf"/></Relationships>
</file>

<file path=ppt/slides/_rels/slide38.xml.rels><?xml version="1.0" encoding="UTF-8" standalone="yes"?>
<Relationships xmlns="http://schemas.openxmlformats.org/package/2006/relationships"><Relationship Id="rId2" Type="http://schemas.openxmlformats.org/officeDocument/2006/relationships/image" Target="../media/image57.wmf"/><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Layout" Target="../slideLayouts/slideLayout7.xml"/><Relationship Id="rId1" Type="http://schemas.openxmlformats.org/officeDocument/2006/relationships/vmlDrawing" Target="../drawings/vmlDrawing14.vml"/><Relationship Id="rId4" Type="http://schemas.openxmlformats.org/officeDocument/2006/relationships/image" Target="../media/image58.w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8" Type="http://schemas.openxmlformats.org/officeDocument/2006/relationships/image" Target="../media/image61.wmf"/><Relationship Id="rId13" Type="http://schemas.openxmlformats.org/officeDocument/2006/relationships/oleObject" Target="../embeddings/oleObject44.bin"/><Relationship Id="rId3" Type="http://schemas.openxmlformats.org/officeDocument/2006/relationships/oleObject" Target="../embeddings/oleObject39.bin"/><Relationship Id="rId7" Type="http://schemas.openxmlformats.org/officeDocument/2006/relationships/oleObject" Target="../embeddings/oleObject41.bin"/><Relationship Id="rId12" Type="http://schemas.openxmlformats.org/officeDocument/2006/relationships/image" Target="../media/image63.wmf"/><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60.wmf"/><Relationship Id="rId11" Type="http://schemas.openxmlformats.org/officeDocument/2006/relationships/oleObject" Target="../embeddings/oleObject43.bin"/><Relationship Id="rId5" Type="http://schemas.openxmlformats.org/officeDocument/2006/relationships/oleObject" Target="../embeddings/oleObject40.bin"/><Relationship Id="rId10" Type="http://schemas.openxmlformats.org/officeDocument/2006/relationships/image" Target="../media/image62.wmf"/><Relationship Id="rId4" Type="http://schemas.openxmlformats.org/officeDocument/2006/relationships/image" Target="../media/image59.wmf"/><Relationship Id="rId9" Type="http://schemas.openxmlformats.org/officeDocument/2006/relationships/oleObject" Target="../embeddings/oleObject42.bin"/><Relationship Id="rId14" Type="http://schemas.openxmlformats.org/officeDocument/2006/relationships/image" Target="../media/image64.wmf"/></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image" Target="../media/image66.wmf"/><Relationship Id="rId5" Type="http://schemas.openxmlformats.org/officeDocument/2006/relationships/oleObject" Target="../embeddings/oleObject46.bin"/><Relationship Id="rId4" Type="http://schemas.openxmlformats.org/officeDocument/2006/relationships/image" Target="../media/image65.wmf"/></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image" Target="../media/image68.wmf"/><Relationship Id="rId5" Type="http://schemas.openxmlformats.org/officeDocument/2006/relationships/oleObject" Target="../embeddings/oleObject48.bin"/><Relationship Id="rId4" Type="http://schemas.openxmlformats.org/officeDocument/2006/relationships/image" Target="../media/image67.wm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49.bin"/><Relationship Id="rId7" Type="http://schemas.openxmlformats.org/officeDocument/2006/relationships/image" Target="../media/image71.jpeg"/><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image" Target="../media/image70.wmf"/><Relationship Id="rId5" Type="http://schemas.openxmlformats.org/officeDocument/2006/relationships/oleObject" Target="../embeddings/oleObject50.bin"/><Relationship Id="rId4" Type="http://schemas.openxmlformats.org/officeDocument/2006/relationships/image" Target="../media/image69.wmf"/></Relationships>
</file>

<file path=ppt/slides/_rels/slide47.xml.rels><?xml version="1.0" encoding="UTF-8" standalone="yes"?>
<Relationships xmlns="http://schemas.openxmlformats.org/package/2006/relationships"><Relationship Id="rId8" Type="http://schemas.openxmlformats.org/officeDocument/2006/relationships/oleObject" Target="../embeddings/oleObject53.bin"/><Relationship Id="rId13" Type="http://schemas.openxmlformats.org/officeDocument/2006/relationships/image" Target="../media/image76.wmf"/><Relationship Id="rId3" Type="http://schemas.openxmlformats.org/officeDocument/2006/relationships/notesSlide" Target="../notesSlides/notesSlide8.xml"/><Relationship Id="rId7" Type="http://schemas.openxmlformats.org/officeDocument/2006/relationships/image" Target="../media/image73.wmf"/><Relationship Id="rId12" Type="http://schemas.openxmlformats.org/officeDocument/2006/relationships/oleObject" Target="../embeddings/oleObject55.bin"/><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oleObject" Target="../embeddings/oleObject52.bin"/><Relationship Id="rId11" Type="http://schemas.openxmlformats.org/officeDocument/2006/relationships/image" Target="../media/image75.wmf"/><Relationship Id="rId5" Type="http://schemas.openxmlformats.org/officeDocument/2006/relationships/image" Target="../media/image72.wmf"/><Relationship Id="rId15" Type="http://schemas.openxmlformats.org/officeDocument/2006/relationships/image" Target="../media/image77.wmf"/><Relationship Id="rId10" Type="http://schemas.openxmlformats.org/officeDocument/2006/relationships/oleObject" Target="../embeddings/oleObject54.bin"/><Relationship Id="rId4" Type="http://schemas.openxmlformats.org/officeDocument/2006/relationships/oleObject" Target="../embeddings/oleObject51.bin"/><Relationship Id="rId9" Type="http://schemas.openxmlformats.org/officeDocument/2006/relationships/image" Target="../media/image74.wmf"/><Relationship Id="rId14" Type="http://schemas.openxmlformats.org/officeDocument/2006/relationships/oleObject" Target="../embeddings/oleObject56.bin"/></Relationships>
</file>

<file path=ppt/slides/_rels/slide48.xml.rels><?xml version="1.0" encoding="UTF-8" standalone="yes"?>
<Relationships xmlns="http://schemas.openxmlformats.org/package/2006/relationships"><Relationship Id="rId8" Type="http://schemas.openxmlformats.org/officeDocument/2006/relationships/image" Target="../media/image80.wmf"/><Relationship Id="rId3" Type="http://schemas.openxmlformats.org/officeDocument/2006/relationships/oleObject" Target="../embeddings/oleObject57.bin"/><Relationship Id="rId7" Type="http://schemas.openxmlformats.org/officeDocument/2006/relationships/oleObject" Target="../embeddings/oleObject59.bin"/><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image" Target="../media/image79.wmf"/><Relationship Id="rId5" Type="http://schemas.openxmlformats.org/officeDocument/2006/relationships/oleObject" Target="../embeddings/oleObject58.bin"/><Relationship Id="rId4" Type="http://schemas.openxmlformats.org/officeDocument/2006/relationships/image" Target="../media/image78.wmf"/></Relationships>
</file>

<file path=ppt/slides/_rels/slide4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82.png"/></Relationships>
</file>

<file path=ppt/slides/_rels/slide50.xml.rels><?xml version="1.0" encoding="UTF-8" standalone="yes"?>
<Relationships xmlns="http://schemas.openxmlformats.org/package/2006/relationships"><Relationship Id="rId8" Type="http://schemas.openxmlformats.org/officeDocument/2006/relationships/image" Target="../media/image85.wmf"/><Relationship Id="rId3" Type="http://schemas.openxmlformats.org/officeDocument/2006/relationships/oleObject" Target="../embeddings/oleObject60.bin"/><Relationship Id="rId7" Type="http://schemas.openxmlformats.org/officeDocument/2006/relationships/oleObject" Target="../embeddings/oleObject62.bin"/><Relationship Id="rId2" Type="http://schemas.openxmlformats.org/officeDocument/2006/relationships/slideLayout" Target="../slideLayouts/slideLayout7.xml"/><Relationship Id="rId1" Type="http://schemas.openxmlformats.org/officeDocument/2006/relationships/vmlDrawing" Target="../drawings/vmlDrawing21.vml"/><Relationship Id="rId6" Type="http://schemas.openxmlformats.org/officeDocument/2006/relationships/image" Target="../media/image84.wmf"/><Relationship Id="rId5" Type="http://schemas.openxmlformats.org/officeDocument/2006/relationships/oleObject" Target="../embeddings/oleObject61.bin"/><Relationship Id="rId4" Type="http://schemas.openxmlformats.org/officeDocument/2006/relationships/image" Target="../media/image83.wmf"/><Relationship Id="rId9" Type="http://schemas.openxmlformats.org/officeDocument/2006/relationships/image" Target="../media/image81.png"/></Relationships>
</file>

<file path=ppt/slides/_rels/slide51.xml.rels><?xml version="1.0" encoding="UTF-8" standalone="yes"?>
<Relationships xmlns="http://schemas.openxmlformats.org/package/2006/relationships"><Relationship Id="rId2" Type="http://schemas.openxmlformats.org/officeDocument/2006/relationships/image" Target="../media/image86.emf"/><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63.bin"/><Relationship Id="rId2" Type="http://schemas.openxmlformats.org/officeDocument/2006/relationships/slideLayout" Target="../slideLayouts/slideLayout7.xml"/><Relationship Id="rId1" Type="http://schemas.openxmlformats.org/officeDocument/2006/relationships/vmlDrawing" Target="../drawings/vmlDrawing22.vml"/><Relationship Id="rId4" Type="http://schemas.openxmlformats.org/officeDocument/2006/relationships/image" Target="../media/image87.wmf"/></Relationships>
</file>

<file path=ppt/slides/_rels/slide53.xml.rels><?xml version="1.0" encoding="UTF-8" standalone="yes"?>
<Relationships xmlns="http://schemas.openxmlformats.org/package/2006/relationships"><Relationship Id="rId8" Type="http://schemas.openxmlformats.org/officeDocument/2006/relationships/oleObject" Target="../embeddings/oleObject66.bin"/><Relationship Id="rId3" Type="http://schemas.openxmlformats.org/officeDocument/2006/relationships/notesSlide" Target="../notesSlides/notesSlide10.xml"/><Relationship Id="rId7" Type="http://schemas.openxmlformats.org/officeDocument/2006/relationships/image" Target="../media/image89.wmf"/><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oleObject" Target="../embeddings/oleObject65.bin"/><Relationship Id="rId5" Type="http://schemas.openxmlformats.org/officeDocument/2006/relationships/image" Target="../media/image88.wmf"/><Relationship Id="rId4" Type="http://schemas.openxmlformats.org/officeDocument/2006/relationships/oleObject" Target="../embeddings/oleObject64.bin"/><Relationship Id="rId9" Type="http://schemas.openxmlformats.org/officeDocument/2006/relationships/image" Target="../media/image90.wmf"/></Relationships>
</file>

<file path=ppt/slides/_rels/slide54.xml.rels><?xml version="1.0" encoding="UTF-8" standalone="yes"?>
<Relationships xmlns="http://schemas.openxmlformats.org/package/2006/relationships"><Relationship Id="rId8" Type="http://schemas.openxmlformats.org/officeDocument/2006/relationships/image" Target="../media/image93.wmf"/><Relationship Id="rId13" Type="http://schemas.openxmlformats.org/officeDocument/2006/relationships/oleObject" Target="../embeddings/oleObject72.bin"/><Relationship Id="rId18" Type="http://schemas.openxmlformats.org/officeDocument/2006/relationships/image" Target="../media/image98.wmf"/><Relationship Id="rId3" Type="http://schemas.openxmlformats.org/officeDocument/2006/relationships/oleObject" Target="../embeddings/oleObject67.bin"/><Relationship Id="rId7" Type="http://schemas.openxmlformats.org/officeDocument/2006/relationships/oleObject" Target="../embeddings/oleObject69.bin"/><Relationship Id="rId12" Type="http://schemas.openxmlformats.org/officeDocument/2006/relationships/image" Target="../media/image95.wmf"/><Relationship Id="rId17" Type="http://schemas.openxmlformats.org/officeDocument/2006/relationships/oleObject" Target="../embeddings/oleObject74.bin"/><Relationship Id="rId2" Type="http://schemas.openxmlformats.org/officeDocument/2006/relationships/slideLayout" Target="../slideLayouts/slideLayout7.xml"/><Relationship Id="rId16" Type="http://schemas.openxmlformats.org/officeDocument/2006/relationships/image" Target="../media/image97.wmf"/><Relationship Id="rId20" Type="http://schemas.openxmlformats.org/officeDocument/2006/relationships/image" Target="../media/image99.wmf"/><Relationship Id="rId1" Type="http://schemas.openxmlformats.org/officeDocument/2006/relationships/vmlDrawing" Target="../drawings/vmlDrawing24.vml"/><Relationship Id="rId6" Type="http://schemas.openxmlformats.org/officeDocument/2006/relationships/image" Target="../media/image92.wmf"/><Relationship Id="rId11" Type="http://schemas.openxmlformats.org/officeDocument/2006/relationships/oleObject" Target="../embeddings/oleObject71.bin"/><Relationship Id="rId5" Type="http://schemas.openxmlformats.org/officeDocument/2006/relationships/oleObject" Target="../embeddings/oleObject68.bin"/><Relationship Id="rId15" Type="http://schemas.openxmlformats.org/officeDocument/2006/relationships/oleObject" Target="../embeddings/oleObject73.bin"/><Relationship Id="rId10" Type="http://schemas.openxmlformats.org/officeDocument/2006/relationships/image" Target="../media/image94.wmf"/><Relationship Id="rId19" Type="http://schemas.openxmlformats.org/officeDocument/2006/relationships/oleObject" Target="../embeddings/oleObject75.bin"/><Relationship Id="rId4" Type="http://schemas.openxmlformats.org/officeDocument/2006/relationships/image" Target="../media/image91.wmf"/><Relationship Id="rId9" Type="http://schemas.openxmlformats.org/officeDocument/2006/relationships/oleObject" Target="../embeddings/oleObject70.bin"/><Relationship Id="rId14" Type="http://schemas.openxmlformats.org/officeDocument/2006/relationships/image" Target="../media/image96.wmf"/></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76.bin"/><Relationship Id="rId2" Type="http://schemas.openxmlformats.org/officeDocument/2006/relationships/slideLayout" Target="../slideLayouts/slideLayout7.xml"/><Relationship Id="rId1" Type="http://schemas.openxmlformats.org/officeDocument/2006/relationships/vmlDrawing" Target="../drawings/vmlDrawing25.vml"/><Relationship Id="rId4" Type="http://schemas.openxmlformats.org/officeDocument/2006/relationships/image" Target="../media/image100.wmf"/></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77.bin"/><Relationship Id="rId2" Type="http://schemas.openxmlformats.org/officeDocument/2006/relationships/slideLayout" Target="../slideLayouts/slideLayout7.xml"/><Relationship Id="rId1" Type="http://schemas.openxmlformats.org/officeDocument/2006/relationships/vmlDrawing" Target="../drawings/vmlDrawing26.vml"/><Relationship Id="rId4" Type="http://schemas.openxmlformats.org/officeDocument/2006/relationships/image" Target="../media/image101.wmf"/></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openxmlformats.org/officeDocument/2006/relationships/image" Target="../media/image103.wmf"/><Relationship Id="rId2" Type="http://schemas.openxmlformats.org/officeDocument/2006/relationships/slideLayout" Target="../slideLayouts/slideLayout7.xml"/><Relationship Id="rId1" Type="http://schemas.openxmlformats.org/officeDocument/2006/relationships/vmlDrawing" Target="../drawings/vmlDrawing27.vml"/><Relationship Id="rId6" Type="http://schemas.openxmlformats.org/officeDocument/2006/relationships/oleObject" Target="../embeddings/oleObject79.bin"/><Relationship Id="rId5" Type="http://schemas.openxmlformats.org/officeDocument/2006/relationships/image" Target="../media/image102.wmf"/><Relationship Id="rId4" Type="http://schemas.openxmlformats.org/officeDocument/2006/relationships/oleObject" Target="../embeddings/oleObject78.bin"/></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80.bin"/><Relationship Id="rId2" Type="http://schemas.openxmlformats.org/officeDocument/2006/relationships/slideLayout" Target="../slideLayouts/slideLayout7.xml"/><Relationship Id="rId1" Type="http://schemas.openxmlformats.org/officeDocument/2006/relationships/vmlDrawing" Target="../drawings/vmlDrawing28.vml"/><Relationship Id="rId6" Type="http://schemas.openxmlformats.org/officeDocument/2006/relationships/image" Target="../media/image105.wmf"/><Relationship Id="rId5" Type="http://schemas.openxmlformats.org/officeDocument/2006/relationships/oleObject" Target="../embeddings/oleObject81.bin"/><Relationship Id="rId4" Type="http://schemas.openxmlformats.org/officeDocument/2006/relationships/image" Target="../media/image104.wmf"/></Relationships>
</file>

<file path=ppt/slides/_rels/slide63.xml.rels><?xml version="1.0" encoding="UTF-8" standalone="yes"?>
<Relationships xmlns="http://schemas.openxmlformats.org/package/2006/relationships"><Relationship Id="rId8" Type="http://schemas.openxmlformats.org/officeDocument/2006/relationships/oleObject" Target="../embeddings/oleObject84.bin"/><Relationship Id="rId3" Type="http://schemas.openxmlformats.org/officeDocument/2006/relationships/notesSlide" Target="../notesSlides/notesSlide12.xml"/><Relationship Id="rId7" Type="http://schemas.openxmlformats.org/officeDocument/2006/relationships/image" Target="../media/image107.wmf"/><Relationship Id="rId2" Type="http://schemas.openxmlformats.org/officeDocument/2006/relationships/slideLayout" Target="../slideLayouts/slideLayout7.xml"/><Relationship Id="rId1" Type="http://schemas.openxmlformats.org/officeDocument/2006/relationships/vmlDrawing" Target="../drawings/vmlDrawing29.vml"/><Relationship Id="rId6" Type="http://schemas.openxmlformats.org/officeDocument/2006/relationships/oleObject" Target="../embeddings/oleObject83.bin"/><Relationship Id="rId5" Type="http://schemas.openxmlformats.org/officeDocument/2006/relationships/image" Target="../media/image106.wmf"/><Relationship Id="rId4" Type="http://schemas.openxmlformats.org/officeDocument/2006/relationships/oleObject" Target="../embeddings/oleObject82.bin"/><Relationship Id="rId9" Type="http://schemas.openxmlformats.org/officeDocument/2006/relationships/image" Target="../media/image108.wmf"/></Relationships>
</file>

<file path=ppt/slides/_rels/slide64.xml.rels><?xml version="1.0" encoding="UTF-8" standalone="yes"?>
<Relationships xmlns="http://schemas.openxmlformats.org/package/2006/relationships"><Relationship Id="rId8" Type="http://schemas.openxmlformats.org/officeDocument/2006/relationships/image" Target="../media/image111.wmf"/><Relationship Id="rId3" Type="http://schemas.openxmlformats.org/officeDocument/2006/relationships/oleObject" Target="../embeddings/oleObject85.bin"/><Relationship Id="rId7" Type="http://schemas.openxmlformats.org/officeDocument/2006/relationships/oleObject" Target="../embeddings/oleObject87.bin"/><Relationship Id="rId2" Type="http://schemas.openxmlformats.org/officeDocument/2006/relationships/slideLayout" Target="../slideLayouts/slideLayout7.xml"/><Relationship Id="rId1" Type="http://schemas.openxmlformats.org/officeDocument/2006/relationships/vmlDrawing" Target="../drawings/vmlDrawing30.vml"/><Relationship Id="rId6" Type="http://schemas.openxmlformats.org/officeDocument/2006/relationships/image" Target="../media/image110.wmf"/><Relationship Id="rId5" Type="http://schemas.openxmlformats.org/officeDocument/2006/relationships/oleObject" Target="../embeddings/oleObject86.bin"/><Relationship Id="rId10" Type="http://schemas.openxmlformats.org/officeDocument/2006/relationships/image" Target="../media/image112.wmf"/><Relationship Id="rId4" Type="http://schemas.openxmlformats.org/officeDocument/2006/relationships/image" Target="../media/image109.wmf"/><Relationship Id="rId9" Type="http://schemas.openxmlformats.org/officeDocument/2006/relationships/oleObject" Target="../embeddings/oleObject88.bin"/></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113.jpe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8" Type="http://schemas.openxmlformats.org/officeDocument/2006/relationships/oleObject" Target="../embeddings/oleObject91.bin"/><Relationship Id="rId3" Type="http://schemas.openxmlformats.org/officeDocument/2006/relationships/notesSlide" Target="../notesSlides/notesSlide13.xml"/><Relationship Id="rId7" Type="http://schemas.openxmlformats.org/officeDocument/2006/relationships/image" Target="../media/image115.wmf"/><Relationship Id="rId2" Type="http://schemas.openxmlformats.org/officeDocument/2006/relationships/slideLayout" Target="../slideLayouts/slideLayout7.xml"/><Relationship Id="rId1" Type="http://schemas.openxmlformats.org/officeDocument/2006/relationships/vmlDrawing" Target="../drawings/vmlDrawing31.vml"/><Relationship Id="rId6" Type="http://schemas.openxmlformats.org/officeDocument/2006/relationships/oleObject" Target="../embeddings/oleObject90.bin"/><Relationship Id="rId5" Type="http://schemas.openxmlformats.org/officeDocument/2006/relationships/image" Target="../media/image114.wmf"/><Relationship Id="rId4" Type="http://schemas.openxmlformats.org/officeDocument/2006/relationships/oleObject" Target="../embeddings/oleObject89.bin"/><Relationship Id="rId9" Type="http://schemas.openxmlformats.org/officeDocument/2006/relationships/image" Target="../media/image116.wmf"/></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2" name="灯片编号占位符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B11970C0-9D28-4C46-A936-A6A9E7FBD637}"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1</a:t>
            </a:fld>
            <a:endParaRPr lang="en-US" altLang="zh-CN" sz="1400" dirty="0">
              <a:latin typeface="Times New Roman" panose="02020603050405020304" pitchFamily="18" charset="0"/>
              <a:ea typeface="宋体" panose="02010600030101010101" pitchFamily="2" charset="-122"/>
            </a:endParaRPr>
          </a:p>
        </p:txBody>
      </p:sp>
      <p:sp>
        <p:nvSpPr>
          <p:cNvPr id="15363" name="Rectangle 17"/>
          <p:cNvSpPr>
            <a:spLocks noChangeArrowheads="1"/>
          </p:cNvSpPr>
          <p:nvPr/>
        </p:nvSpPr>
        <p:spPr bwMode="auto">
          <a:xfrm>
            <a:off x="514350" y="1679575"/>
            <a:ext cx="8020050" cy="191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kumimoji="1" lang="en-US" altLang="zh-CN" sz="4400" b="1" dirty="0">
                <a:latin typeface="Times New Roman" panose="02020603050405020304" pitchFamily="18" charset="0"/>
                <a:ea typeface="楷体_GB2312" pitchFamily="49" charset="-122"/>
              </a:rPr>
              <a:t>§</a:t>
            </a:r>
            <a:r>
              <a:rPr kumimoji="1" lang="zh-CN" altLang="zh-CN" sz="4400" b="1" dirty="0">
                <a:latin typeface="Times New Roman" panose="02020603050405020304" pitchFamily="18" charset="0"/>
                <a:ea typeface="楷体_GB2312" pitchFamily="49" charset="-122"/>
              </a:rPr>
              <a:t> </a:t>
            </a:r>
            <a:r>
              <a:rPr kumimoji="1" lang="en-US" altLang="zh-CN" sz="4400" b="1" dirty="0">
                <a:latin typeface="Times New Roman" panose="02020603050405020304" pitchFamily="18" charset="0"/>
                <a:ea typeface="楷体_GB2312" pitchFamily="49" charset="-122"/>
              </a:rPr>
              <a:t>4</a:t>
            </a:r>
            <a:r>
              <a:rPr kumimoji="1" lang="zh-CN" altLang="zh-CN" sz="4400" dirty="0">
                <a:latin typeface="Times New Roman" panose="02020603050405020304" pitchFamily="18" charset="0"/>
                <a:ea typeface="楷体_GB2312" pitchFamily="49" charset="-122"/>
              </a:rPr>
              <a:t>   自由基共聚合</a:t>
            </a:r>
            <a:r>
              <a:rPr kumimoji="1" lang="zh-CN" altLang="en-US" sz="4400" dirty="0">
                <a:latin typeface="Times New Roman" panose="02020603050405020304" pitchFamily="18" charset="0"/>
                <a:ea typeface="楷体_GB2312" pitchFamily="49" charset="-122"/>
              </a:rPr>
              <a:t>（二）</a:t>
            </a:r>
          </a:p>
          <a:p>
            <a:pPr algn="ctr" eaLnBrk="1" hangingPunct="1">
              <a:lnSpc>
                <a:spcPct val="100000"/>
              </a:lnSpc>
              <a:spcBef>
                <a:spcPct val="20000"/>
              </a:spcBef>
              <a:spcAft>
                <a:spcPct val="50000"/>
              </a:spcAft>
              <a:buFontTx/>
              <a:buNone/>
            </a:pPr>
            <a:r>
              <a:rPr kumimoji="1" lang="en-US" altLang="zh-CN" sz="4400" dirty="0">
                <a:latin typeface="Times New Roman" panose="02020603050405020304" pitchFamily="18" charset="0"/>
                <a:ea typeface="楷体_GB2312" pitchFamily="49" charset="-122"/>
              </a:rPr>
              <a:t>Free Radical </a:t>
            </a:r>
            <a:r>
              <a:rPr kumimoji="1" lang="en-US" altLang="zh-CN" sz="4400" b="1" i="1" dirty="0">
                <a:solidFill>
                  <a:srgbClr val="FF0000"/>
                </a:solidFill>
                <a:latin typeface="Times New Roman" panose="02020603050405020304" pitchFamily="18" charset="0"/>
                <a:ea typeface="楷体_GB2312" pitchFamily="49" charset="-122"/>
              </a:rPr>
              <a:t>Co</a:t>
            </a:r>
            <a:r>
              <a:rPr kumimoji="1" lang="en-US" altLang="zh-CN" sz="4400" dirty="0">
                <a:latin typeface="Times New Roman" panose="02020603050405020304" pitchFamily="18" charset="0"/>
                <a:ea typeface="楷体_GB2312" pitchFamily="49" charset="-122"/>
              </a:rPr>
              <a:t>polymerization</a:t>
            </a:r>
            <a:endParaRPr kumimoji="1" lang="zh-CN" altLang="en-US" sz="4400" dirty="0">
              <a:latin typeface="Times New Roman" panose="02020603050405020304" pitchFamily="18" charset="0"/>
              <a:ea typeface="楷体_GB2312" pitchFamily="49" charset="-122"/>
            </a:endParaRPr>
          </a:p>
        </p:txBody>
      </p:sp>
      <p:sp>
        <p:nvSpPr>
          <p:cNvPr id="3" name="Text Box 21">
            <a:extLst>
              <a:ext uri="{FF2B5EF4-FFF2-40B4-BE49-F238E27FC236}">
                <a16:creationId xmlns:a16="http://schemas.microsoft.com/office/drawing/2014/main" id="{B9627BD5-405F-4FA2-820F-5C8AF0C46609}"/>
              </a:ext>
            </a:extLst>
          </p:cNvPr>
          <p:cNvSpPr txBox="1">
            <a:spLocks noChangeArrowheads="1"/>
          </p:cNvSpPr>
          <p:nvPr/>
        </p:nvSpPr>
        <p:spPr bwMode="auto">
          <a:xfrm>
            <a:off x="1908175" y="393700"/>
            <a:ext cx="5410200"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800000"/>
              </a:buClr>
              <a:buSzPct val="90000"/>
              <a:buFont typeface="Wingdings" panose="05000000000000000000" pitchFamily="2" charset="2"/>
              <a:buChar char="v"/>
              <a:defRPr kumimoji="1" sz="2800">
                <a:solidFill>
                  <a:schemeClr val="tx1"/>
                </a:solidFill>
                <a:latin typeface="Times New Roman" panose="02020603050405020304" pitchFamily="18" charset="0"/>
                <a:ea typeface="楷体_GB2312" pitchFamily="49" charset="-122"/>
              </a:defRPr>
            </a:lvl1pPr>
            <a:lvl2pPr marL="742950" indent="-285750">
              <a:spcBef>
                <a:spcPct val="20000"/>
              </a:spcBef>
              <a:buClr>
                <a:srgbClr val="800000"/>
              </a:buClr>
              <a:buSzPct val="90000"/>
              <a:buFont typeface="Wingdings" panose="05000000000000000000" pitchFamily="2" charset="2"/>
              <a:buChar char="v"/>
              <a:defRPr kumimoji="1" sz="2400">
                <a:solidFill>
                  <a:schemeClr val="tx1"/>
                </a:solidFill>
                <a:latin typeface="Times New Roman" panose="02020603050405020304" pitchFamily="18" charset="0"/>
                <a:ea typeface="楷体_GB2312" pitchFamily="49" charset="-122"/>
              </a:defRPr>
            </a:lvl2pPr>
            <a:lvl3pPr marL="1143000" indent="-228600">
              <a:spcBef>
                <a:spcPct val="20000"/>
              </a:spcBef>
              <a:buClr>
                <a:srgbClr val="800000"/>
              </a:buClr>
              <a:buSzPct val="90000"/>
              <a:buFont typeface="Wingdings" panose="05000000000000000000" pitchFamily="2" charset="2"/>
              <a:buChar char="v"/>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800000"/>
              </a:buClr>
              <a:buSzPct val="90000"/>
              <a:buFont typeface="Wingdings" panose="05000000000000000000" pitchFamily="2" charset="2"/>
              <a:buChar char="v"/>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800000"/>
              </a:buClr>
              <a:buSzPct val="90000"/>
              <a:buFont typeface="Wingdings" panose="05000000000000000000" pitchFamily="2" charset="2"/>
              <a:buChar char="v"/>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800000"/>
              </a:buClr>
              <a:buSzPct val="90000"/>
              <a:buFont typeface="Wingdings" panose="05000000000000000000" pitchFamily="2" charset="2"/>
              <a:buChar char="v"/>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800000"/>
              </a:buClr>
              <a:buSzPct val="90000"/>
              <a:buFont typeface="Wingdings" panose="05000000000000000000" pitchFamily="2" charset="2"/>
              <a:buChar char="v"/>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800000"/>
              </a:buClr>
              <a:buSzPct val="90000"/>
              <a:buFont typeface="Wingdings" panose="05000000000000000000" pitchFamily="2" charset="2"/>
              <a:buChar char="v"/>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800000"/>
              </a:buClr>
              <a:buSzPct val="90000"/>
              <a:buFont typeface="Wingdings" panose="05000000000000000000" pitchFamily="2" charset="2"/>
              <a:buChar char="v"/>
              <a:defRPr kumimoji="1" sz="20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ct val="50000"/>
              </a:spcBef>
              <a:spcAft>
                <a:spcPts val="0"/>
              </a:spcAft>
              <a:buClrTx/>
              <a:buSzTx/>
              <a:buFontTx/>
              <a:buNone/>
              <a:defRPr/>
            </a:pPr>
            <a:r>
              <a:rPr kumimoji="0" lang="zh-CN" altLang="en-US" sz="40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高分子化学</a:t>
            </a:r>
          </a:p>
        </p:txBody>
      </p:sp>
      <p:cxnSp>
        <p:nvCxnSpPr>
          <p:cNvPr id="4" name="直接连接符 3">
            <a:extLst>
              <a:ext uri="{FF2B5EF4-FFF2-40B4-BE49-F238E27FC236}">
                <a16:creationId xmlns:a16="http://schemas.microsoft.com/office/drawing/2014/main" id="{F2F26D44-786B-440C-8191-D7BD6D2A12B6}"/>
              </a:ext>
            </a:extLst>
          </p:cNvPr>
          <p:cNvCxnSpPr/>
          <p:nvPr/>
        </p:nvCxnSpPr>
        <p:spPr>
          <a:xfrm>
            <a:off x="131763" y="1268413"/>
            <a:ext cx="8783637" cy="0"/>
          </a:xfrm>
          <a:prstGeom prst="line">
            <a:avLst/>
          </a:prstGeom>
          <a:ln w="28575">
            <a:solidFill>
              <a:srgbClr val="90109E"/>
            </a:solidFill>
          </a:ln>
        </p:spPr>
        <p:style>
          <a:lnRef idx="1">
            <a:schemeClr val="accent2"/>
          </a:lnRef>
          <a:fillRef idx="0">
            <a:schemeClr val="accent2"/>
          </a:fillRef>
          <a:effectRef idx="0">
            <a:schemeClr val="accent2"/>
          </a:effectRef>
          <a:fontRef idx="minor">
            <a:schemeClr val="tx1"/>
          </a:fontRef>
        </p:style>
      </p:cxnSp>
      <p:sp>
        <p:nvSpPr>
          <p:cNvPr id="15367" name="Text Box 21"/>
          <p:cNvSpPr txBox="1">
            <a:spLocks noChangeArrowheads="1"/>
          </p:cNvSpPr>
          <p:nvPr/>
        </p:nvSpPr>
        <p:spPr bwMode="auto">
          <a:xfrm>
            <a:off x="3059832" y="5157192"/>
            <a:ext cx="54102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r" eaLnBrk="1" hangingPunct="1">
              <a:lnSpc>
                <a:spcPct val="100000"/>
              </a:lnSpc>
              <a:spcBef>
                <a:spcPts val="600"/>
              </a:spcBef>
              <a:buFontTx/>
              <a:buNone/>
            </a:pPr>
            <a:r>
              <a:rPr lang="en-US" altLang="zh-CN" b="1" dirty="0">
                <a:latin typeface="楷体" panose="02010609060101010101" pitchFamily="49" charset="-122"/>
                <a:ea typeface="楷体" panose="02010609060101010101" pitchFamily="49" charset="-122"/>
                <a:cs typeface="Arial" panose="020B0604020202020204" pitchFamily="34" charset="0"/>
              </a:rPr>
              <a:t>2024</a:t>
            </a:r>
            <a:r>
              <a:rPr lang="zh-CN" altLang="en-US" b="1" dirty="0">
                <a:latin typeface="楷体" panose="02010609060101010101" pitchFamily="49" charset="-122"/>
                <a:ea typeface="楷体" panose="02010609060101010101" pitchFamily="49" charset="-122"/>
                <a:cs typeface="Arial" panose="020B0604020202020204" pitchFamily="34" charset="0"/>
              </a:rPr>
              <a:t>年</a:t>
            </a:r>
            <a:r>
              <a:rPr lang="en-US" altLang="zh-CN" b="1" dirty="0">
                <a:latin typeface="楷体" panose="02010609060101010101" pitchFamily="49" charset="-122"/>
                <a:ea typeface="楷体" panose="02010609060101010101" pitchFamily="49" charset="-122"/>
                <a:cs typeface="Arial" panose="020B0604020202020204" pitchFamily="34" charset="0"/>
              </a:rPr>
              <a:t>11</a:t>
            </a:r>
            <a:r>
              <a:rPr lang="zh-CN" altLang="en-US" b="1" dirty="0">
                <a:latin typeface="楷体" panose="02010609060101010101" pitchFamily="49" charset="-122"/>
                <a:ea typeface="楷体" panose="02010609060101010101" pitchFamily="49" charset="-122"/>
                <a:cs typeface="Arial" panose="020B0604020202020204" pitchFamily="34" charset="0"/>
              </a:rPr>
              <a:t>月</a:t>
            </a:r>
            <a:r>
              <a:rPr lang="en-US" altLang="zh-CN" b="1" dirty="0">
                <a:latin typeface="楷体" panose="02010609060101010101" pitchFamily="49" charset="-122"/>
                <a:ea typeface="楷体" panose="02010609060101010101" pitchFamily="49" charset="-122"/>
                <a:cs typeface="Arial" panose="020B0604020202020204" pitchFamily="34" charset="0"/>
              </a:rPr>
              <a:t>13</a:t>
            </a:r>
            <a:r>
              <a:rPr lang="zh-CN" altLang="en-US" b="1" dirty="0">
                <a:latin typeface="楷体" panose="02010609060101010101" pitchFamily="49" charset="-122"/>
                <a:ea typeface="楷体" panose="02010609060101010101" pitchFamily="49" charset="-122"/>
                <a:cs typeface="Arial" panose="020B0604020202020204" pitchFamily="34" charset="0"/>
              </a:rPr>
              <a:t>日</a:t>
            </a:r>
            <a:endParaRPr lang="zh-CN" altLang="en-US" dirty="0">
              <a:latin typeface="Times New Roman" panose="02020603050405020304" pitchFamily="18" charset="0"/>
              <a:ea typeface="隶书" panose="02010509060101010101" pitchFamily="49" charset="-122"/>
              <a:cs typeface="Times New Roman" panose="02020603050405020304" pitchFamily="18" charset="0"/>
            </a:endParaRPr>
          </a:p>
        </p:txBody>
      </p:sp>
      <p:pic>
        <p:nvPicPr>
          <p:cNvPr id="2" name="图片 1"/>
          <p:cNvPicPr>
            <a:picLocks noChangeAspect="1"/>
          </p:cNvPicPr>
          <p:nvPr/>
        </p:nvPicPr>
        <p:blipFill>
          <a:blip r:embed="rId3"/>
          <a:stretch>
            <a:fillRect/>
          </a:stretch>
        </p:blipFill>
        <p:spPr>
          <a:xfrm>
            <a:off x="827584" y="4002086"/>
            <a:ext cx="3888432" cy="1944216"/>
          </a:xfrm>
          <a:prstGeom prst="rect">
            <a:avLst/>
          </a:prstGeom>
        </p:spPr>
      </p:pic>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2C92222-D602-494C-B635-1558E11821B3}"/>
              </a:ext>
            </a:extLst>
          </p:cNvPr>
          <p:cNvSpPr>
            <a:spLocks noGrp="1"/>
          </p:cNvSpPr>
          <p:nvPr>
            <p:ph type="sldNum" sz="quarter" idx="12"/>
          </p:nvPr>
        </p:nvSpPr>
        <p:spPr/>
        <p:txBody>
          <a:bodyPr/>
          <a:lstStyle/>
          <a:p>
            <a:pPr>
              <a:defRPr/>
            </a:pPr>
            <a:fld id="{BE85F125-D50B-42BC-9CCB-A221AC3C340E}" type="slidenum">
              <a:rPr lang="zh-CN" altLang="en-US" smtClean="0"/>
              <a:pPr>
                <a:defRPr/>
              </a:pPr>
              <a:t>2</a:t>
            </a:fld>
            <a:endParaRPr lang="en-US" altLang="zh-CN"/>
          </a:p>
        </p:txBody>
      </p:sp>
      <p:sp>
        <p:nvSpPr>
          <p:cNvPr id="77827" name="矩形 2"/>
          <p:cNvSpPr>
            <a:spLocks noChangeArrowheads="1"/>
          </p:cNvSpPr>
          <p:nvPr/>
        </p:nvSpPr>
        <p:spPr bwMode="auto">
          <a:xfrm>
            <a:off x="539750" y="476250"/>
            <a:ext cx="2709863" cy="138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kumimoji="1" lang="zh-CN" altLang="en-US" b="1">
                <a:solidFill>
                  <a:srgbClr val="FF0000"/>
                </a:solidFill>
                <a:latin typeface="楷体" panose="02010609060101010101" pitchFamily="49" charset="-122"/>
                <a:ea typeface="楷体" panose="02010609060101010101" pitchFamily="49" charset="-122"/>
              </a:rPr>
              <a:t>共聚合的概念</a:t>
            </a:r>
            <a:endParaRPr kumimoji="1" lang="en-US" altLang="zh-CN" b="1">
              <a:solidFill>
                <a:srgbClr val="FF0000"/>
              </a:solidFill>
              <a:latin typeface="楷体" panose="02010609060101010101" pitchFamily="49" charset="-122"/>
              <a:ea typeface="楷体" panose="02010609060101010101" pitchFamily="49" charset="-122"/>
            </a:endParaRPr>
          </a:p>
          <a:p>
            <a:pPr>
              <a:lnSpc>
                <a:spcPct val="100000"/>
              </a:lnSpc>
              <a:spcBef>
                <a:spcPct val="0"/>
              </a:spcBef>
              <a:buFontTx/>
              <a:buNone/>
            </a:pPr>
            <a:r>
              <a:rPr kumimoji="1" lang="zh-CN" altLang="en-US" b="1">
                <a:solidFill>
                  <a:srgbClr val="FF0000"/>
                </a:solidFill>
                <a:latin typeface="楷体" panose="02010609060101010101" pitchFamily="49" charset="-122"/>
                <a:ea typeface="楷体" panose="02010609060101010101" pitchFamily="49" charset="-122"/>
              </a:rPr>
              <a:t>共聚物类型</a:t>
            </a:r>
            <a:endParaRPr lang="en-US" altLang="zh-CN" b="1">
              <a:solidFill>
                <a:srgbClr val="FF0000"/>
              </a:solidFill>
              <a:latin typeface="楷体" panose="02010609060101010101" pitchFamily="49" charset="-122"/>
              <a:ea typeface="楷体" panose="02010609060101010101" pitchFamily="49" charset="-122"/>
            </a:endParaRPr>
          </a:p>
          <a:p>
            <a:pPr>
              <a:lnSpc>
                <a:spcPct val="100000"/>
              </a:lnSpc>
              <a:spcBef>
                <a:spcPct val="0"/>
              </a:spcBef>
              <a:buFontTx/>
              <a:buNone/>
            </a:pPr>
            <a:r>
              <a:rPr kumimoji="1" lang="zh-CN" altLang="en-US" b="1">
                <a:solidFill>
                  <a:srgbClr val="FF0000"/>
                </a:solidFill>
                <a:latin typeface="Arial" panose="020B0604020202020204" pitchFamily="34" charset="0"/>
                <a:ea typeface="楷体" panose="02010609060101010101" pitchFamily="49" charset="-122"/>
                <a:cs typeface="Arial" panose="020B0604020202020204" pitchFamily="34" charset="0"/>
              </a:rPr>
              <a:t>二元共聚物组成</a:t>
            </a:r>
            <a:endParaRPr lang="zh-CN" altLang="en-US"/>
          </a:p>
        </p:txBody>
      </p:sp>
      <p:graphicFrame>
        <p:nvGraphicFramePr>
          <p:cNvPr id="4" name="Object 4"/>
          <p:cNvGraphicFramePr>
            <a:graphicFrameLocks noChangeAspect="1"/>
          </p:cNvGraphicFramePr>
          <p:nvPr/>
        </p:nvGraphicFramePr>
        <p:xfrm>
          <a:off x="577850" y="2101850"/>
          <a:ext cx="4697413" cy="1008063"/>
        </p:xfrm>
        <a:graphic>
          <a:graphicData uri="http://schemas.openxmlformats.org/presentationml/2006/ole">
            <mc:AlternateContent xmlns:mc="http://schemas.openxmlformats.org/markup-compatibility/2006">
              <mc:Choice xmlns:v="urn:schemas-microsoft-com:vml" Requires="v">
                <p:oleObj spid="_x0000_s187463" name="公式" r:id="rId4" imgW="2070100" imgH="444500" progId="Equation.3">
                  <p:embed/>
                </p:oleObj>
              </mc:Choice>
              <mc:Fallback>
                <p:oleObj name="公式" r:id="rId4" imgW="2070100" imgH="444500" progId="Equation.3">
                  <p:embed/>
                  <p:pic>
                    <p:nvPicPr>
                      <p:cNvPr id="4"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7850" y="2101850"/>
                        <a:ext cx="4697413"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1024"/>
          <p:cNvGraphicFramePr>
            <a:graphicFrameLocks noChangeAspect="1"/>
          </p:cNvGraphicFramePr>
          <p:nvPr/>
        </p:nvGraphicFramePr>
        <p:xfrm>
          <a:off x="625475" y="3378200"/>
          <a:ext cx="4443413" cy="1101725"/>
        </p:xfrm>
        <a:graphic>
          <a:graphicData uri="http://schemas.openxmlformats.org/presentationml/2006/ole">
            <mc:AlternateContent xmlns:mc="http://schemas.openxmlformats.org/markup-compatibility/2006">
              <mc:Choice xmlns:v="urn:schemas-microsoft-com:vml" Requires="v">
                <p:oleObj spid="_x0000_s187464" name="公式" r:id="rId6" imgW="1778000" imgH="457200" progId="Equation.3">
                  <p:embed/>
                </p:oleObj>
              </mc:Choice>
              <mc:Fallback>
                <p:oleObj name="公式" r:id="rId6" imgW="1778000" imgH="457200" progId="Equation.3">
                  <p:embed/>
                  <p:pic>
                    <p:nvPicPr>
                      <p:cNvPr id="5" name="Object 102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5475" y="3378200"/>
                        <a:ext cx="4443413" cy="110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Rectangle 5">
            <a:extLst>
              <a:ext uri="{FF2B5EF4-FFF2-40B4-BE49-F238E27FC236}">
                <a16:creationId xmlns:a16="http://schemas.microsoft.com/office/drawing/2014/main" id="{EB05F4C0-A333-4AD1-AF92-D8EEA38F4AD9}"/>
              </a:ext>
            </a:extLst>
          </p:cNvPr>
          <p:cNvSpPr>
            <a:spLocks noChangeArrowheads="1"/>
          </p:cNvSpPr>
          <p:nvPr/>
        </p:nvSpPr>
        <p:spPr bwMode="auto">
          <a:xfrm>
            <a:off x="5651500" y="1985963"/>
            <a:ext cx="1944688" cy="2493962"/>
          </a:xfrm>
          <a:prstGeom prst="rect">
            <a:avLst/>
          </a:prstGeom>
          <a:solidFill>
            <a:schemeClr val="bg1">
              <a:lumMod val="95000"/>
            </a:schemeClr>
          </a:solidFill>
          <a:ln>
            <a:noFill/>
          </a:ln>
          <a:effectLst/>
        </p:spPr>
        <p:txBody>
          <a:bodyPr>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indent="0" eaLnBrk="1" hangingPunct="1">
              <a:lnSpc>
                <a:spcPct val="125000"/>
              </a:lnSpc>
              <a:spcBef>
                <a:spcPct val="50000"/>
              </a:spcBef>
              <a:buClr>
                <a:srgbClr val="FF0000"/>
              </a:buClr>
              <a:buFont typeface="Arial" panose="020B0604020202020204" pitchFamily="34" charset="0"/>
              <a:buNone/>
              <a:defRPr/>
            </a:pPr>
            <a:r>
              <a:rPr kumimoji="1" lang="zh-CN" altLang="en-US" sz="2400" b="1" dirty="0">
                <a:latin typeface="楷体" panose="02010609060101010101" pitchFamily="49" charset="-122"/>
                <a:ea typeface="楷体" panose="02010609060101010101" pitchFamily="49" charset="-122"/>
              </a:rPr>
              <a:t>等活性假定</a:t>
            </a:r>
          </a:p>
          <a:p>
            <a:pPr marL="0" indent="0" eaLnBrk="1" hangingPunct="1">
              <a:lnSpc>
                <a:spcPct val="125000"/>
              </a:lnSpc>
              <a:spcBef>
                <a:spcPct val="50000"/>
              </a:spcBef>
              <a:buClr>
                <a:srgbClr val="FF0000"/>
              </a:buClr>
              <a:buFont typeface="Arial" panose="020B0604020202020204" pitchFamily="34" charset="0"/>
              <a:buNone/>
              <a:defRPr/>
            </a:pPr>
            <a:r>
              <a:rPr kumimoji="1" lang="zh-CN" altLang="en-US" sz="2400" b="1" dirty="0">
                <a:latin typeface="楷体" panose="02010609060101010101" pitchFamily="49" charset="-122"/>
                <a:ea typeface="楷体" panose="02010609060101010101" pitchFamily="49" charset="-122"/>
              </a:rPr>
              <a:t>长链假定</a:t>
            </a:r>
          </a:p>
          <a:p>
            <a:pPr marL="0" indent="0" eaLnBrk="1" hangingPunct="1">
              <a:lnSpc>
                <a:spcPct val="125000"/>
              </a:lnSpc>
              <a:spcBef>
                <a:spcPct val="50000"/>
              </a:spcBef>
              <a:buClr>
                <a:srgbClr val="FF0000"/>
              </a:buClr>
              <a:buFont typeface="Arial" panose="020B0604020202020204" pitchFamily="34" charset="0"/>
              <a:buNone/>
              <a:defRPr/>
            </a:pPr>
            <a:r>
              <a:rPr kumimoji="1" lang="zh-CN" altLang="en-US" sz="2400" b="1" dirty="0">
                <a:latin typeface="楷体" panose="02010609060101010101" pitchFamily="49" charset="-122"/>
                <a:ea typeface="楷体" panose="02010609060101010101" pitchFamily="49" charset="-122"/>
              </a:rPr>
              <a:t>稳态假定</a:t>
            </a:r>
          </a:p>
          <a:p>
            <a:pPr marL="0" indent="0" eaLnBrk="1" hangingPunct="1">
              <a:lnSpc>
                <a:spcPct val="125000"/>
              </a:lnSpc>
              <a:spcBef>
                <a:spcPct val="50000"/>
              </a:spcBef>
              <a:buClr>
                <a:srgbClr val="FF0000"/>
              </a:buClr>
              <a:buFont typeface="Arial" panose="020B0604020202020204" pitchFamily="34" charset="0"/>
              <a:buNone/>
              <a:defRPr/>
            </a:pPr>
            <a:r>
              <a:rPr kumimoji="1" lang="zh-CN" altLang="en-US" sz="2400" b="1" dirty="0">
                <a:latin typeface="楷体" panose="02010609060101010101" pitchFamily="49" charset="-122"/>
                <a:ea typeface="楷体" panose="02010609060101010101" pitchFamily="49" charset="-122"/>
              </a:rPr>
              <a:t>不可逆假定</a:t>
            </a:r>
          </a:p>
        </p:txBody>
      </p:sp>
      <p:sp>
        <p:nvSpPr>
          <p:cNvPr id="77831" name="灯片编号占位符 5"/>
          <p:cNvSpPr txBox="1">
            <a:spLocks/>
          </p:cNvSpPr>
          <p:nvPr/>
        </p:nvSpPr>
        <p:spPr bwMode="auto">
          <a:xfrm>
            <a:off x="3028950" y="6356350"/>
            <a:ext cx="30861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fld id="{6D0E6E8F-CD1B-4A49-94BF-EAAF61188FF2}" type="slidenum">
              <a:rPr lang="zh-CN" altLang="en-US" sz="1200">
                <a:solidFill>
                  <a:srgbClr val="FFFFFF"/>
                </a:solidFill>
                <a:latin typeface="Century Schoolbook" panose="02040604050505020304" pitchFamily="18" charset="0"/>
                <a:ea typeface="宋体" panose="02010600030101010101" pitchFamily="2" charset="-122"/>
              </a:rPr>
              <a:pPr algn="ctr" eaLnBrk="1" hangingPunct="1">
                <a:lnSpc>
                  <a:spcPct val="100000"/>
                </a:lnSpc>
                <a:spcBef>
                  <a:spcPct val="0"/>
                </a:spcBef>
                <a:buFontTx/>
                <a:buNone/>
              </a:pPr>
              <a:t>2</a:t>
            </a:fld>
            <a:endParaRPr lang="en-US" altLang="zh-CN" sz="1200">
              <a:solidFill>
                <a:srgbClr val="FFFFFF"/>
              </a:solidFill>
              <a:latin typeface="Century Schoolbook" panose="02040604050505020304" pitchFamily="18" charset="0"/>
              <a:ea typeface="宋体" panose="02010600030101010101" pitchFamily="2" charset="-122"/>
            </a:endParaRPr>
          </a:p>
        </p:txBody>
      </p:sp>
      <p:sp>
        <p:nvSpPr>
          <p:cNvPr id="77832" name="Line 9"/>
          <p:cNvSpPr>
            <a:spLocks noChangeShapeType="1"/>
          </p:cNvSpPr>
          <p:nvPr/>
        </p:nvSpPr>
        <p:spPr bwMode="auto">
          <a:xfrm>
            <a:off x="2743200" y="4495800"/>
            <a:ext cx="160020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wrap="none" lIns="92075" tIns="46038" rIns="92075" bIns="46038" anchor="ctr"/>
          <a:lstStyle/>
          <a:p>
            <a:endParaRPr lang="zh-CN" altLang="en-US"/>
          </a:p>
        </p:txBody>
      </p:sp>
      <p:sp>
        <p:nvSpPr>
          <p:cNvPr id="77833" name="Line 12"/>
          <p:cNvSpPr>
            <a:spLocks noChangeShapeType="1"/>
          </p:cNvSpPr>
          <p:nvPr/>
        </p:nvSpPr>
        <p:spPr bwMode="auto">
          <a:xfrm flipV="1">
            <a:off x="4648200" y="5181600"/>
            <a:ext cx="2667000" cy="762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type="triangle" w="med" len="med"/>
              </a14:hiddenLine>
            </a:ext>
          </a:extLst>
        </p:spPr>
        <p:txBody>
          <a:bodyPr wrap="none" lIns="92075" tIns="46038" rIns="92075" bIns="46038" anchor="ctr"/>
          <a:lstStyle/>
          <a:p>
            <a:endParaRPr lang="zh-CN" altLang="en-US"/>
          </a:p>
        </p:txBody>
      </p:sp>
      <p:sp>
        <p:nvSpPr>
          <p:cNvPr id="77834" name="AutoShape 29"/>
          <p:cNvSpPr>
            <a:spLocks/>
          </p:cNvSpPr>
          <p:nvPr/>
        </p:nvSpPr>
        <p:spPr bwMode="auto">
          <a:xfrm>
            <a:off x="8610600" y="4038600"/>
            <a:ext cx="152400" cy="914400"/>
          </a:xfrm>
          <a:prstGeom prst="leftBrace">
            <a:avLst>
              <a:gd name="adj1" fmla="val 50000"/>
              <a:gd name="adj2" fmla="val 5000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2075" tIns="46038" rIns="92075" bIns="4603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0000"/>
              </a:lnSpc>
              <a:spcBef>
                <a:spcPct val="50000"/>
              </a:spcBef>
              <a:buFontTx/>
              <a:buNone/>
            </a:pPr>
            <a:endParaRPr lang="zh-CN" altLang="en-US" sz="1800">
              <a:latin typeface="Century Schoolbook" panose="02040604050505020304" pitchFamily="18" charset="0"/>
              <a:ea typeface="宋体" panose="02010600030101010101" pitchFamily="2" charset="-122"/>
            </a:endParaRPr>
          </a:p>
        </p:txBody>
      </p:sp>
      <p:graphicFrame>
        <p:nvGraphicFramePr>
          <p:cNvPr id="12" name="Object 31"/>
          <p:cNvGraphicFramePr>
            <a:graphicFrameLocks noChangeAspect="1"/>
          </p:cNvGraphicFramePr>
          <p:nvPr/>
        </p:nvGraphicFramePr>
        <p:xfrm>
          <a:off x="2025650" y="5468938"/>
          <a:ext cx="2635250" cy="762000"/>
        </p:xfrm>
        <a:graphic>
          <a:graphicData uri="http://schemas.openxmlformats.org/presentationml/2006/ole">
            <mc:AlternateContent xmlns:mc="http://schemas.openxmlformats.org/markup-compatibility/2006">
              <mc:Choice xmlns:v="urn:schemas-microsoft-com:vml" Requires="v">
                <p:oleObj spid="_x0000_s187465" name="公式" r:id="rId8" imgW="1485900" imgH="431800" progId="Equation.3">
                  <p:embed/>
                </p:oleObj>
              </mc:Choice>
              <mc:Fallback>
                <p:oleObj name="公式" r:id="rId8" imgW="1485900" imgH="431800" progId="Equation.3">
                  <p:embed/>
                  <p:pic>
                    <p:nvPicPr>
                      <p:cNvPr id="12" name="Object 3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25650" y="5468938"/>
                        <a:ext cx="2635250" cy="762000"/>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 name="矩形 20">
            <a:extLst>
              <a:ext uri="{FF2B5EF4-FFF2-40B4-BE49-F238E27FC236}">
                <a16:creationId xmlns:a16="http://schemas.microsoft.com/office/drawing/2014/main" id="{5FBE7B6E-17D7-449F-9DEC-5D99FEF1DE22}"/>
              </a:ext>
            </a:extLst>
          </p:cNvPr>
          <p:cNvSpPr/>
          <p:nvPr/>
        </p:nvSpPr>
        <p:spPr>
          <a:xfrm>
            <a:off x="538163" y="5489575"/>
            <a:ext cx="1266825" cy="522288"/>
          </a:xfrm>
          <a:prstGeom prst="rect">
            <a:avLst/>
          </a:prstGeom>
        </p:spPr>
        <p:txBody>
          <a:bodyPr wrap="none">
            <a:spAutoFit/>
          </a:bodyPr>
          <a:lstStyle/>
          <a:p>
            <a:pPr>
              <a:defRPr/>
            </a:pPr>
            <a:r>
              <a:rPr lang="zh-CN" altLang="en-US" sz="28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竟聚率</a:t>
            </a:r>
            <a:endParaRPr lang="zh-CN" altLang="en-US" sz="2800"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p:txBody>
      </p:sp>
      <p:sp>
        <p:nvSpPr>
          <p:cNvPr id="22" name="矩形 21">
            <a:extLst>
              <a:ext uri="{FF2B5EF4-FFF2-40B4-BE49-F238E27FC236}">
                <a16:creationId xmlns:a16="http://schemas.microsoft.com/office/drawing/2014/main" id="{EB6210B5-49B8-4C33-89EF-2EBF77D82A16}"/>
              </a:ext>
            </a:extLst>
          </p:cNvPr>
          <p:cNvSpPr/>
          <p:nvPr/>
        </p:nvSpPr>
        <p:spPr>
          <a:xfrm>
            <a:off x="8316416" y="-34973"/>
            <a:ext cx="906017" cy="523220"/>
          </a:xfrm>
          <a:prstGeom prst="rect">
            <a:avLst/>
          </a:prstGeom>
        </p:spPr>
        <p:txBody>
          <a:bodyPr wrap="none">
            <a:spAutoFit/>
          </a:bodyPr>
          <a:lstStyle/>
          <a:p>
            <a:pPr>
              <a:defRPr/>
            </a:pPr>
            <a:r>
              <a:rPr lang="zh-CN" altLang="en-US" sz="2800" b="1" dirty="0">
                <a:solidFill>
                  <a:schemeClr val="bg1"/>
                </a:solidFill>
                <a:highlight>
                  <a:srgbClr val="800000"/>
                </a:highlight>
                <a:latin typeface="楷体" panose="02010609060101010101" pitchFamily="49" charset="-122"/>
                <a:ea typeface="楷体" panose="02010609060101010101" pitchFamily="49" charset="-122"/>
              </a:rPr>
              <a:t>复习</a:t>
            </a:r>
            <a:endParaRPr lang="zh-CN" altLang="en-US" sz="2800" dirty="0">
              <a:solidFill>
                <a:schemeClr val="bg1"/>
              </a:solidFill>
              <a:highlight>
                <a:srgbClr val="800000"/>
              </a:highlight>
            </a:endParaRPr>
          </a:p>
        </p:txBody>
      </p:sp>
    </p:spTree>
    <p:extLst>
      <p:ext uri="{BB962C8B-B14F-4D97-AF65-F5344CB8AC3E}">
        <p14:creationId xmlns:p14="http://schemas.microsoft.com/office/powerpoint/2010/main" val="37225406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anim calcmode="lin" valueType="num">
                                      <p:cBhvr additive="base">
                                        <p:cTn id="23" dur="500" fill="hold"/>
                                        <p:tgtEl>
                                          <p:spTgt spid="21"/>
                                        </p:tgtEl>
                                        <p:attrNameLst>
                                          <p:attrName>ppt_x</p:attrName>
                                        </p:attrNameLst>
                                      </p:cBhvr>
                                      <p:tavLst>
                                        <p:tav tm="0">
                                          <p:val>
                                            <p:strVal val="#ppt_x"/>
                                          </p:val>
                                        </p:tav>
                                        <p:tav tm="100000">
                                          <p:val>
                                            <p:strVal val="#ppt_x"/>
                                          </p:val>
                                        </p:tav>
                                      </p:tavLst>
                                    </p:anim>
                                    <p:anim calcmode="lin" valueType="num">
                                      <p:cBhvr additive="base">
                                        <p:cTn id="24" dur="500" fill="hold"/>
                                        <p:tgtEl>
                                          <p:spTgt spid="21"/>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a:extLst>
              <a:ext uri="{FF2B5EF4-FFF2-40B4-BE49-F238E27FC236}">
                <a16:creationId xmlns:a16="http://schemas.microsoft.com/office/drawing/2014/main" id="{33798E50-85CF-4E47-A0DF-ACFC7DFA466A}"/>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79875"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19E5BC71-5B50-4B7E-97E0-014D06E8B68C}"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3</a:t>
            </a:fld>
            <a:endParaRPr lang="en-US" altLang="zh-CN" sz="1200">
              <a:solidFill>
                <a:srgbClr val="FFFFFF"/>
              </a:solidFill>
              <a:latin typeface="Century Schoolbook" panose="02040604050505020304" pitchFamily="18" charset="0"/>
              <a:ea typeface="宋体" panose="02010600030101010101" pitchFamily="2" charset="-122"/>
            </a:endParaRPr>
          </a:p>
        </p:txBody>
      </p:sp>
      <p:sp>
        <p:nvSpPr>
          <p:cNvPr id="79876" name="Text Box 10"/>
          <p:cNvSpPr txBox="1">
            <a:spLocks noChangeArrowheads="1"/>
          </p:cNvSpPr>
          <p:nvPr/>
        </p:nvSpPr>
        <p:spPr bwMode="auto">
          <a:xfrm>
            <a:off x="631825" y="4414838"/>
            <a:ext cx="7772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30000"/>
              </a:lnSpc>
              <a:spcBef>
                <a:spcPct val="0"/>
              </a:spcBef>
              <a:buFontTx/>
              <a:buNone/>
            </a:pPr>
            <a:r>
              <a:rPr lang="zh-CN" altLang="zh-CN" sz="1800" b="1">
                <a:latin typeface="Century Schoolbook" panose="02040604050505020304" pitchFamily="18" charset="0"/>
                <a:ea typeface="宋体" panose="02010600030101010101" pitchFamily="2" charset="-122"/>
              </a:rPr>
              <a:t>(4) </a:t>
            </a:r>
            <a:r>
              <a:rPr lang="en-US" altLang="zh-CN" sz="1800" b="1" i="1">
                <a:latin typeface="Century Schoolbook" panose="02040604050505020304" pitchFamily="18" charset="0"/>
                <a:ea typeface="宋体" panose="02010600030101010101" pitchFamily="2" charset="-122"/>
              </a:rPr>
              <a:t>r</a:t>
            </a:r>
            <a:r>
              <a:rPr lang="en-US" altLang="zh-CN" sz="1800" b="1" baseline="-25000">
                <a:latin typeface="Century Schoolbook" panose="02040604050505020304" pitchFamily="18" charset="0"/>
                <a:ea typeface="宋体" panose="02010600030101010101" pitchFamily="2" charset="-122"/>
              </a:rPr>
              <a:t>1</a:t>
            </a:r>
            <a:r>
              <a:rPr lang="en-US" altLang="zh-CN" sz="1800" b="1">
                <a:latin typeface="Century Schoolbook" panose="02040604050505020304" pitchFamily="18" charset="0"/>
                <a:ea typeface="宋体" panose="02010600030101010101" pitchFamily="2" charset="-122"/>
              </a:rPr>
              <a:t>＝1,  </a:t>
            </a:r>
            <a:r>
              <a:rPr lang="en-US" altLang="zh-CN" sz="1800" b="1" i="1">
                <a:latin typeface="Century Schoolbook" panose="02040604050505020304" pitchFamily="18" charset="0"/>
                <a:ea typeface="宋体" panose="02010600030101010101" pitchFamily="2" charset="-122"/>
              </a:rPr>
              <a:t>k</a:t>
            </a:r>
            <a:r>
              <a:rPr lang="en-US" altLang="zh-CN" sz="1800" b="1" baseline="-25000">
                <a:latin typeface="Century Schoolbook" panose="02040604050505020304" pitchFamily="18" charset="0"/>
                <a:ea typeface="宋体" panose="02010600030101010101" pitchFamily="2" charset="-122"/>
              </a:rPr>
              <a:t>11 </a:t>
            </a:r>
            <a:r>
              <a:rPr lang="en-US" altLang="zh-CN" sz="1800" b="1">
                <a:latin typeface="Century Schoolbook" panose="02040604050505020304" pitchFamily="18" charset="0"/>
                <a:ea typeface="宋体" panose="02010600030101010101" pitchFamily="2" charset="-122"/>
              </a:rPr>
              <a:t>= </a:t>
            </a:r>
            <a:r>
              <a:rPr lang="en-US" altLang="zh-CN" sz="1800" b="1" i="1">
                <a:latin typeface="Century Schoolbook" panose="02040604050505020304" pitchFamily="18" charset="0"/>
                <a:ea typeface="宋体" panose="02010600030101010101" pitchFamily="2" charset="-122"/>
              </a:rPr>
              <a:t>k</a:t>
            </a:r>
            <a:r>
              <a:rPr lang="en-US" altLang="zh-CN" sz="1800" b="1" baseline="-25000">
                <a:latin typeface="Century Schoolbook" panose="02040604050505020304" pitchFamily="18" charset="0"/>
                <a:ea typeface="宋体" panose="02010600030101010101" pitchFamily="2" charset="-122"/>
              </a:rPr>
              <a:t>12    </a:t>
            </a:r>
            <a:r>
              <a:rPr lang="en-US" altLang="zh-CN" sz="1800" b="1">
                <a:latin typeface="Century Schoolbook" panose="02040604050505020304" pitchFamily="18" charset="0"/>
                <a:ea typeface="宋体" panose="02010600030101010101" pitchFamily="2" charset="-122"/>
                <a:sym typeface="Symbol" panose="05050102010706020507" pitchFamily="18" charset="2"/>
              </a:rPr>
              <a:t></a:t>
            </a:r>
            <a:r>
              <a:rPr lang="en-US" altLang="zh-CN" sz="1800">
                <a:latin typeface="Century Schoolbook" panose="02040604050505020304" pitchFamily="18" charset="0"/>
                <a:ea typeface="宋体" panose="02010600030101010101" pitchFamily="2" charset="-122"/>
              </a:rPr>
              <a:t> </a:t>
            </a:r>
            <a:endParaRPr lang="zh-CN" altLang="en-US" sz="1800">
              <a:latin typeface="Century Schoolbook" panose="02040604050505020304" pitchFamily="18" charset="0"/>
              <a:ea typeface="宋体" panose="02010600030101010101" pitchFamily="2" charset="-122"/>
            </a:endParaRPr>
          </a:p>
        </p:txBody>
      </p:sp>
      <p:sp>
        <p:nvSpPr>
          <p:cNvPr id="79877" name="Text Box 11"/>
          <p:cNvSpPr txBox="1">
            <a:spLocks noChangeArrowheads="1"/>
          </p:cNvSpPr>
          <p:nvPr/>
        </p:nvSpPr>
        <p:spPr bwMode="auto">
          <a:xfrm>
            <a:off x="631825" y="1196975"/>
            <a:ext cx="7848600" cy="277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30000"/>
              </a:lnSpc>
              <a:spcBef>
                <a:spcPct val="0"/>
              </a:spcBef>
              <a:buFontTx/>
              <a:buNone/>
            </a:pPr>
            <a:r>
              <a:rPr lang="zh-CN" altLang="zh-CN" sz="1800" b="1">
                <a:latin typeface="Century Schoolbook" panose="02040604050505020304" pitchFamily="18" charset="0"/>
                <a:ea typeface="宋体" panose="02010600030101010101" pitchFamily="2" charset="-122"/>
              </a:rPr>
              <a:t>(1) </a:t>
            </a:r>
            <a:r>
              <a:rPr lang="en-US" altLang="zh-CN" sz="1800" b="1" i="1">
                <a:latin typeface="Century Schoolbook" panose="02040604050505020304" pitchFamily="18" charset="0"/>
                <a:ea typeface="宋体" panose="02010600030101010101" pitchFamily="2" charset="-122"/>
              </a:rPr>
              <a:t>r</a:t>
            </a:r>
            <a:r>
              <a:rPr lang="en-US" altLang="zh-CN" sz="1800" b="1" baseline="-25000">
                <a:latin typeface="Century Schoolbook" panose="02040604050505020304" pitchFamily="18" charset="0"/>
                <a:ea typeface="宋体" panose="02010600030101010101" pitchFamily="2" charset="-122"/>
              </a:rPr>
              <a:t>1 </a:t>
            </a:r>
            <a:r>
              <a:rPr lang="en-US" altLang="zh-CN" sz="1800" b="1">
                <a:latin typeface="Century Schoolbook" panose="02040604050505020304" pitchFamily="18" charset="0"/>
                <a:ea typeface="宋体" panose="02010600030101010101" pitchFamily="2" charset="-122"/>
              </a:rPr>
              <a:t>&gt;1       </a:t>
            </a:r>
            <a:r>
              <a:rPr lang="en-US" altLang="zh-CN" sz="1800" b="1" i="1">
                <a:latin typeface="Century Schoolbook" panose="02040604050505020304" pitchFamily="18" charset="0"/>
                <a:ea typeface="宋体" panose="02010600030101010101" pitchFamily="2" charset="-122"/>
              </a:rPr>
              <a:t>k</a:t>
            </a:r>
            <a:r>
              <a:rPr lang="en-US" altLang="zh-CN" sz="1800" b="1" baseline="-25000">
                <a:latin typeface="Century Schoolbook" panose="02040604050505020304" pitchFamily="18" charset="0"/>
                <a:ea typeface="宋体" panose="02010600030101010101" pitchFamily="2" charset="-122"/>
              </a:rPr>
              <a:t>11 </a:t>
            </a:r>
            <a:r>
              <a:rPr lang="en-US" altLang="zh-CN" sz="1800" b="1">
                <a:latin typeface="Century Schoolbook" panose="02040604050505020304" pitchFamily="18" charset="0"/>
                <a:ea typeface="宋体" panose="02010600030101010101" pitchFamily="2" charset="-122"/>
              </a:rPr>
              <a:t>&gt; </a:t>
            </a:r>
            <a:r>
              <a:rPr lang="en-US" altLang="zh-CN" sz="1800" b="1" i="1">
                <a:latin typeface="Century Schoolbook" panose="02040604050505020304" pitchFamily="18" charset="0"/>
                <a:ea typeface="宋体" panose="02010600030101010101" pitchFamily="2" charset="-122"/>
              </a:rPr>
              <a:t>k</a:t>
            </a:r>
            <a:r>
              <a:rPr lang="en-US" altLang="zh-CN" sz="1800" b="1" baseline="-25000">
                <a:latin typeface="Century Schoolbook" panose="02040604050505020304" pitchFamily="18" charset="0"/>
                <a:ea typeface="宋体" panose="02010600030101010101" pitchFamily="2" charset="-122"/>
              </a:rPr>
              <a:t>12</a:t>
            </a:r>
            <a:r>
              <a:rPr lang="en-US" altLang="zh-CN" sz="1800" b="1">
                <a:latin typeface="Century Schoolbook" panose="02040604050505020304" pitchFamily="18" charset="0"/>
                <a:ea typeface="宋体" panose="02010600030101010101" pitchFamily="2" charset="-122"/>
              </a:rPr>
              <a:t>         </a:t>
            </a:r>
            <a:r>
              <a:rPr lang="en-US" altLang="zh-CN" sz="1800" b="1">
                <a:latin typeface="Century Schoolbook" panose="02040604050505020304" pitchFamily="18" charset="0"/>
                <a:ea typeface="宋体" panose="02010600030101010101" pitchFamily="2" charset="-122"/>
                <a:sym typeface="Symbol" panose="05050102010706020507" pitchFamily="18" charset="2"/>
              </a:rPr>
              <a:t></a:t>
            </a:r>
            <a:r>
              <a:rPr lang="en-US" altLang="zh-CN" sz="1800" b="1">
                <a:latin typeface="Century Schoolbook" panose="02040604050505020304" pitchFamily="18" charset="0"/>
                <a:ea typeface="宋体" panose="02010600030101010101" pitchFamily="2" charset="-122"/>
              </a:rPr>
              <a:t>         </a:t>
            </a:r>
            <a:r>
              <a:rPr lang="zh-CN" altLang="en-US" sz="2100">
                <a:latin typeface="楷体" panose="02010609060101010101" pitchFamily="49" charset="-122"/>
                <a:ea typeface="楷体" panose="02010609060101010101" pitchFamily="49" charset="-122"/>
              </a:rPr>
              <a:t>单体1比单体2活泼</a:t>
            </a:r>
          </a:p>
          <a:p>
            <a:pPr algn="just">
              <a:lnSpc>
                <a:spcPct val="130000"/>
              </a:lnSpc>
              <a:spcBef>
                <a:spcPct val="0"/>
              </a:spcBef>
              <a:buFontTx/>
              <a:buNone/>
            </a:pPr>
            <a:r>
              <a:rPr lang="zh-CN" altLang="en-US" sz="2100">
                <a:latin typeface="楷体" panose="02010609060101010101" pitchFamily="49" charset="-122"/>
                <a:ea typeface="楷体" panose="02010609060101010101" pitchFamily="49" charset="-122"/>
              </a:rPr>
              <a:t>                           自聚倾向 &gt; 共聚倾向</a:t>
            </a:r>
            <a:r>
              <a:rPr lang="en-US" altLang="zh-CN" sz="2100">
                <a:latin typeface="楷体" panose="02010609060101010101" pitchFamily="49" charset="-122"/>
                <a:ea typeface="楷体" panose="02010609060101010101" pitchFamily="49" charset="-122"/>
              </a:rPr>
              <a:t>(</a:t>
            </a:r>
            <a:r>
              <a:rPr lang="zh-CN" altLang="en-US" sz="2100">
                <a:latin typeface="楷体" panose="02010609060101010101" pitchFamily="49" charset="-122"/>
                <a:ea typeface="楷体" panose="02010609060101010101" pitchFamily="49" charset="-122"/>
              </a:rPr>
              <a:t>单体1</a:t>
            </a:r>
            <a:r>
              <a:rPr lang="en-US" altLang="zh-CN" sz="2100">
                <a:latin typeface="楷体" panose="02010609060101010101" pitchFamily="49" charset="-122"/>
                <a:ea typeface="楷体" panose="02010609060101010101" pitchFamily="49" charset="-122"/>
              </a:rPr>
              <a:t>)</a:t>
            </a:r>
            <a:endParaRPr lang="zh-CN" altLang="en-US" sz="2100">
              <a:latin typeface="楷体" panose="02010609060101010101" pitchFamily="49" charset="-122"/>
              <a:ea typeface="楷体" panose="02010609060101010101" pitchFamily="49" charset="-122"/>
            </a:endParaRPr>
          </a:p>
          <a:p>
            <a:pPr algn="just">
              <a:lnSpc>
                <a:spcPct val="130000"/>
              </a:lnSpc>
              <a:spcBef>
                <a:spcPct val="0"/>
              </a:spcBef>
              <a:buFontTx/>
              <a:buNone/>
            </a:pPr>
            <a:endParaRPr lang="zh-CN" altLang="en-US" sz="800" b="1">
              <a:latin typeface="Century Schoolbook" panose="02040604050505020304" pitchFamily="18" charset="0"/>
              <a:ea typeface="宋体" panose="02010600030101010101" pitchFamily="2" charset="-122"/>
            </a:endParaRPr>
          </a:p>
          <a:p>
            <a:pPr algn="just">
              <a:lnSpc>
                <a:spcPct val="130000"/>
              </a:lnSpc>
              <a:spcBef>
                <a:spcPct val="0"/>
              </a:spcBef>
              <a:buFontTx/>
              <a:buNone/>
            </a:pPr>
            <a:r>
              <a:rPr lang="zh-CN" altLang="zh-CN" sz="1800" b="1">
                <a:latin typeface="Century Schoolbook" panose="02040604050505020304" pitchFamily="18" charset="0"/>
                <a:ea typeface="宋体" panose="02010600030101010101" pitchFamily="2" charset="-122"/>
              </a:rPr>
              <a:t>(2) </a:t>
            </a:r>
            <a:r>
              <a:rPr lang="en-US" altLang="zh-CN" sz="1800" b="1" i="1">
                <a:latin typeface="Century Schoolbook" panose="02040604050505020304" pitchFamily="18" charset="0"/>
                <a:ea typeface="宋体" panose="02010600030101010101" pitchFamily="2" charset="-122"/>
              </a:rPr>
              <a:t>r</a:t>
            </a:r>
            <a:r>
              <a:rPr lang="en-US" altLang="zh-CN" sz="1800" b="1" baseline="-25000">
                <a:latin typeface="Century Schoolbook" panose="02040604050505020304" pitchFamily="18" charset="0"/>
                <a:ea typeface="宋体" panose="02010600030101010101" pitchFamily="2" charset="-122"/>
              </a:rPr>
              <a:t>1 </a:t>
            </a:r>
            <a:r>
              <a:rPr lang="en-US" altLang="zh-CN" sz="1800" b="1">
                <a:latin typeface="Century Schoolbook" panose="02040604050505020304" pitchFamily="18" charset="0"/>
                <a:ea typeface="宋体" panose="02010600030101010101" pitchFamily="2" charset="-122"/>
              </a:rPr>
              <a:t>&lt;1       </a:t>
            </a:r>
            <a:r>
              <a:rPr lang="en-US" altLang="zh-CN" sz="1800" b="1" i="1">
                <a:latin typeface="Century Schoolbook" panose="02040604050505020304" pitchFamily="18" charset="0"/>
                <a:ea typeface="宋体" panose="02010600030101010101" pitchFamily="2" charset="-122"/>
              </a:rPr>
              <a:t>k</a:t>
            </a:r>
            <a:r>
              <a:rPr lang="en-US" altLang="zh-CN" sz="1800" b="1" baseline="-25000">
                <a:latin typeface="Century Schoolbook" panose="02040604050505020304" pitchFamily="18" charset="0"/>
                <a:ea typeface="宋体" panose="02010600030101010101" pitchFamily="2" charset="-122"/>
              </a:rPr>
              <a:t>11 </a:t>
            </a:r>
            <a:r>
              <a:rPr lang="en-US" altLang="zh-CN" sz="1800" b="1">
                <a:latin typeface="Century Schoolbook" panose="02040604050505020304" pitchFamily="18" charset="0"/>
                <a:ea typeface="宋体" panose="02010600030101010101" pitchFamily="2" charset="-122"/>
              </a:rPr>
              <a:t>&lt; </a:t>
            </a:r>
            <a:r>
              <a:rPr lang="en-US" altLang="zh-CN" sz="1800" b="1" i="1">
                <a:latin typeface="Century Schoolbook" panose="02040604050505020304" pitchFamily="18" charset="0"/>
                <a:ea typeface="宋体" panose="02010600030101010101" pitchFamily="2" charset="-122"/>
              </a:rPr>
              <a:t>k</a:t>
            </a:r>
            <a:r>
              <a:rPr lang="en-US" altLang="zh-CN" sz="1800" b="1" baseline="-25000">
                <a:latin typeface="Century Schoolbook" panose="02040604050505020304" pitchFamily="18" charset="0"/>
                <a:ea typeface="宋体" panose="02010600030101010101" pitchFamily="2" charset="-122"/>
              </a:rPr>
              <a:t>12            </a:t>
            </a:r>
            <a:r>
              <a:rPr lang="en-US" altLang="zh-CN" sz="1800" b="1">
                <a:latin typeface="Century Schoolbook" panose="02040604050505020304" pitchFamily="18" charset="0"/>
                <a:ea typeface="宋体" panose="02010600030101010101" pitchFamily="2" charset="-122"/>
              </a:rPr>
              <a:t> </a:t>
            </a:r>
            <a:r>
              <a:rPr lang="en-US" altLang="zh-CN" sz="2000">
                <a:latin typeface="楷体" panose="02010609060101010101" pitchFamily="49" charset="-122"/>
                <a:ea typeface="楷体" panose="02010609060101010101" pitchFamily="49" charset="-122"/>
                <a:sym typeface="Symbol" panose="05050102010706020507" pitchFamily="18" charset="2"/>
              </a:rPr>
              <a:t></a:t>
            </a:r>
            <a:r>
              <a:rPr lang="en-US" altLang="zh-CN" sz="2000">
                <a:latin typeface="楷体" panose="02010609060101010101" pitchFamily="49" charset="-122"/>
                <a:ea typeface="楷体" panose="02010609060101010101" pitchFamily="49" charset="-122"/>
              </a:rPr>
              <a:t>     </a:t>
            </a:r>
            <a:r>
              <a:rPr lang="zh-CN" altLang="en-US" sz="2000">
                <a:latin typeface="楷体" panose="02010609060101010101" pitchFamily="49" charset="-122"/>
                <a:ea typeface="楷体" panose="02010609060101010101" pitchFamily="49" charset="-122"/>
              </a:rPr>
              <a:t>单体1比单体2活性小</a:t>
            </a:r>
          </a:p>
          <a:p>
            <a:pPr algn="just">
              <a:lnSpc>
                <a:spcPct val="130000"/>
              </a:lnSpc>
              <a:spcBef>
                <a:spcPct val="0"/>
              </a:spcBef>
              <a:buFontTx/>
              <a:buNone/>
            </a:pPr>
            <a:r>
              <a:rPr lang="zh-CN" altLang="en-US" sz="2000">
                <a:latin typeface="楷体" panose="02010609060101010101" pitchFamily="49" charset="-122"/>
                <a:ea typeface="楷体" panose="02010609060101010101" pitchFamily="49" charset="-122"/>
              </a:rPr>
              <a:t>                             自聚倾向 &lt; 共聚倾向</a:t>
            </a:r>
          </a:p>
          <a:p>
            <a:pPr algn="just">
              <a:lnSpc>
                <a:spcPct val="130000"/>
              </a:lnSpc>
              <a:spcBef>
                <a:spcPct val="0"/>
              </a:spcBef>
              <a:buFontTx/>
              <a:buNone/>
            </a:pPr>
            <a:endParaRPr lang="zh-CN" altLang="en-US" sz="800" b="1">
              <a:latin typeface="Century Schoolbook" panose="02040604050505020304" pitchFamily="18" charset="0"/>
              <a:ea typeface="宋体" panose="02010600030101010101" pitchFamily="2" charset="-122"/>
            </a:endParaRPr>
          </a:p>
          <a:p>
            <a:pPr algn="just">
              <a:lnSpc>
                <a:spcPct val="130000"/>
              </a:lnSpc>
              <a:spcBef>
                <a:spcPct val="0"/>
              </a:spcBef>
              <a:buFontTx/>
              <a:buNone/>
            </a:pPr>
            <a:r>
              <a:rPr lang="zh-CN" altLang="zh-CN" sz="1800" b="1">
                <a:latin typeface="Century Schoolbook" panose="02040604050505020304" pitchFamily="18" charset="0"/>
                <a:ea typeface="宋体" panose="02010600030101010101" pitchFamily="2" charset="-122"/>
              </a:rPr>
              <a:t>(3) </a:t>
            </a:r>
            <a:r>
              <a:rPr lang="en-US" altLang="zh-CN" sz="1800" b="1" i="1">
                <a:latin typeface="Century Schoolbook" panose="02040604050505020304" pitchFamily="18" charset="0"/>
                <a:ea typeface="宋体" panose="02010600030101010101" pitchFamily="2" charset="-122"/>
              </a:rPr>
              <a:t>r</a:t>
            </a:r>
            <a:r>
              <a:rPr lang="en-US" altLang="zh-CN" sz="1800" b="1" baseline="-25000">
                <a:latin typeface="Century Schoolbook" panose="02040604050505020304" pitchFamily="18" charset="0"/>
                <a:ea typeface="宋体" panose="02010600030101010101" pitchFamily="2" charset="-122"/>
              </a:rPr>
              <a:t>1 </a:t>
            </a:r>
            <a:r>
              <a:rPr lang="en-US" altLang="zh-CN" sz="1800" b="1">
                <a:latin typeface="Century Schoolbook" panose="02040604050505020304" pitchFamily="18" charset="0"/>
                <a:ea typeface="宋体" panose="02010600030101010101" pitchFamily="2" charset="-122"/>
              </a:rPr>
              <a:t>= 0      </a:t>
            </a:r>
            <a:r>
              <a:rPr lang="en-US" altLang="zh-CN" sz="1800" b="1" i="1">
                <a:latin typeface="Century Schoolbook" panose="02040604050505020304" pitchFamily="18" charset="0"/>
                <a:ea typeface="宋体" panose="02010600030101010101" pitchFamily="2" charset="-122"/>
              </a:rPr>
              <a:t>k</a:t>
            </a:r>
            <a:r>
              <a:rPr lang="en-US" altLang="zh-CN" sz="1800" b="1" baseline="-25000">
                <a:latin typeface="Century Schoolbook" panose="02040604050505020304" pitchFamily="18" charset="0"/>
                <a:ea typeface="宋体" panose="02010600030101010101" pitchFamily="2" charset="-122"/>
              </a:rPr>
              <a:t>11 </a:t>
            </a:r>
            <a:r>
              <a:rPr lang="en-US" altLang="zh-CN" sz="1800" b="1">
                <a:latin typeface="Century Schoolbook" panose="02040604050505020304" pitchFamily="18" charset="0"/>
                <a:ea typeface="宋体" panose="02010600030101010101" pitchFamily="2" charset="-122"/>
              </a:rPr>
              <a:t>= 0, </a:t>
            </a:r>
            <a:r>
              <a:rPr lang="en-US" altLang="zh-CN" sz="1800" b="1" i="1">
                <a:latin typeface="Century Schoolbook" panose="02040604050505020304" pitchFamily="18" charset="0"/>
                <a:ea typeface="宋体" panose="02010600030101010101" pitchFamily="2" charset="-122"/>
              </a:rPr>
              <a:t>k</a:t>
            </a:r>
            <a:r>
              <a:rPr lang="en-US" altLang="zh-CN" sz="1800" b="1" baseline="-25000">
                <a:latin typeface="Century Schoolbook" panose="02040604050505020304" pitchFamily="18" charset="0"/>
                <a:ea typeface="宋体" panose="02010600030101010101" pitchFamily="2" charset="-122"/>
              </a:rPr>
              <a:t>12</a:t>
            </a:r>
            <a:r>
              <a:rPr lang="en-US" altLang="zh-CN" sz="1800" b="1">
                <a:latin typeface="Century Schoolbook" panose="02040604050505020304" pitchFamily="18" charset="0"/>
                <a:ea typeface="宋体" panose="02010600030101010101" pitchFamily="2" charset="-122"/>
              </a:rPr>
              <a:t> </a:t>
            </a:r>
            <a:r>
              <a:rPr lang="en-US" altLang="zh-CN" sz="1800" b="1">
                <a:latin typeface="Century Schoolbook" panose="02040604050505020304" pitchFamily="18" charset="0"/>
                <a:ea typeface="宋体" panose="02010600030101010101" pitchFamily="2" charset="-122"/>
                <a:sym typeface="Symbol" panose="05050102010706020507" pitchFamily="18" charset="2"/>
              </a:rPr>
              <a:t> </a:t>
            </a:r>
            <a:r>
              <a:rPr lang="en-US" altLang="zh-CN" sz="1800" b="1">
                <a:latin typeface="Century Schoolbook" panose="02040604050505020304" pitchFamily="18" charset="0"/>
                <a:ea typeface="宋体" panose="02010600030101010101" pitchFamily="2" charset="-122"/>
              </a:rPr>
              <a:t>0    </a:t>
            </a:r>
            <a:r>
              <a:rPr lang="en-US" altLang="zh-CN" sz="180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en-US" altLang="zh-CN" sz="1800">
                <a:latin typeface="Arial" panose="020B0604020202020204" pitchFamily="34" charset="0"/>
                <a:ea typeface="楷体" panose="02010609060101010101" pitchFamily="49" charset="-122"/>
                <a:cs typeface="Arial" panose="020B0604020202020204" pitchFamily="34" charset="0"/>
              </a:rPr>
              <a:t>       M</a:t>
            </a:r>
            <a:r>
              <a:rPr lang="en-US" altLang="zh-CN" sz="1800" baseline="-25000">
                <a:latin typeface="Arial" panose="020B0604020202020204" pitchFamily="34" charset="0"/>
                <a:ea typeface="楷体" panose="02010609060101010101" pitchFamily="49" charset="-122"/>
                <a:cs typeface="Arial" panose="020B0604020202020204" pitchFamily="34" charset="0"/>
              </a:rPr>
              <a:t>1</a:t>
            </a:r>
            <a:r>
              <a:rPr lang="zh-CN" altLang="en-US" sz="1800">
                <a:latin typeface="Arial" panose="020B0604020202020204" pitchFamily="34" charset="0"/>
                <a:ea typeface="楷体" panose="02010609060101010101" pitchFamily="49" charset="-122"/>
                <a:cs typeface="Arial" panose="020B0604020202020204" pitchFamily="34" charset="0"/>
              </a:rPr>
              <a:t>只能与</a:t>
            </a:r>
            <a:r>
              <a:rPr lang="en-US" altLang="zh-CN" sz="1800">
                <a:latin typeface="Arial" panose="020B0604020202020204" pitchFamily="34" charset="0"/>
                <a:ea typeface="楷体" panose="02010609060101010101" pitchFamily="49" charset="-122"/>
                <a:cs typeface="Arial" panose="020B0604020202020204" pitchFamily="34" charset="0"/>
              </a:rPr>
              <a:t>M</a:t>
            </a:r>
            <a:r>
              <a:rPr lang="en-US" altLang="zh-CN" sz="1800" baseline="-25000">
                <a:latin typeface="Arial" panose="020B0604020202020204" pitchFamily="34" charset="0"/>
                <a:ea typeface="楷体" panose="02010609060101010101" pitchFamily="49" charset="-122"/>
                <a:cs typeface="Arial" panose="020B0604020202020204" pitchFamily="34" charset="0"/>
              </a:rPr>
              <a:t>2</a:t>
            </a:r>
            <a:r>
              <a:rPr lang="zh-CN" altLang="en-US" sz="1800">
                <a:latin typeface="Arial" panose="020B0604020202020204" pitchFamily="34" charset="0"/>
                <a:ea typeface="楷体" panose="02010609060101010101" pitchFamily="49" charset="-122"/>
                <a:cs typeface="Arial" panose="020B0604020202020204" pitchFamily="34" charset="0"/>
              </a:rPr>
              <a:t>共聚，</a:t>
            </a:r>
          </a:p>
          <a:p>
            <a:pPr algn="just">
              <a:lnSpc>
                <a:spcPct val="130000"/>
              </a:lnSpc>
              <a:spcBef>
                <a:spcPct val="0"/>
              </a:spcBef>
              <a:buFontTx/>
              <a:buNone/>
            </a:pPr>
            <a:r>
              <a:rPr lang="zh-CN" altLang="en-US" sz="1800">
                <a:latin typeface="Arial" panose="020B0604020202020204" pitchFamily="34" charset="0"/>
                <a:ea typeface="楷体" panose="02010609060101010101" pitchFamily="49" charset="-122"/>
                <a:cs typeface="Arial" panose="020B0604020202020204" pitchFamily="34" charset="0"/>
              </a:rPr>
              <a:t>                                                            不能自聚</a:t>
            </a:r>
          </a:p>
        </p:txBody>
      </p:sp>
      <p:sp>
        <p:nvSpPr>
          <p:cNvPr id="79878" name="AutoShape 12"/>
          <p:cNvSpPr>
            <a:spLocks/>
          </p:cNvSpPr>
          <p:nvPr/>
        </p:nvSpPr>
        <p:spPr bwMode="auto">
          <a:xfrm>
            <a:off x="4032250" y="1323975"/>
            <a:ext cx="215900" cy="709613"/>
          </a:xfrm>
          <a:prstGeom prst="leftBrace">
            <a:avLst>
              <a:gd name="adj1" fmla="val 27390"/>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0000"/>
              </a:lnSpc>
              <a:spcBef>
                <a:spcPct val="50000"/>
              </a:spcBef>
              <a:buFontTx/>
              <a:buNone/>
            </a:pPr>
            <a:endParaRPr lang="zh-CN" altLang="en-US" sz="1800">
              <a:latin typeface="Century Schoolbook" panose="02040604050505020304" pitchFamily="18" charset="0"/>
              <a:ea typeface="宋体" panose="02010600030101010101" pitchFamily="2" charset="-122"/>
            </a:endParaRPr>
          </a:p>
        </p:txBody>
      </p:sp>
      <p:sp>
        <p:nvSpPr>
          <p:cNvPr id="79879" name="AutoShape 14"/>
          <p:cNvSpPr>
            <a:spLocks/>
          </p:cNvSpPr>
          <p:nvPr/>
        </p:nvSpPr>
        <p:spPr bwMode="auto">
          <a:xfrm>
            <a:off x="4054475" y="2259013"/>
            <a:ext cx="195263" cy="720725"/>
          </a:xfrm>
          <a:prstGeom prst="leftBrace">
            <a:avLst>
              <a:gd name="adj1" fmla="val 30759"/>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0000"/>
              </a:lnSpc>
              <a:spcBef>
                <a:spcPct val="50000"/>
              </a:spcBef>
              <a:buFontTx/>
              <a:buNone/>
            </a:pPr>
            <a:endParaRPr lang="zh-CN" altLang="en-US" sz="1800">
              <a:latin typeface="Century Schoolbook" panose="02040604050505020304" pitchFamily="18" charset="0"/>
              <a:ea typeface="宋体" panose="02010600030101010101" pitchFamily="2" charset="-122"/>
            </a:endParaRPr>
          </a:p>
        </p:txBody>
      </p:sp>
      <p:graphicFrame>
        <p:nvGraphicFramePr>
          <p:cNvPr id="79880" name="Object 0"/>
          <p:cNvGraphicFramePr>
            <a:graphicFrameLocks noChangeAspect="1"/>
          </p:cNvGraphicFramePr>
          <p:nvPr/>
        </p:nvGraphicFramePr>
        <p:xfrm>
          <a:off x="3497263" y="4195763"/>
          <a:ext cx="4999037" cy="955675"/>
        </p:xfrm>
        <a:graphic>
          <a:graphicData uri="http://schemas.openxmlformats.org/presentationml/2006/ole">
            <mc:AlternateContent xmlns:mc="http://schemas.openxmlformats.org/markup-compatibility/2006">
              <mc:Choice xmlns:v="urn:schemas-microsoft-com:vml" Requires="v">
                <p:oleObj spid="_x0000_s188441" name="Document" r:id="rId3" imgW="2943225" imgH="561975" progId="">
                  <p:embed/>
                </p:oleObj>
              </mc:Choice>
              <mc:Fallback>
                <p:oleObj name="Document" r:id="rId3" imgW="2943225" imgH="561975" progId="">
                  <p:embed/>
                  <p:pic>
                    <p:nvPicPr>
                      <p:cNvPr id="79880" name="Object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7263" y="4195763"/>
                        <a:ext cx="4999037" cy="955675"/>
                      </a:xfrm>
                      <a:prstGeom prst="rect">
                        <a:avLst/>
                      </a:prstGeom>
                      <a:noFill/>
                      <a:ln>
                        <a:noFill/>
                      </a:ln>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79881" name="AutoShape 14"/>
          <p:cNvSpPr>
            <a:spLocks/>
          </p:cNvSpPr>
          <p:nvPr/>
        </p:nvSpPr>
        <p:spPr bwMode="auto">
          <a:xfrm>
            <a:off x="4187825" y="3187700"/>
            <a:ext cx="195263" cy="720725"/>
          </a:xfrm>
          <a:prstGeom prst="leftBrace">
            <a:avLst>
              <a:gd name="adj1" fmla="val 30759"/>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0000"/>
              </a:lnSpc>
              <a:spcBef>
                <a:spcPct val="50000"/>
              </a:spcBef>
              <a:buFontTx/>
              <a:buNone/>
            </a:pPr>
            <a:endParaRPr lang="zh-CN" altLang="en-US" sz="1800">
              <a:latin typeface="Century Schoolbook" panose="02040604050505020304" pitchFamily="18" charset="0"/>
              <a:ea typeface="宋体" panose="02010600030101010101" pitchFamily="2" charset="-122"/>
            </a:endParaRPr>
          </a:p>
        </p:txBody>
      </p:sp>
      <p:sp>
        <p:nvSpPr>
          <p:cNvPr id="79882" name="AutoShape 14"/>
          <p:cNvSpPr>
            <a:spLocks/>
          </p:cNvSpPr>
          <p:nvPr/>
        </p:nvSpPr>
        <p:spPr bwMode="auto">
          <a:xfrm>
            <a:off x="3302000" y="4365625"/>
            <a:ext cx="195263" cy="720725"/>
          </a:xfrm>
          <a:prstGeom prst="leftBrace">
            <a:avLst>
              <a:gd name="adj1" fmla="val 30759"/>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0000"/>
              </a:lnSpc>
              <a:spcBef>
                <a:spcPct val="50000"/>
              </a:spcBef>
              <a:buFontTx/>
              <a:buNone/>
            </a:pPr>
            <a:endParaRPr lang="zh-CN" altLang="en-US" sz="1800">
              <a:latin typeface="Century Schoolbook" panose="02040604050505020304" pitchFamily="18" charset="0"/>
              <a:ea typeface="宋体" panose="02010600030101010101" pitchFamily="2" charset="-122"/>
            </a:endParaRPr>
          </a:p>
        </p:txBody>
      </p:sp>
      <p:sp>
        <p:nvSpPr>
          <p:cNvPr id="12" name="矩形 11">
            <a:extLst>
              <a:ext uri="{FF2B5EF4-FFF2-40B4-BE49-F238E27FC236}">
                <a16:creationId xmlns:a16="http://schemas.microsoft.com/office/drawing/2014/main" id="{A023CFF0-6C13-4F7F-A408-F8DC4DC18444}"/>
              </a:ext>
            </a:extLst>
          </p:cNvPr>
          <p:cNvSpPr/>
          <p:nvPr/>
        </p:nvSpPr>
        <p:spPr>
          <a:xfrm>
            <a:off x="8316416" y="-34973"/>
            <a:ext cx="906017" cy="523220"/>
          </a:xfrm>
          <a:prstGeom prst="rect">
            <a:avLst/>
          </a:prstGeom>
        </p:spPr>
        <p:txBody>
          <a:bodyPr wrap="none">
            <a:spAutoFit/>
          </a:bodyPr>
          <a:lstStyle/>
          <a:p>
            <a:pPr>
              <a:defRPr/>
            </a:pPr>
            <a:r>
              <a:rPr lang="zh-CN" altLang="en-US" sz="2800" b="1" dirty="0">
                <a:solidFill>
                  <a:schemeClr val="bg1"/>
                </a:solidFill>
                <a:highlight>
                  <a:srgbClr val="800000"/>
                </a:highlight>
                <a:latin typeface="楷体" panose="02010609060101010101" pitchFamily="49" charset="-122"/>
                <a:ea typeface="楷体" panose="02010609060101010101" pitchFamily="49" charset="-122"/>
              </a:rPr>
              <a:t>复习</a:t>
            </a:r>
            <a:endParaRPr lang="zh-CN" altLang="en-US" sz="2800" dirty="0">
              <a:solidFill>
                <a:schemeClr val="bg1"/>
              </a:solidFill>
              <a:highlight>
                <a:srgbClr val="800000"/>
              </a:highlight>
            </a:endParaRPr>
          </a:p>
        </p:txBody>
      </p:sp>
    </p:spTree>
    <p:extLst>
      <p:ext uri="{BB962C8B-B14F-4D97-AF65-F5344CB8AC3E}">
        <p14:creationId xmlns:p14="http://schemas.microsoft.com/office/powerpoint/2010/main" val="971474653"/>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6AE5D508-0F10-452D-A177-FB22129E074F}"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4</a:t>
            </a:fld>
            <a:endParaRPr lang="en-US" altLang="zh-CN" sz="1400">
              <a:latin typeface="Times New Roman" panose="02020603050405020304" pitchFamily="18" charset="0"/>
              <a:ea typeface="宋体" panose="02010600030101010101" pitchFamily="2" charset="-122"/>
            </a:endParaRPr>
          </a:p>
        </p:txBody>
      </p:sp>
      <p:sp>
        <p:nvSpPr>
          <p:cNvPr id="99331" name="Text Box 2"/>
          <p:cNvSpPr txBox="1">
            <a:spLocks noChangeArrowheads="1"/>
          </p:cNvSpPr>
          <p:nvPr/>
        </p:nvSpPr>
        <p:spPr bwMode="auto">
          <a:xfrm>
            <a:off x="228600" y="990600"/>
            <a:ext cx="8174038" cy="4843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35000"/>
              </a:spcBef>
              <a:buClr>
                <a:srgbClr val="FF0000"/>
              </a:buClr>
              <a:buFont typeface="Wingdings" panose="05000000000000000000" pitchFamily="2" charset="2"/>
              <a:buChar char="p"/>
            </a:pPr>
            <a:r>
              <a:rPr kumimoji="1" lang="zh-CN" altLang="en-US" sz="2400">
                <a:solidFill>
                  <a:srgbClr val="A50021"/>
                </a:solidFill>
                <a:latin typeface="Arial" panose="020B0604020202020204" pitchFamily="34" charset="0"/>
                <a:ea typeface="楷体" panose="02010609060101010101" pitchFamily="49" charset="-122"/>
                <a:cs typeface="Arial" panose="020B0604020202020204" pitchFamily="34" charset="0"/>
              </a:rPr>
              <a:t>  </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r</a:t>
            </a:r>
            <a:r>
              <a:rPr kumimoji="1" lang="en-US" altLang="zh-CN" sz="2400" baseline="-30000">
                <a:solidFill>
                  <a:srgbClr val="FF0000"/>
                </a:solidFill>
                <a:latin typeface="Arial" panose="020B0604020202020204" pitchFamily="34" charset="0"/>
                <a:ea typeface="楷体" panose="02010609060101010101" pitchFamily="49" charset="-122"/>
                <a:cs typeface="Arial" panose="020B0604020202020204" pitchFamily="34" charset="0"/>
              </a:rPr>
              <a:t>1</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r</a:t>
            </a:r>
            <a:r>
              <a:rPr kumimoji="1" lang="en-US" altLang="zh-CN" sz="2400" baseline="-30000">
                <a:solidFill>
                  <a:srgbClr val="FF0000"/>
                </a:solidFill>
                <a:latin typeface="Arial" panose="020B0604020202020204" pitchFamily="34" charset="0"/>
                <a:ea typeface="楷体" panose="02010609060101010101" pitchFamily="49" charset="-122"/>
                <a:cs typeface="Arial" panose="020B0604020202020204" pitchFamily="34" charset="0"/>
              </a:rPr>
              <a:t>2</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=1  </a:t>
            </a: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理想共聚</a:t>
            </a:r>
            <a:r>
              <a:rPr kumimoji="1" lang="en-US" altLang="zh-CN" sz="2000">
                <a:latin typeface="Arial" panose="020B0604020202020204" pitchFamily="34" charset="0"/>
                <a:ea typeface="楷体" panose="02010609060101010101" pitchFamily="49" charset="-122"/>
                <a:cs typeface="Arial" panose="020B0604020202020204" pitchFamily="34" charset="0"/>
              </a:rPr>
              <a:t>(</a:t>
            </a:r>
            <a:r>
              <a:rPr kumimoji="1" lang="zh-CN" altLang="en-US" sz="2000">
                <a:latin typeface="Arial" panose="020B0604020202020204" pitchFamily="34" charset="0"/>
                <a:ea typeface="楷体" panose="02010609060101010101" pitchFamily="49" charset="-122"/>
                <a:cs typeface="Arial" panose="020B0604020202020204" pitchFamily="34" charset="0"/>
              </a:rPr>
              <a:t>组成曲线为一对称的曲线</a:t>
            </a:r>
            <a:r>
              <a:rPr kumimoji="1" lang="en-US" altLang="zh-CN" sz="2000">
                <a:latin typeface="Arial" panose="020B0604020202020204" pitchFamily="34" charset="0"/>
                <a:ea typeface="楷体" panose="02010609060101010101" pitchFamily="49" charset="-122"/>
                <a:cs typeface="Arial" panose="020B0604020202020204" pitchFamily="34" charset="0"/>
              </a:rPr>
              <a:t>)</a:t>
            </a:r>
            <a:r>
              <a:rPr kumimoji="1" lang="zh-CN" altLang="en-US" sz="2000">
                <a:latin typeface="Arial" panose="020B0604020202020204" pitchFamily="34" charset="0"/>
                <a:ea typeface="楷体" panose="02010609060101010101" pitchFamily="49" charset="-122"/>
                <a:cs typeface="Arial" panose="020B0604020202020204" pitchFamily="34" charset="0"/>
              </a:rPr>
              <a:t> </a:t>
            </a:r>
          </a:p>
          <a:p>
            <a:pPr eaLnBrk="1" hangingPunct="1">
              <a:lnSpc>
                <a:spcPct val="125000"/>
              </a:lnSpc>
              <a:spcBef>
                <a:spcPct val="35000"/>
              </a:spcBef>
              <a:buFont typeface="Wingdings" panose="05000000000000000000" pitchFamily="2" charset="2"/>
              <a:buNone/>
            </a:pPr>
            <a:r>
              <a:rPr kumimoji="1" lang="zh-CN" altLang="en-US" sz="2200">
                <a:latin typeface="Arial" panose="020B0604020202020204" pitchFamily="34" charset="0"/>
                <a:ea typeface="楷体" panose="02010609060101010101" pitchFamily="49" charset="-122"/>
                <a:cs typeface="Arial" panose="020B0604020202020204" pitchFamily="34" charset="0"/>
              </a:rPr>
              <a:t>     </a:t>
            </a:r>
            <a:r>
              <a:rPr kumimoji="1" lang="en-US" altLang="zh-CN" sz="2200">
                <a:latin typeface="Arial" panose="020B0604020202020204" pitchFamily="34" charset="0"/>
                <a:ea typeface="楷体" panose="02010609060101010101" pitchFamily="49" charset="-122"/>
                <a:cs typeface="Arial" panose="020B0604020202020204" pitchFamily="34" charset="0"/>
              </a:rPr>
              <a:t>r</a:t>
            </a:r>
            <a:r>
              <a:rPr kumimoji="1" lang="en-US" altLang="zh-CN" sz="2200" baseline="-25000">
                <a:latin typeface="Arial" panose="020B0604020202020204" pitchFamily="34" charset="0"/>
                <a:ea typeface="楷体" panose="02010609060101010101" pitchFamily="49" charset="-122"/>
                <a:cs typeface="Arial" panose="020B0604020202020204" pitchFamily="34" charset="0"/>
              </a:rPr>
              <a:t>1</a:t>
            </a:r>
            <a:r>
              <a:rPr kumimoji="1" lang="en-US" altLang="zh-CN" sz="2200">
                <a:latin typeface="Arial" panose="020B0604020202020204" pitchFamily="34" charset="0"/>
                <a:ea typeface="楷体" panose="02010609060101010101" pitchFamily="49" charset="-122"/>
                <a:cs typeface="Arial" panose="020B0604020202020204" pitchFamily="34" charset="0"/>
              </a:rPr>
              <a:t>=1，r</a:t>
            </a:r>
            <a:r>
              <a:rPr kumimoji="1" lang="en-US" altLang="zh-CN" sz="2200" baseline="-25000">
                <a:latin typeface="Arial" panose="020B0604020202020204" pitchFamily="34" charset="0"/>
                <a:ea typeface="楷体" panose="02010609060101010101" pitchFamily="49" charset="-122"/>
                <a:cs typeface="Arial" panose="020B0604020202020204" pitchFamily="34" charset="0"/>
              </a:rPr>
              <a:t>2</a:t>
            </a:r>
            <a:r>
              <a:rPr kumimoji="1" lang="en-US" altLang="zh-CN" sz="2200">
                <a:latin typeface="Arial" panose="020B0604020202020204" pitchFamily="34" charset="0"/>
                <a:ea typeface="楷体" panose="02010609060101010101" pitchFamily="49" charset="-122"/>
                <a:cs typeface="Arial" panose="020B0604020202020204" pitchFamily="34" charset="0"/>
              </a:rPr>
              <a:t>=1：</a:t>
            </a:r>
            <a:r>
              <a:rPr kumimoji="1" lang="zh-CN" altLang="en-US" sz="2200">
                <a:latin typeface="Arial" panose="020B0604020202020204" pitchFamily="34" charset="0"/>
                <a:ea typeface="楷体" panose="02010609060101010101" pitchFamily="49" charset="-122"/>
                <a:cs typeface="Arial" panose="020B0604020202020204" pitchFamily="34" charset="0"/>
              </a:rPr>
              <a:t>理想恒比共聚，恒比对角线     </a:t>
            </a:r>
          </a:p>
          <a:p>
            <a:pPr eaLnBrk="1" hangingPunct="1">
              <a:lnSpc>
                <a:spcPct val="125000"/>
              </a:lnSpc>
              <a:spcBef>
                <a:spcPct val="35000"/>
              </a:spcBef>
              <a:buFontTx/>
              <a:buNone/>
            </a:pPr>
            <a:r>
              <a:rPr kumimoji="1" lang="zh-CN" altLang="en-US" sz="2200">
                <a:latin typeface="Arial" panose="020B0604020202020204" pitchFamily="34" charset="0"/>
                <a:ea typeface="楷体" panose="02010609060101010101" pitchFamily="49" charset="-122"/>
                <a:cs typeface="Arial" panose="020B0604020202020204" pitchFamily="34" charset="0"/>
              </a:rPr>
              <a:t>     </a:t>
            </a:r>
            <a:r>
              <a:rPr kumimoji="1" lang="en-US" altLang="zh-CN" sz="2200">
                <a:latin typeface="Arial" panose="020B0604020202020204" pitchFamily="34" charset="0"/>
                <a:ea typeface="楷体" panose="02010609060101010101" pitchFamily="49" charset="-122"/>
                <a:cs typeface="Arial" panose="020B0604020202020204" pitchFamily="34" charset="0"/>
              </a:rPr>
              <a:t>r</a:t>
            </a:r>
            <a:r>
              <a:rPr kumimoji="1" lang="en-US" altLang="zh-CN" sz="2200" baseline="-30000">
                <a:latin typeface="Arial" panose="020B0604020202020204" pitchFamily="34" charset="0"/>
                <a:ea typeface="楷体" panose="02010609060101010101" pitchFamily="49" charset="-122"/>
                <a:cs typeface="Arial" panose="020B0604020202020204" pitchFamily="34" charset="0"/>
              </a:rPr>
              <a:t>1</a:t>
            </a:r>
            <a:r>
              <a:rPr kumimoji="1" lang="en-US" altLang="zh-CN" sz="2200">
                <a:latin typeface="Arial" panose="020B0604020202020204" pitchFamily="34" charset="0"/>
                <a:ea typeface="楷体" panose="02010609060101010101" pitchFamily="49" charset="-122"/>
                <a:cs typeface="Arial" panose="020B0604020202020204" pitchFamily="34" charset="0"/>
              </a:rPr>
              <a:t>&gt;1：</a:t>
            </a:r>
            <a:r>
              <a:rPr kumimoji="1" lang="zh-CN" altLang="en-US" sz="2200">
                <a:latin typeface="Arial" panose="020B0604020202020204" pitchFamily="34" charset="0"/>
                <a:ea typeface="楷体" panose="02010609060101010101" pitchFamily="49" charset="-122"/>
                <a:cs typeface="Arial" panose="020B0604020202020204" pitchFamily="34" charset="0"/>
              </a:rPr>
              <a:t>组成曲线在恒比对角线的上方</a:t>
            </a:r>
          </a:p>
          <a:p>
            <a:pPr eaLnBrk="1" hangingPunct="1">
              <a:lnSpc>
                <a:spcPct val="125000"/>
              </a:lnSpc>
              <a:spcBef>
                <a:spcPct val="35000"/>
              </a:spcBef>
              <a:buFontTx/>
              <a:buNone/>
            </a:pPr>
            <a:r>
              <a:rPr kumimoji="1" lang="zh-CN" altLang="en-US" sz="2200">
                <a:latin typeface="Arial" panose="020B0604020202020204" pitchFamily="34" charset="0"/>
                <a:ea typeface="楷体" panose="02010609060101010101" pitchFamily="49" charset="-122"/>
                <a:cs typeface="Arial" panose="020B0604020202020204" pitchFamily="34" charset="0"/>
              </a:rPr>
              <a:t>     </a:t>
            </a:r>
            <a:r>
              <a:rPr kumimoji="1" lang="en-US" altLang="zh-CN" sz="2200">
                <a:latin typeface="Arial" panose="020B0604020202020204" pitchFamily="34" charset="0"/>
                <a:ea typeface="楷体" panose="02010609060101010101" pitchFamily="49" charset="-122"/>
                <a:cs typeface="Arial" panose="020B0604020202020204" pitchFamily="34" charset="0"/>
              </a:rPr>
              <a:t>r</a:t>
            </a:r>
            <a:r>
              <a:rPr kumimoji="1" lang="en-US" altLang="zh-CN" sz="2200" baseline="-30000">
                <a:latin typeface="Arial" panose="020B0604020202020204" pitchFamily="34" charset="0"/>
                <a:ea typeface="楷体" panose="02010609060101010101" pitchFamily="49" charset="-122"/>
                <a:cs typeface="Arial" panose="020B0604020202020204" pitchFamily="34" charset="0"/>
              </a:rPr>
              <a:t>1</a:t>
            </a:r>
            <a:r>
              <a:rPr kumimoji="1" lang="en-US" altLang="zh-CN" sz="2200">
                <a:latin typeface="Arial" panose="020B0604020202020204" pitchFamily="34" charset="0"/>
                <a:ea typeface="楷体" panose="02010609060101010101" pitchFamily="49" charset="-122"/>
                <a:cs typeface="Arial" panose="020B0604020202020204" pitchFamily="34" charset="0"/>
              </a:rPr>
              <a:t>&lt;1：</a:t>
            </a:r>
            <a:r>
              <a:rPr kumimoji="1" lang="zh-CN" altLang="en-US" sz="2200">
                <a:latin typeface="Arial" panose="020B0604020202020204" pitchFamily="34" charset="0"/>
                <a:ea typeface="楷体" panose="02010609060101010101" pitchFamily="49" charset="-122"/>
                <a:cs typeface="Arial" panose="020B0604020202020204" pitchFamily="34" charset="0"/>
              </a:rPr>
              <a:t>组成曲线在恒比对角线的下方</a:t>
            </a:r>
            <a:endParaRPr kumimoji="1" lang="en-US" altLang="zh-CN" sz="2200">
              <a:latin typeface="Arial" panose="020B0604020202020204" pitchFamily="34" charset="0"/>
              <a:ea typeface="楷体" panose="02010609060101010101" pitchFamily="49" charset="-122"/>
              <a:cs typeface="Arial" panose="020B0604020202020204" pitchFamily="34" charset="0"/>
            </a:endParaRPr>
          </a:p>
          <a:p>
            <a:pPr eaLnBrk="1" hangingPunct="1">
              <a:lnSpc>
                <a:spcPct val="125000"/>
              </a:lnSpc>
              <a:spcBef>
                <a:spcPts val="600"/>
              </a:spcBef>
              <a:buFontTx/>
              <a:buNone/>
            </a:pPr>
            <a:endParaRPr kumimoji="1" lang="zh-CN" altLang="en-US" sz="2200">
              <a:latin typeface="Arial" panose="020B0604020202020204" pitchFamily="34" charset="0"/>
              <a:ea typeface="楷体" panose="02010609060101010101" pitchFamily="49" charset="-122"/>
              <a:cs typeface="Arial" panose="020B0604020202020204" pitchFamily="34" charset="0"/>
            </a:endParaRPr>
          </a:p>
          <a:p>
            <a:pPr eaLnBrk="1" hangingPunct="1">
              <a:lnSpc>
                <a:spcPct val="125000"/>
              </a:lnSpc>
              <a:spcBef>
                <a:spcPts val="600"/>
              </a:spcBef>
              <a:buClr>
                <a:srgbClr val="FF0000"/>
              </a:buClr>
              <a:buFont typeface="Wingdings" panose="05000000000000000000" pitchFamily="2" charset="2"/>
              <a:buChar char="p"/>
            </a:pP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  </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r</a:t>
            </a:r>
            <a:r>
              <a:rPr kumimoji="1" lang="en-US" altLang="zh-CN" sz="2400" baseline="-30000">
                <a:solidFill>
                  <a:srgbClr val="FF0000"/>
                </a:solidFill>
                <a:latin typeface="Arial" panose="020B0604020202020204" pitchFamily="34" charset="0"/>
                <a:ea typeface="楷体" panose="02010609060101010101" pitchFamily="49" charset="-122"/>
                <a:cs typeface="Arial" panose="020B0604020202020204" pitchFamily="34" charset="0"/>
              </a:rPr>
              <a:t>1</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r</a:t>
            </a:r>
            <a:r>
              <a:rPr kumimoji="1" lang="en-US" altLang="zh-CN" sz="2400" baseline="-30000">
                <a:solidFill>
                  <a:srgbClr val="FF0000"/>
                </a:solidFill>
                <a:latin typeface="Arial" panose="020B0604020202020204" pitchFamily="34" charset="0"/>
                <a:ea typeface="楷体" panose="02010609060101010101" pitchFamily="49" charset="-122"/>
                <a:cs typeface="Arial" panose="020B0604020202020204" pitchFamily="34" charset="0"/>
              </a:rPr>
              <a:t>2</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=0  </a:t>
            </a: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交替共聚</a:t>
            </a:r>
          </a:p>
          <a:p>
            <a:pPr eaLnBrk="1" hangingPunct="1">
              <a:lnSpc>
                <a:spcPct val="125000"/>
              </a:lnSpc>
              <a:spcBef>
                <a:spcPct val="35000"/>
              </a:spcBef>
              <a:buFont typeface="Wingdings" panose="05000000000000000000" pitchFamily="2" charset="2"/>
              <a:buNone/>
            </a:pPr>
            <a:r>
              <a:rPr kumimoji="1" lang="zh-CN" altLang="en-US" sz="2200">
                <a:latin typeface="Arial" panose="020B0604020202020204" pitchFamily="34" charset="0"/>
                <a:ea typeface="楷体" panose="02010609060101010101" pitchFamily="49" charset="-122"/>
                <a:cs typeface="Arial" panose="020B0604020202020204" pitchFamily="34" charset="0"/>
              </a:rPr>
              <a:t>     </a:t>
            </a:r>
            <a:r>
              <a:rPr kumimoji="1" lang="en-US" altLang="zh-CN" sz="2200">
                <a:latin typeface="Arial" panose="020B0604020202020204" pitchFamily="34" charset="0"/>
                <a:ea typeface="楷体" panose="02010609060101010101" pitchFamily="49" charset="-122"/>
                <a:cs typeface="Arial" panose="020B0604020202020204" pitchFamily="34" charset="0"/>
              </a:rPr>
              <a:t>r</a:t>
            </a:r>
            <a:r>
              <a:rPr kumimoji="1" lang="en-US" altLang="zh-CN" sz="2200" baseline="-25000">
                <a:latin typeface="Arial" panose="020B0604020202020204" pitchFamily="34" charset="0"/>
                <a:ea typeface="楷体" panose="02010609060101010101" pitchFamily="49" charset="-122"/>
                <a:cs typeface="Arial" panose="020B0604020202020204" pitchFamily="34" charset="0"/>
              </a:rPr>
              <a:t>1</a:t>
            </a:r>
            <a:r>
              <a:rPr kumimoji="1" lang="en-US" altLang="zh-CN" sz="2200">
                <a:latin typeface="Arial" panose="020B0604020202020204" pitchFamily="34" charset="0"/>
                <a:ea typeface="楷体" panose="02010609060101010101" pitchFamily="49" charset="-122"/>
                <a:cs typeface="Arial" panose="020B0604020202020204" pitchFamily="34" charset="0"/>
              </a:rPr>
              <a:t>=r</a:t>
            </a:r>
            <a:r>
              <a:rPr kumimoji="1" lang="en-US" altLang="zh-CN" sz="2200" baseline="-25000">
                <a:latin typeface="Arial" panose="020B0604020202020204" pitchFamily="34" charset="0"/>
                <a:ea typeface="楷体" panose="02010609060101010101" pitchFamily="49" charset="-122"/>
                <a:cs typeface="Arial" panose="020B0604020202020204" pitchFamily="34" charset="0"/>
              </a:rPr>
              <a:t>2</a:t>
            </a:r>
            <a:r>
              <a:rPr kumimoji="1" lang="en-US" altLang="zh-CN" sz="2200">
                <a:latin typeface="Arial" panose="020B0604020202020204" pitchFamily="34" charset="0"/>
                <a:ea typeface="楷体" panose="02010609060101010101" pitchFamily="49" charset="-122"/>
                <a:cs typeface="Arial" panose="020B0604020202020204" pitchFamily="34" charset="0"/>
              </a:rPr>
              <a:t>=0</a:t>
            </a:r>
            <a:r>
              <a:rPr kumimoji="1" lang="zh-CN" altLang="en-US" sz="2200">
                <a:latin typeface="Arial" panose="020B0604020202020204" pitchFamily="34" charset="0"/>
                <a:ea typeface="楷体" panose="02010609060101010101" pitchFamily="49" charset="-122"/>
                <a:cs typeface="Arial" panose="020B0604020202020204" pitchFamily="34" charset="0"/>
              </a:rPr>
              <a:t>：严格交替共聚，组成曲线是水平线</a:t>
            </a:r>
          </a:p>
          <a:p>
            <a:pPr eaLnBrk="1" hangingPunct="1">
              <a:lnSpc>
                <a:spcPct val="125000"/>
              </a:lnSpc>
              <a:spcBef>
                <a:spcPct val="35000"/>
              </a:spcBef>
              <a:buFont typeface="Wingdings" panose="05000000000000000000" pitchFamily="2" charset="2"/>
              <a:buNone/>
            </a:pPr>
            <a:r>
              <a:rPr kumimoji="1" lang="zh-CN" altLang="en-US" sz="2200">
                <a:latin typeface="Arial" panose="020B0604020202020204" pitchFamily="34" charset="0"/>
                <a:ea typeface="楷体" panose="02010609060101010101" pitchFamily="49" charset="-122"/>
                <a:cs typeface="Arial" panose="020B0604020202020204" pitchFamily="34" charset="0"/>
              </a:rPr>
              <a:t>     </a:t>
            </a:r>
            <a:r>
              <a:rPr kumimoji="1" lang="en-US" altLang="zh-CN" sz="2200">
                <a:latin typeface="Arial" panose="020B0604020202020204" pitchFamily="34" charset="0"/>
                <a:ea typeface="楷体" panose="02010609060101010101" pitchFamily="49" charset="-122"/>
                <a:cs typeface="Arial" panose="020B0604020202020204" pitchFamily="34" charset="0"/>
              </a:rPr>
              <a:t>r</a:t>
            </a:r>
            <a:r>
              <a:rPr kumimoji="1" lang="en-US" altLang="zh-CN" sz="2200" baseline="-25000">
                <a:latin typeface="Arial" panose="020B0604020202020204" pitchFamily="34" charset="0"/>
                <a:ea typeface="楷体" panose="02010609060101010101" pitchFamily="49" charset="-122"/>
                <a:cs typeface="Arial" panose="020B0604020202020204" pitchFamily="34" charset="0"/>
              </a:rPr>
              <a:t>1</a:t>
            </a:r>
            <a:r>
              <a:rPr kumimoji="1" lang="en-US" altLang="zh-CN" sz="2200">
                <a:latin typeface="Arial" panose="020B0604020202020204" pitchFamily="34" charset="0"/>
                <a:ea typeface="楷体" panose="02010609060101010101" pitchFamily="49" charset="-122"/>
                <a:cs typeface="Arial" panose="020B0604020202020204" pitchFamily="34" charset="0"/>
              </a:rPr>
              <a:t>→0，r</a:t>
            </a:r>
            <a:r>
              <a:rPr kumimoji="1" lang="en-US" altLang="zh-CN" sz="2200" baseline="-25000">
                <a:latin typeface="Arial" panose="020B0604020202020204" pitchFamily="34" charset="0"/>
                <a:ea typeface="楷体" panose="02010609060101010101" pitchFamily="49" charset="-122"/>
                <a:cs typeface="Arial" panose="020B0604020202020204" pitchFamily="34" charset="0"/>
              </a:rPr>
              <a:t>2</a:t>
            </a:r>
            <a:r>
              <a:rPr kumimoji="1" lang="en-US" altLang="zh-CN" sz="2200">
                <a:latin typeface="Arial" panose="020B0604020202020204" pitchFamily="34" charset="0"/>
                <a:ea typeface="楷体" panose="02010609060101010101" pitchFamily="49" charset="-122"/>
                <a:cs typeface="Arial" panose="020B0604020202020204" pitchFamily="34" charset="0"/>
              </a:rPr>
              <a:t>→0</a:t>
            </a:r>
            <a:r>
              <a:rPr kumimoji="1" lang="zh-CN" altLang="en-US" sz="2200">
                <a:latin typeface="Arial" panose="020B0604020202020204" pitchFamily="34" charset="0"/>
                <a:ea typeface="楷体" panose="02010609060101010101" pitchFamily="49" charset="-122"/>
                <a:cs typeface="Arial" panose="020B0604020202020204" pitchFamily="34" charset="0"/>
              </a:rPr>
              <a:t>：组成曲线近似于水平线</a:t>
            </a:r>
            <a:r>
              <a:rPr kumimoji="1" lang="en-US" altLang="zh-CN" sz="2200">
                <a:latin typeface="Arial" panose="020B0604020202020204" pitchFamily="34" charset="0"/>
                <a:ea typeface="楷体" panose="02010609060101010101" pitchFamily="49" charset="-122"/>
                <a:cs typeface="Arial" panose="020B0604020202020204" pitchFamily="34" charset="0"/>
              </a:rPr>
              <a:t>F</a:t>
            </a:r>
            <a:r>
              <a:rPr kumimoji="1" lang="en-US" altLang="zh-CN" sz="2200" baseline="-25000">
                <a:latin typeface="Arial" panose="020B0604020202020204" pitchFamily="34" charset="0"/>
                <a:ea typeface="楷体" panose="02010609060101010101" pitchFamily="49" charset="-122"/>
                <a:cs typeface="Arial" panose="020B0604020202020204" pitchFamily="34" charset="0"/>
              </a:rPr>
              <a:t>1</a:t>
            </a:r>
            <a:r>
              <a:rPr kumimoji="1" lang="en-US" altLang="zh-CN" sz="2200">
                <a:latin typeface="Arial" panose="020B0604020202020204" pitchFamily="34" charset="0"/>
                <a:ea typeface="楷体" panose="02010609060101010101" pitchFamily="49" charset="-122"/>
                <a:cs typeface="Arial" panose="020B0604020202020204" pitchFamily="34" charset="0"/>
              </a:rPr>
              <a:t>=0.5</a:t>
            </a:r>
          </a:p>
          <a:p>
            <a:pPr eaLnBrk="1" hangingPunct="1">
              <a:lnSpc>
                <a:spcPct val="125000"/>
              </a:lnSpc>
              <a:spcBef>
                <a:spcPct val="35000"/>
              </a:spcBef>
              <a:buFont typeface="Wingdings" panose="05000000000000000000" pitchFamily="2" charset="2"/>
              <a:buNone/>
            </a:pPr>
            <a:r>
              <a:rPr kumimoji="1" lang="en-US" altLang="zh-CN" sz="2200">
                <a:latin typeface="Arial" panose="020B0604020202020204" pitchFamily="34" charset="0"/>
                <a:ea typeface="楷体" panose="02010609060101010101" pitchFamily="49" charset="-122"/>
                <a:cs typeface="Arial" panose="020B0604020202020204" pitchFamily="34" charset="0"/>
              </a:rPr>
              <a:t>     r</a:t>
            </a:r>
            <a:r>
              <a:rPr kumimoji="1" lang="en-US" altLang="zh-CN" sz="2200" baseline="-25000">
                <a:latin typeface="Arial" panose="020B0604020202020204" pitchFamily="34" charset="0"/>
                <a:ea typeface="楷体" panose="02010609060101010101" pitchFamily="49" charset="-122"/>
                <a:cs typeface="Arial" panose="020B0604020202020204" pitchFamily="34" charset="0"/>
              </a:rPr>
              <a:t>1</a:t>
            </a:r>
            <a:r>
              <a:rPr kumimoji="1" lang="en-US" altLang="zh-CN" sz="2200">
                <a:latin typeface="Arial" panose="020B0604020202020204" pitchFamily="34" charset="0"/>
                <a:ea typeface="楷体" panose="02010609060101010101" pitchFamily="49" charset="-122"/>
                <a:cs typeface="Arial" panose="020B0604020202020204" pitchFamily="34" charset="0"/>
              </a:rPr>
              <a:t>&gt;0，r</a:t>
            </a:r>
            <a:r>
              <a:rPr kumimoji="1" lang="en-US" altLang="zh-CN" sz="2200" baseline="-25000">
                <a:latin typeface="Arial" panose="020B0604020202020204" pitchFamily="34" charset="0"/>
                <a:ea typeface="楷体" panose="02010609060101010101" pitchFamily="49" charset="-122"/>
                <a:cs typeface="Arial" panose="020B0604020202020204" pitchFamily="34" charset="0"/>
              </a:rPr>
              <a:t>2</a:t>
            </a:r>
            <a:r>
              <a:rPr kumimoji="1" lang="en-US" altLang="zh-CN" sz="2200">
                <a:latin typeface="Arial" panose="020B0604020202020204" pitchFamily="34" charset="0"/>
                <a:ea typeface="楷体" panose="02010609060101010101" pitchFamily="49" charset="-122"/>
                <a:cs typeface="Arial" panose="020B0604020202020204" pitchFamily="34" charset="0"/>
              </a:rPr>
              <a:t>=0</a:t>
            </a:r>
            <a:r>
              <a:rPr kumimoji="1" lang="zh-CN" altLang="en-US" sz="2200">
                <a:latin typeface="Arial" panose="020B0604020202020204" pitchFamily="34" charset="0"/>
                <a:ea typeface="楷体" panose="02010609060101010101" pitchFamily="49" charset="-122"/>
                <a:cs typeface="Arial" panose="020B0604020202020204" pitchFamily="34" charset="0"/>
              </a:rPr>
              <a:t>：接近交替共聚，曲线与水平线</a:t>
            </a:r>
            <a:r>
              <a:rPr kumimoji="1" lang="en-US" altLang="zh-CN" sz="2200">
                <a:latin typeface="Arial" panose="020B0604020202020204" pitchFamily="34" charset="0"/>
                <a:ea typeface="楷体" panose="02010609060101010101" pitchFamily="49" charset="-122"/>
                <a:cs typeface="Arial" panose="020B0604020202020204" pitchFamily="34" charset="0"/>
              </a:rPr>
              <a:t>F</a:t>
            </a:r>
            <a:r>
              <a:rPr kumimoji="1" lang="en-US" altLang="zh-CN" sz="2200" baseline="-25000">
                <a:latin typeface="Arial" panose="020B0604020202020204" pitchFamily="34" charset="0"/>
                <a:ea typeface="楷体" panose="02010609060101010101" pitchFamily="49" charset="-122"/>
                <a:cs typeface="Arial" panose="020B0604020202020204" pitchFamily="34" charset="0"/>
              </a:rPr>
              <a:t>1</a:t>
            </a:r>
            <a:r>
              <a:rPr kumimoji="1" lang="en-US" altLang="zh-CN" sz="2200">
                <a:latin typeface="Arial" panose="020B0604020202020204" pitchFamily="34" charset="0"/>
                <a:ea typeface="楷体" panose="02010609060101010101" pitchFamily="49" charset="-122"/>
                <a:cs typeface="Arial" panose="020B0604020202020204" pitchFamily="34" charset="0"/>
              </a:rPr>
              <a:t>=0.5 </a:t>
            </a:r>
            <a:r>
              <a:rPr kumimoji="1" lang="zh-CN" altLang="en-US" sz="2200">
                <a:latin typeface="Arial" panose="020B0604020202020204" pitchFamily="34" charset="0"/>
                <a:ea typeface="楷体" panose="02010609060101010101" pitchFamily="49" charset="-122"/>
                <a:cs typeface="Arial" panose="020B0604020202020204" pitchFamily="34" charset="0"/>
              </a:rPr>
              <a:t>有交点</a:t>
            </a:r>
          </a:p>
        </p:txBody>
      </p:sp>
      <p:sp>
        <p:nvSpPr>
          <p:cNvPr id="99332" name="Rectangle 3"/>
          <p:cNvSpPr>
            <a:spLocks noChangeArrowheads="1"/>
          </p:cNvSpPr>
          <p:nvPr/>
        </p:nvSpPr>
        <p:spPr bwMode="auto">
          <a:xfrm>
            <a:off x="3276600" y="333375"/>
            <a:ext cx="1752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kumimoji="1" lang="zh-CN" altLang="en-US">
                <a:solidFill>
                  <a:srgbClr val="FF0000"/>
                </a:solidFill>
                <a:latin typeface="黑体" panose="02010609060101010101" pitchFamily="49" charset="-122"/>
                <a:ea typeface="黑体" panose="02010609060101010101" pitchFamily="49" charset="-122"/>
              </a:rPr>
              <a:t>小  结</a:t>
            </a:r>
          </a:p>
        </p:txBody>
      </p:sp>
      <p:sp>
        <p:nvSpPr>
          <p:cNvPr id="99333" name="Rectangle 4"/>
          <p:cNvSpPr>
            <a:spLocks noChangeArrowheads="1"/>
          </p:cNvSpPr>
          <p:nvPr/>
        </p:nvSpPr>
        <p:spPr bwMode="auto">
          <a:xfrm>
            <a:off x="539750" y="5935663"/>
            <a:ext cx="8351838"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 typeface="Wingdings" panose="05000000000000000000" pitchFamily="2" charset="2"/>
              <a:buNone/>
            </a:pPr>
            <a:r>
              <a:rPr kumimoji="1" lang="en-US" altLang="zh-CN" sz="2000" b="1">
                <a:solidFill>
                  <a:srgbClr val="FF0000"/>
                </a:solidFill>
                <a:latin typeface="Arial" panose="020B0604020202020204" pitchFamily="34" charset="0"/>
                <a:ea typeface="楷体" panose="02010609060101010101" pitchFamily="49" charset="-122"/>
                <a:cs typeface="Arial" panose="020B0604020202020204" pitchFamily="34" charset="0"/>
              </a:rPr>
              <a:t> r</a:t>
            </a:r>
            <a:r>
              <a:rPr kumimoji="1" lang="en-US" altLang="zh-CN" sz="2000" b="1" baseline="-25000">
                <a:solidFill>
                  <a:srgbClr val="FF0000"/>
                </a:solidFill>
                <a:latin typeface="Arial" panose="020B0604020202020204" pitchFamily="34" charset="0"/>
                <a:ea typeface="楷体" panose="02010609060101010101" pitchFamily="49" charset="-122"/>
                <a:cs typeface="Arial" panose="020B0604020202020204" pitchFamily="34" charset="0"/>
              </a:rPr>
              <a:t>1</a:t>
            </a:r>
            <a:r>
              <a:rPr kumimoji="1" lang="en-US" altLang="zh-CN" sz="2000" b="1">
                <a:solidFill>
                  <a:srgbClr val="FF0000"/>
                </a:solidFill>
                <a:latin typeface="Arial" panose="020B0604020202020204" pitchFamily="34" charset="0"/>
                <a:ea typeface="楷体" panose="02010609060101010101" pitchFamily="49" charset="-122"/>
                <a:cs typeface="Arial" panose="020B0604020202020204" pitchFamily="34" charset="0"/>
              </a:rPr>
              <a:t>、r</a:t>
            </a:r>
            <a:r>
              <a:rPr kumimoji="1" lang="en-US" altLang="zh-CN" sz="2000" b="1" baseline="-30000">
                <a:solidFill>
                  <a:srgbClr val="FF0000"/>
                </a:solidFill>
                <a:latin typeface="Arial" panose="020B0604020202020204" pitchFamily="34" charset="0"/>
                <a:ea typeface="楷体" panose="02010609060101010101" pitchFamily="49" charset="-122"/>
                <a:cs typeface="Arial" panose="020B0604020202020204" pitchFamily="34" charset="0"/>
              </a:rPr>
              <a:t>2</a:t>
            </a:r>
            <a:r>
              <a:rPr kumimoji="1" lang="zh-CN" altLang="en-US" sz="2000" b="1">
                <a:solidFill>
                  <a:srgbClr val="FF0000"/>
                </a:solidFill>
                <a:latin typeface="Arial" panose="020B0604020202020204" pitchFamily="34" charset="0"/>
                <a:ea typeface="楷体" panose="02010609060101010101" pitchFamily="49" charset="-122"/>
                <a:cs typeface="Arial" panose="020B0604020202020204" pitchFamily="34" charset="0"/>
              </a:rPr>
              <a:t>愈接近于 </a:t>
            </a:r>
            <a:r>
              <a:rPr kumimoji="1" lang="en-US" altLang="zh-CN" sz="2000" b="1">
                <a:solidFill>
                  <a:srgbClr val="FF0000"/>
                </a:solidFill>
                <a:latin typeface="Arial" panose="020B0604020202020204" pitchFamily="34" charset="0"/>
                <a:ea typeface="楷体" panose="02010609060101010101" pitchFamily="49" charset="-122"/>
                <a:cs typeface="Arial" panose="020B0604020202020204" pitchFamily="34" charset="0"/>
              </a:rPr>
              <a:t>0</a:t>
            </a:r>
            <a:r>
              <a:rPr kumimoji="1" lang="zh-CN" altLang="en-US" sz="2000" b="1">
                <a:solidFill>
                  <a:srgbClr val="FF0000"/>
                </a:solidFill>
                <a:latin typeface="Arial" panose="020B0604020202020204" pitchFamily="34" charset="0"/>
                <a:ea typeface="楷体" panose="02010609060101010101" pitchFamily="49" charset="-122"/>
                <a:cs typeface="Arial" panose="020B0604020202020204" pitchFamily="34" charset="0"/>
              </a:rPr>
              <a:t>，交替程度愈大；愈接近于1，愈接近于理想共聚</a:t>
            </a:r>
          </a:p>
        </p:txBody>
      </p:sp>
      <p:pic>
        <p:nvPicPr>
          <p:cNvPr id="99334"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59525" y="1081088"/>
            <a:ext cx="1944688" cy="1752600"/>
          </a:xfrm>
          <a:prstGeom prst="rect">
            <a:avLst/>
          </a:prstGeom>
          <a:noFill/>
          <a:ln>
            <a:noFill/>
          </a:ln>
          <a:extLst>
            <a:ext uri="{909E8E84-426E-40DD-AFC4-6F175D3DCCD1}">
              <a14:hiddenFill xmlns:a14="http://schemas.microsoft.com/office/drawing/2010/main">
                <a:solidFill>
                  <a:srgbClr val="CCE8C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9335"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9525" y="3349625"/>
            <a:ext cx="1944688" cy="187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a:extLst>
              <a:ext uri="{FF2B5EF4-FFF2-40B4-BE49-F238E27FC236}">
                <a16:creationId xmlns:a16="http://schemas.microsoft.com/office/drawing/2014/main" id="{EB6210B5-49B8-4C33-89EF-2EBF77D82A16}"/>
              </a:ext>
            </a:extLst>
          </p:cNvPr>
          <p:cNvSpPr/>
          <p:nvPr/>
        </p:nvSpPr>
        <p:spPr>
          <a:xfrm>
            <a:off x="8316416" y="-34973"/>
            <a:ext cx="906017" cy="523220"/>
          </a:xfrm>
          <a:prstGeom prst="rect">
            <a:avLst/>
          </a:prstGeom>
        </p:spPr>
        <p:txBody>
          <a:bodyPr wrap="none">
            <a:spAutoFit/>
          </a:bodyPr>
          <a:lstStyle/>
          <a:p>
            <a:pPr>
              <a:defRPr/>
            </a:pPr>
            <a:r>
              <a:rPr lang="zh-CN" altLang="en-US" sz="2800" b="1" dirty="0">
                <a:solidFill>
                  <a:schemeClr val="bg1"/>
                </a:solidFill>
                <a:highlight>
                  <a:srgbClr val="800000"/>
                </a:highlight>
                <a:latin typeface="楷体" panose="02010609060101010101" pitchFamily="49" charset="-122"/>
                <a:ea typeface="楷体" panose="02010609060101010101" pitchFamily="49" charset="-122"/>
              </a:rPr>
              <a:t>复习</a:t>
            </a:r>
            <a:endParaRPr lang="zh-CN" altLang="en-US" sz="2800" dirty="0">
              <a:solidFill>
                <a:schemeClr val="bg1"/>
              </a:solidFill>
              <a:highlight>
                <a:srgbClr val="800000"/>
              </a:highlight>
            </a:endParaRPr>
          </a:p>
        </p:txBody>
      </p:sp>
    </p:spTree>
    <p:extLst>
      <p:ext uri="{BB962C8B-B14F-4D97-AF65-F5344CB8AC3E}">
        <p14:creationId xmlns:p14="http://schemas.microsoft.com/office/powerpoint/2010/main" val="1887845373"/>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70DE4E4F-BB36-4AC9-9D4F-B1200492C141}"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5</a:t>
            </a:fld>
            <a:endParaRPr lang="en-US" altLang="zh-CN" sz="1400">
              <a:latin typeface="Times New Roman" panose="02020603050405020304" pitchFamily="18" charset="0"/>
              <a:ea typeface="宋体" panose="02010600030101010101" pitchFamily="2" charset="-122"/>
            </a:endParaRPr>
          </a:p>
        </p:txBody>
      </p:sp>
      <p:sp>
        <p:nvSpPr>
          <p:cNvPr id="100355" name="Rectangle 2"/>
          <p:cNvSpPr>
            <a:spLocks noChangeArrowheads="1"/>
          </p:cNvSpPr>
          <p:nvPr/>
        </p:nvSpPr>
        <p:spPr bwMode="auto">
          <a:xfrm>
            <a:off x="315913" y="188913"/>
            <a:ext cx="5770562" cy="542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Clr>
                <a:srgbClr val="FF0000"/>
              </a:buClr>
              <a:buFont typeface="Wingdings" panose="05000000000000000000" pitchFamily="2" charset="2"/>
              <a:buChar char="p"/>
            </a:pP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  </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r</a:t>
            </a:r>
            <a:r>
              <a:rPr kumimoji="1" lang="en-US" altLang="zh-CN" sz="2400" baseline="-30000">
                <a:solidFill>
                  <a:srgbClr val="FF0000"/>
                </a:solidFill>
                <a:latin typeface="Arial" panose="020B0604020202020204" pitchFamily="34" charset="0"/>
                <a:ea typeface="楷体" panose="02010609060101010101" pitchFamily="49" charset="-122"/>
                <a:cs typeface="Arial" panose="020B0604020202020204" pitchFamily="34" charset="0"/>
              </a:rPr>
              <a:t>1</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&lt;1，r</a:t>
            </a:r>
            <a:r>
              <a:rPr kumimoji="1" lang="en-US" altLang="zh-CN" sz="2400" baseline="-30000">
                <a:solidFill>
                  <a:srgbClr val="FF0000"/>
                </a:solidFill>
                <a:latin typeface="Arial" panose="020B0604020202020204" pitchFamily="34" charset="0"/>
                <a:ea typeface="楷体" panose="02010609060101010101" pitchFamily="49" charset="-122"/>
                <a:cs typeface="Arial" panose="020B0604020202020204" pitchFamily="34" charset="0"/>
              </a:rPr>
              <a:t>2</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&lt;1  </a:t>
            </a: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有恒比点的非理想共聚</a:t>
            </a:r>
          </a:p>
          <a:p>
            <a:pPr eaLnBrk="1" hangingPunct="1">
              <a:lnSpc>
                <a:spcPct val="125000"/>
              </a:lnSpc>
              <a:spcBef>
                <a:spcPct val="50000"/>
              </a:spcBef>
              <a:buFont typeface="Arial" panose="020B0604020202020204" pitchFamily="34" charset="0"/>
              <a:buNone/>
            </a:pPr>
            <a:r>
              <a:rPr kumimoji="1" lang="zh-CN" altLang="en-US" sz="2000">
                <a:latin typeface="Arial" panose="020B0604020202020204" pitchFamily="34" charset="0"/>
                <a:ea typeface="楷体" panose="02010609060101010101" pitchFamily="49" charset="-122"/>
                <a:cs typeface="Arial" panose="020B0604020202020204" pitchFamily="34" charset="0"/>
              </a:rPr>
              <a:t>       有恒比点</a:t>
            </a:r>
            <a:r>
              <a:rPr kumimoji="1" lang="zh-CN" altLang="en-GB" sz="2000">
                <a:latin typeface="Arial" panose="020B0604020202020204" pitchFamily="34" charset="0"/>
                <a:ea typeface="楷体" panose="02010609060101010101" pitchFamily="49" charset="-122"/>
                <a:cs typeface="Arial" panose="020B0604020202020204" pitchFamily="34" charset="0"/>
              </a:rPr>
              <a:t>，</a:t>
            </a:r>
            <a:r>
              <a:rPr kumimoji="1" lang="zh-CN" altLang="en-US" sz="2000">
                <a:latin typeface="Arial" panose="020B0604020202020204" pitchFamily="34" charset="0"/>
                <a:ea typeface="楷体" panose="02010609060101010101" pitchFamily="49" charset="-122"/>
                <a:cs typeface="Arial" panose="020B0604020202020204" pitchFamily="34" charset="0"/>
              </a:rPr>
              <a:t>曲线具有反</a:t>
            </a:r>
            <a:r>
              <a:rPr kumimoji="1" lang="en-US" altLang="zh-CN" sz="2000">
                <a:latin typeface="Arial" panose="020B0604020202020204" pitchFamily="34" charset="0"/>
                <a:ea typeface="楷体" panose="02010609060101010101" pitchFamily="49" charset="-122"/>
                <a:cs typeface="Arial" panose="020B0604020202020204" pitchFamily="34" charset="0"/>
              </a:rPr>
              <a:t>S</a:t>
            </a:r>
            <a:r>
              <a:rPr kumimoji="1" lang="zh-CN" altLang="en-US" sz="2000">
                <a:latin typeface="Arial" panose="020B0604020202020204" pitchFamily="34" charset="0"/>
                <a:ea typeface="楷体" panose="02010609060101010101" pitchFamily="49" charset="-122"/>
                <a:cs typeface="Arial" panose="020B0604020202020204" pitchFamily="34" charset="0"/>
              </a:rPr>
              <a:t>的形态特征</a:t>
            </a:r>
          </a:p>
          <a:p>
            <a:pPr eaLnBrk="1" hangingPunct="1">
              <a:lnSpc>
                <a:spcPct val="125000"/>
              </a:lnSpc>
              <a:spcBef>
                <a:spcPct val="50000"/>
              </a:spcBef>
              <a:buFont typeface="Wingdings" panose="05000000000000000000" pitchFamily="2" charset="2"/>
              <a:buChar char="p"/>
            </a:pPr>
            <a:endParaRPr kumimoji="1" lang="zh-CN" altLang="en-US" sz="2000">
              <a:latin typeface="Arial" panose="020B0604020202020204" pitchFamily="34" charset="0"/>
              <a:ea typeface="楷体" panose="02010609060101010101" pitchFamily="49" charset="-122"/>
              <a:cs typeface="Arial" panose="020B0604020202020204" pitchFamily="34" charset="0"/>
            </a:endParaRPr>
          </a:p>
          <a:p>
            <a:pPr eaLnBrk="1" hangingPunct="1">
              <a:lnSpc>
                <a:spcPct val="125000"/>
              </a:lnSpc>
              <a:spcBef>
                <a:spcPct val="50000"/>
              </a:spcBef>
              <a:buClr>
                <a:srgbClr val="FF0000"/>
              </a:buClr>
              <a:buFont typeface="Wingdings" panose="05000000000000000000" pitchFamily="2" charset="2"/>
              <a:buChar char="p"/>
            </a:pP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  </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r</a:t>
            </a:r>
            <a:r>
              <a:rPr kumimoji="1" lang="en-US" altLang="zh-CN" sz="2400" baseline="-30000">
                <a:solidFill>
                  <a:srgbClr val="FF0000"/>
                </a:solidFill>
                <a:latin typeface="Arial" panose="020B0604020202020204" pitchFamily="34" charset="0"/>
                <a:ea typeface="楷体" panose="02010609060101010101" pitchFamily="49" charset="-122"/>
                <a:cs typeface="Arial" panose="020B0604020202020204" pitchFamily="34" charset="0"/>
              </a:rPr>
              <a:t>1</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&gt;1，r</a:t>
            </a:r>
            <a:r>
              <a:rPr kumimoji="1" lang="en-US" altLang="zh-CN" sz="2400" baseline="-30000">
                <a:solidFill>
                  <a:srgbClr val="FF0000"/>
                </a:solidFill>
                <a:latin typeface="Arial" panose="020B0604020202020204" pitchFamily="34" charset="0"/>
                <a:ea typeface="楷体" panose="02010609060101010101" pitchFamily="49" charset="-122"/>
                <a:cs typeface="Arial" panose="020B0604020202020204" pitchFamily="34" charset="0"/>
              </a:rPr>
              <a:t>2</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&lt;1 </a:t>
            </a: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或 </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r</a:t>
            </a:r>
            <a:r>
              <a:rPr kumimoji="1" lang="en-US" altLang="zh-CN" sz="2400" baseline="-30000">
                <a:solidFill>
                  <a:srgbClr val="FF0000"/>
                </a:solidFill>
                <a:latin typeface="Arial" panose="020B0604020202020204" pitchFamily="34" charset="0"/>
                <a:ea typeface="楷体" panose="02010609060101010101" pitchFamily="49" charset="-122"/>
                <a:cs typeface="Arial" panose="020B0604020202020204" pitchFamily="34" charset="0"/>
              </a:rPr>
              <a:t>2</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&gt;1，r</a:t>
            </a:r>
            <a:r>
              <a:rPr kumimoji="1" lang="en-US" altLang="zh-CN" sz="2400" baseline="-30000">
                <a:solidFill>
                  <a:srgbClr val="FF0000"/>
                </a:solidFill>
                <a:latin typeface="Arial" panose="020B0604020202020204" pitchFamily="34" charset="0"/>
                <a:ea typeface="楷体" panose="02010609060101010101" pitchFamily="49" charset="-122"/>
                <a:cs typeface="Arial" panose="020B0604020202020204" pitchFamily="34" charset="0"/>
              </a:rPr>
              <a:t>1</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&lt;1，r</a:t>
            </a:r>
            <a:r>
              <a:rPr kumimoji="1" lang="en-US" altLang="zh-CN" sz="2400" baseline="-30000">
                <a:solidFill>
                  <a:srgbClr val="FF0000"/>
                </a:solidFill>
                <a:latin typeface="Arial" panose="020B0604020202020204" pitchFamily="34" charset="0"/>
                <a:ea typeface="楷体" panose="02010609060101010101" pitchFamily="49" charset="-122"/>
                <a:cs typeface="Arial" panose="020B0604020202020204" pitchFamily="34" charset="0"/>
              </a:rPr>
              <a:t>1</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r</a:t>
            </a:r>
            <a:r>
              <a:rPr kumimoji="1" lang="en-US" altLang="zh-CN" sz="2400" baseline="-30000">
                <a:solidFill>
                  <a:srgbClr val="FF0000"/>
                </a:solidFill>
                <a:latin typeface="Arial" panose="020B0604020202020204" pitchFamily="34" charset="0"/>
                <a:ea typeface="楷体" panose="02010609060101010101" pitchFamily="49" charset="-122"/>
                <a:cs typeface="Arial" panose="020B0604020202020204" pitchFamily="34" charset="0"/>
              </a:rPr>
              <a:t>2</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&lt;1</a:t>
            </a:r>
          </a:p>
          <a:p>
            <a:pPr eaLnBrk="1" hangingPunct="1">
              <a:lnSpc>
                <a:spcPct val="125000"/>
              </a:lnSpc>
              <a:spcBef>
                <a:spcPct val="0"/>
              </a:spcBef>
              <a:buClr>
                <a:srgbClr val="A50021"/>
              </a:buClr>
              <a:buSzPct val="90000"/>
              <a:buFont typeface="Arial" panose="020B0604020202020204" pitchFamily="34" charset="0"/>
              <a:buNone/>
            </a:pP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      非理想非恒比共聚</a:t>
            </a:r>
            <a:endPar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endParaRPr>
          </a:p>
          <a:p>
            <a:pPr eaLnBrk="1" hangingPunct="1">
              <a:lnSpc>
                <a:spcPct val="125000"/>
              </a:lnSpc>
              <a:spcBef>
                <a:spcPct val="0"/>
              </a:spcBef>
              <a:buClr>
                <a:srgbClr val="A50021"/>
              </a:buClr>
              <a:buSzPct val="90000"/>
              <a:buFont typeface="Arial" panose="020B0604020202020204" pitchFamily="34" charset="0"/>
              <a:buNone/>
            </a:pPr>
            <a:r>
              <a:rPr kumimoji="1" lang="en-US" altLang="zh-CN" sz="2400">
                <a:solidFill>
                  <a:srgbClr val="A50021"/>
                </a:solidFill>
                <a:latin typeface="Arial" panose="020B0604020202020204" pitchFamily="34" charset="0"/>
                <a:ea typeface="楷体" panose="02010609060101010101" pitchFamily="49" charset="-122"/>
                <a:cs typeface="Arial" panose="020B0604020202020204" pitchFamily="34" charset="0"/>
              </a:rPr>
              <a:t>     </a:t>
            </a:r>
            <a:r>
              <a:rPr kumimoji="1" lang="zh-CN" altLang="en-US" sz="2000">
                <a:latin typeface="Arial" panose="020B0604020202020204" pitchFamily="34" charset="0"/>
                <a:ea typeface="楷体" panose="02010609060101010101" pitchFamily="49" charset="-122"/>
                <a:cs typeface="Arial" panose="020B0604020202020204" pitchFamily="34" charset="0"/>
              </a:rPr>
              <a:t> </a:t>
            </a:r>
            <a:r>
              <a:rPr kumimoji="1" lang="en-US" altLang="zh-CN" sz="2000">
                <a:latin typeface="Arial" panose="020B0604020202020204" pitchFamily="34" charset="0"/>
                <a:ea typeface="楷体" panose="02010609060101010101" pitchFamily="49" charset="-122"/>
                <a:cs typeface="Arial" panose="020B0604020202020204" pitchFamily="34" charset="0"/>
              </a:rPr>
              <a:t>r</a:t>
            </a:r>
            <a:r>
              <a:rPr kumimoji="1" lang="en-US" altLang="zh-CN" sz="2000" baseline="-30000">
                <a:latin typeface="Arial" panose="020B0604020202020204" pitchFamily="34" charset="0"/>
                <a:ea typeface="楷体" panose="02010609060101010101" pitchFamily="49" charset="-122"/>
                <a:cs typeface="Arial" panose="020B0604020202020204" pitchFamily="34" charset="0"/>
              </a:rPr>
              <a:t>1</a:t>
            </a:r>
            <a:r>
              <a:rPr kumimoji="1" lang="en-US" altLang="zh-CN" sz="2000">
                <a:latin typeface="Arial" panose="020B0604020202020204" pitchFamily="34" charset="0"/>
                <a:ea typeface="楷体" panose="02010609060101010101" pitchFamily="49" charset="-122"/>
                <a:cs typeface="Arial" panose="020B0604020202020204" pitchFamily="34" charset="0"/>
              </a:rPr>
              <a:t>&gt;1，r</a:t>
            </a:r>
            <a:r>
              <a:rPr kumimoji="1" lang="en-US" altLang="zh-CN" sz="2000" baseline="-30000">
                <a:latin typeface="Arial" panose="020B0604020202020204" pitchFamily="34" charset="0"/>
                <a:ea typeface="楷体" panose="02010609060101010101" pitchFamily="49" charset="-122"/>
                <a:cs typeface="Arial" panose="020B0604020202020204" pitchFamily="34" charset="0"/>
              </a:rPr>
              <a:t>2</a:t>
            </a:r>
            <a:r>
              <a:rPr kumimoji="1" lang="en-US" altLang="zh-CN" sz="2000">
                <a:latin typeface="Arial" panose="020B0604020202020204" pitchFamily="34" charset="0"/>
                <a:ea typeface="楷体" panose="02010609060101010101" pitchFamily="49" charset="-122"/>
                <a:cs typeface="Arial" panose="020B0604020202020204" pitchFamily="34" charset="0"/>
              </a:rPr>
              <a:t>&lt;1</a:t>
            </a:r>
            <a:r>
              <a:rPr kumimoji="1" lang="zh-CN" altLang="en-US" sz="2000">
                <a:latin typeface="Arial" panose="020B0604020202020204" pitchFamily="34" charset="0"/>
                <a:ea typeface="楷体" panose="02010609060101010101" pitchFamily="49" charset="-122"/>
                <a:cs typeface="Arial" panose="020B0604020202020204" pitchFamily="34" charset="0"/>
              </a:rPr>
              <a:t>：组成曲线位于对角线上方</a:t>
            </a:r>
          </a:p>
          <a:p>
            <a:pPr eaLnBrk="1" hangingPunct="1">
              <a:lnSpc>
                <a:spcPct val="125000"/>
              </a:lnSpc>
              <a:spcBef>
                <a:spcPct val="50000"/>
              </a:spcBef>
              <a:buFont typeface="Arial" panose="020B0604020202020204" pitchFamily="34" charset="0"/>
              <a:buNone/>
            </a:pPr>
            <a:r>
              <a:rPr kumimoji="1" lang="en-US" altLang="zh-CN" sz="2000">
                <a:latin typeface="Arial" panose="020B0604020202020204" pitchFamily="34" charset="0"/>
                <a:ea typeface="楷体" panose="02010609060101010101" pitchFamily="49" charset="-122"/>
                <a:cs typeface="Arial" panose="020B0604020202020204" pitchFamily="34" charset="0"/>
              </a:rPr>
              <a:t>       r</a:t>
            </a:r>
            <a:r>
              <a:rPr kumimoji="1" lang="en-US" altLang="zh-CN" sz="2000" baseline="-30000">
                <a:latin typeface="Arial" panose="020B0604020202020204" pitchFamily="34" charset="0"/>
                <a:ea typeface="楷体" panose="02010609060101010101" pitchFamily="49" charset="-122"/>
                <a:cs typeface="Arial" panose="020B0604020202020204" pitchFamily="34" charset="0"/>
              </a:rPr>
              <a:t>1</a:t>
            </a:r>
            <a:r>
              <a:rPr kumimoji="1" lang="en-US" altLang="zh-CN" sz="2000">
                <a:latin typeface="Arial" panose="020B0604020202020204" pitchFamily="34" charset="0"/>
                <a:ea typeface="楷体" panose="02010609060101010101" pitchFamily="49" charset="-122"/>
                <a:cs typeface="Arial" panose="020B0604020202020204" pitchFamily="34" charset="0"/>
              </a:rPr>
              <a:t>&lt;1，r</a:t>
            </a:r>
            <a:r>
              <a:rPr kumimoji="1" lang="en-US" altLang="zh-CN" sz="2000" baseline="-30000">
                <a:latin typeface="Arial" panose="020B0604020202020204" pitchFamily="34" charset="0"/>
                <a:ea typeface="楷体" panose="02010609060101010101" pitchFamily="49" charset="-122"/>
                <a:cs typeface="Arial" panose="020B0604020202020204" pitchFamily="34" charset="0"/>
              </a:rPr>
              <a:t>2</a:t>
            </a:r>
            <a:r>
              <a:rPr kumimoji="1" lang="en-US" altLang="zh-CN" sz="2000">
                <a:latin typeface="Arial" panose="020B0604020202020204" pitchFamily="34" charset="0"/>
                <a:ea typeface="楷体" panose="02010609060101010101" pitchFamily="49" charset="-122"/>
                <a:cs typeface="Arial" panose="020B0604020202020204" pitchFamily="34" charset="0"/>
              </a:rPr>
              <a:t>&gt;1</a:t>
            </a:r>
            <a:r>
              <a:rPr kumimoji="1" lang="zh-CN" altLang="en-US" sz="2000">
                <a:latin typeface="Arial" panose="020B0604020202020204" pitchFamily="34" charset="0"/>
                <a:ea typeface="楷体" panose="02010609060101010101" pitchFamily="49" charset="-122"/>
                <a:cs typeface="Arial" panose="020B0604020202020204" pitchFamily="34" charset="0"/>
              </a:rPr>
              <a:t>：组成曲线位于对角线下方</a:t>
            </a:r>
          </a:p>
          <a:p>
            <a:pPr eaLnBrk="1" hangingPunct="1">
              <a:lnSpc>
                <a:spcPct val="125000"/>
              </a:lnSpc>
              <a:spcBef>
                <a:spcPct val="50000"/>
              </a:spcBef>
              <a:buFont typeface="Wingdings" panose="05000000000000000000" pitchFamily="2" charset="2"/>
              <a:buChar char="p"/>
            </a:pPr>
            <a:endParaRPr kumimoji="1" lang="zh-CN" altLang="en-US" sz="2000">
              <a:latin typeface="Arial" panose="020B0604020202020204" pitchFamily="34" charset="0"/>
              <a:ea typeface="楷体" panose="02010609060101010101" pitchFamily="49" charset="-122"/>
              <a:cs typeface="Arial" panose="020B0604020202020204" pitchFamily="34" charset="0"/>
            </a:endParaRPr>
          </a:p>
          <a:p>
            <a:pPr eaLnBrk="1" hangingPunct="1">
              <a:lnSpc>
                <a:spcPct val="125000"/>
              </a:lnSpc>
              <a:spcBef>
                <a:spcPct val="50000"/>
              </a:spcBef>
              <a:buClr>
                <a:srgbClr val="FF0000"/>
              </a:buClr>
              <a:buFont typeface="Wingdings" panose="05000000000000000000" pitchFamily="2" charset="2"/>
              <a:buChar char="p"/>
            </a:pP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  </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r</a:t>
            </a:r>
            <a:r>
              <a:rPr kumimoji="1" lang="en-US" altLang="zh-CN" sz="2400" baseline="-30000">
                <a:solidFill>
                  <a:srgbClr val="FF0000"/>
                </a:solidFill>
                <a:latin typeface="Arial" panose="020B0604020202020204" pitchFamily="34" charset="0"/>
                <a:ea typeface="楷体" panose="02010609060101010101" pitchFamily="49" charset="-122"/>
                <a:cs typeface="Arial" panose="020B0604020202020204" pitchFamily="34" charset="0"/>
              </a:rPr>
              <a:t>1 </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&gt; 1，r</a:t>
            </a:r>
            <a:r>
              <a:rPr kumimoji="1" lang="en-US" altLang="zh-CN" sz="2400" baseline="-30000">
                <a:solidFill>
                  <a:srgbClr val="FF0000"/>
                </a:solidFill>
                <a:latin typeface="Arial" panose="020B0604020202020204" pitchFamily="34" charset="0"/>
                <a:ea typeface="楷体" panose="02010609060101010101" pitchFamily="49" charset="-122"/>
                <a:cs typeface="Arial" panose="020B0604020202020204" pitchFamily="34" charset="0"/>
              </a:rPr>
              <a:t>2</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&gt;1，</a:t>
            </a: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嵌段共聚</a:t>
            </a:r>
          </a:p>
          <a:p>
            <a:pPr eaLnBrk="1" hangingPunct="1">
              <a:lnSpc>
                <a:spcPct val="125000"/>
              </a:lnSpc>
              <a:spcBef>
                <a:spcPct val="50000"/>
              </a:spcBef>
              <a:buFont typeface="Arial" panose="020B0604020202020204" pitchFamily="34" charset="0"/>
              <a:buNone/>
            </a:pPr>
            <a:r>
              <a:rPr kumimoji="1" lang="zh-CN" altLang="en-US" sz="2000">
                <a:latin typeface="Arial" panose="020B0604020202020204" pitchFamily="34" charset="0"/>
                <a:ea typeface="楷体" panose="02010609060101010101" pitchFamily="49" charset="-122"/>
                <a:cs typeface="Arial" panose="020B0604020202020204" pitchFamily="34" charset="0"/>
              </a:rPr>
              <a:t>       曲线具有正</a:t>
            </a:r>
            <a:r>
              <a:rPr kumimoji="1" lang="en-US" altLang="zh-CN" sz="2000">
                <a:latin typeface="Arial" panose="020B0604020202020204" pitchFamily="34" charset="0"/>
                <a:ea typeface="楷体" panose="02010609060101010101" pitchFamily="49" charset="-122"/>
                <a:cs typeface="Arial" panose="020B0604020202020204" pitchFamily="34" charset="0"/>
              </a:rPr>
              <a:t>S</a:t>
            </a:r>
            <a:r>
              <a:rPr kumimoji="1" lang="zh-CN" altLang="en-US" sz="2000">
                <a:latin typeface="Arial" panose="020B0604020202020204" pitchFamily="34" charset="0"/>
                <a:ea typeface="楷体" panose="02010609060101010101" pitchFamily="49" charset="-122"/>
                <a:cs typeface="Arial" panose="020B0604020202020204" pitchFamily="34" charset="0"/>
              </a:rPr>
              <a:t>的形态特征，同样也具有恒比点</a:t>
            </a:r>
          </a:p>
        </p:txBody>
      </p:sp>
      <p:pic>
        <p:nvPicPr>
          <p:cNvPr id="100356"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07150" y="188913"/>
            <a:ext cx="1793875" cy="1676400"/>
          </a:xfrm>
          <a:prstGeom prst="rect">
            <a:avLst/>
          </a:prstGeom>
          <a:noFill/>
          <a:ln>
            <a:noFill/>
          </a:ln>
          <a:extLst>
            <a:ext uri="{909E8E84-426E-40DD-AFC4-6F175D3DCCD1}">
              <a14:hiddenFill xmlns:a14="http://schemas.microsoft.com/office/drawing/2010/main">
                <a:solidFill>
                  <a:srgbClr val="CCE8C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0357" name="Picture 4" descr="tu517-5-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34113" y="4197350"/>
            <a:ext cx="2008187" cy="182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0358" name="Picture 5" descr="tu517-4-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88088" y="2205038"/>
            <a:ext cx="1898650" cy="180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CAD75031-D902-4F1D-ACB9-EA906E0B6207}"/>
              </a:ext>
            </a:extLst>
          </p:cNvPr>
          <p:cNvSpPr/>
          <p:nvPr/>
        </p:nvSpPr>
        <p:spPr>
          <a:xfrm>
            <a:off x="317500" y="5705475"/>
            <a:ext cx="6450013" cy="1016000"/>
          </a:xfrm>
          <a:prstGeom prst="rect">
            <a:avLst/>
          </a:prstGeom>
          <a:solidFill>
            <a:schemeClr val="bg1">
              <a:lumMod val="95000"/>
            </a:schemeClr>
          </a:solidFill>
        </p:spPr>
        <p:txBody>
          <a:bodyPr wrap="none">
            <a:spAutoFit/>
          </a:bodyPr>
          <a:lstStyle/>
          <a:p>
            <a:pPr>
              <a:defRPr/>
            </a:pPr>
            <a:r>
              <a:rPr kumimoji="1" lang="zh-CN" altLang="en-US" sz="2000" b="1" dirty="0">
                <a:latin typeface="Arial" panose="020B0604020202020204" pitchFamily="34" charset="0"/>
                <a:ea typeface="楷体" panose="02010609060101010101" pitchFamily="49" charset="-122"/>
                <a:cs typeface="Arial" panose="020B0604020202020204" pitchFamily="34" charset="0"/>
              </a:rPr>
              <a:t> 共聚物瞬时组成变化的口诀：</a:t>
            </a:r>
            <a:endParaRPr kumimoji="1" lang="en-US" altLang="zh-CN" sz="2000" b="1" dirty="0">
              <a:latin typeface="Arial" panose="020B0604020202020204" pitchFamily="34" charset="0"/>
              <a:ea typeface="楷体" panose="02010609060101010101" pitchFamily="49" charset="-122"/>
              <a:cs typeface="Arial" panose="020B0604020202020204" pitchFamily="34" charset="0"/>
            </a:endParaRPr>
          </a:p>
          <a:p>
            <a:pPr>
              <a:defRPr/>
            </a:pPr>
            <a:r>
              <a:rPr kumimoji="1" lang="en-US" altLang="zh-CN" sz="2000" b="1" dirty="0">
                <a:latin typeface="Arial" panose="020B0604020202020204" pitchFamily="34" charset="0"/>
                <a:ea typeface="楷体" panose="02010609060101010101" pitchFamily="49" charset="-122"/>
                <a:cs typeface="Arial" panose="020B0604020202020204" pitchFamily="34" charset="0"/>
              </a:rPr>
              <a:t>            r</a:t>
            </a:r>
            <a:r>
              <a:rPr kumimoji="1" lang="en-US" altLang="zh-CN" sz="2000" b="1" baseline="-30000" dirty="0">
                <a:latin typeface="Arial" panose="020B0604020202020204" pitchFamily="34" charset="0"/>
                <a:ea typeface="楷体" panose="02010609060101010101" pitchFamily="49" charset="-122"/>
                <a:cs typeface="Arial" panose="020B0604020202020204" pitchFamily="34" charset="0"/>
              </a:rPr>
              <a:t>1 </a:t>
            </a:r>
            <a:r>
              <a:rPr kumimoji="1" lang="en-US" altLang="zh-CN" sz="2000" b="1" dirty="0">
                <a:latin typeface="Arial" panose="020B0604020202020204" pitchFamily="34" charset="0"/>
                <a:ea typeface="楷体" panose="02010609060101010101" pitchFamily="49" charset="-122"/>
                <a:cs typeface="Arial" panose="020B0604020202020204" pitchFamily="34" charset="0"/>
              </a:rPr>
              <a:t>&gt; 1</a:t>
            </a:r>
            <a:r>
              <a:rPr kumimoji="1" lang="zh-CN" altLang="en-US" sz="2000" b="1" dirty="0">
                <a:latin typeface="Arial" panose="020B0604020202020204" pitchFamily="34" charset="0"/>
                <a:ea typeface="楷体" panose="02010609060101010101" pitchFamily="49" charset="-122"/>
                <a:cs typeface="Arial" panose="020B0604020202020204" pitchFamily="34" charset="0"/>
              </a:rPr>
              <a:t>，对角线上；</a:t>
            </a:r>
            <a:r>
              <a:rPr kumimoji="1" lang="en-US" altLang="zh-CN" sz="2000" b="1" dirty="0">
                <a:latin typeface="Arial" panose="020B0604020202020204" pitchFamily="34" charset="0"/>
                <a:ea typeface="楷体" panose="02010609060101010101" pitchFamily="49" charset="-122"/>
                <a:cs typeface="Arial" panose="020B0604020202020204" pitchFamily="34" charset="0"/>
              </a:rPr>
              <a:t> r</a:t>
            </a:r>
            <a:r>
              <a:rPr kumimoji="1" lang="en-US" altLang="zh-CN" sz="2000" b="1" baseline="-30000" dirty="0">
                <a:latin typeface="Arial" panose="020B0604020202020204" pitchFamily="34" charset="0"/>
                <a:ea typeface="楷体" panose="02010609060101010101" pitchFamily="49" charset="-122"/>
                <a:cs typeface="Arial" panose="020B0604020202020204" pitchFamily="34" charset="0"/>
              </a:rPr>
              <a:t>1 </a:t>
            </a:r>
            <a:r>
              <a:rPr kumimoji="1" lang="en-US" altLang="zh-CN" sz="2000" b="1" dirty="0">
                <a:latin typeface="Arial" panose="020B0604020202020204" pitchFamily="34" charset="0"/>
                <a:ea typeface="楷体" panose="02010609060101010101" pitchFamily="49" charset="-122"/>
                <a:cs typeface="Arial" panose="020B0604020202020204" pitchFamily="34" charset="0"/>
              </a:rPr>
              <a:t> &lt;1</a:t>
            </a:r>
            <a:r>
              <a:rPr kumimoji="1" lang="zh-CN" altLang="en-US" sz="2000" b="1" dirty="0">
                <a:latin typeface="Arial" panose="020B0604020202020204" pitchFamily="34" charset="0"/>
                <a:ea typeface="楷体" panose="02010609060101010101" pitchFamily="49" charset="-122"/>
                <a:cs typeface="Arial" panose="020B0604020202020204" pitchFamily="34" charset="0"/>
              </a:rPr>
              <a:t>，对角线下；</a:t>
            </a:r>
            <a:endParaRPr kumimoji="1" lang="en-US" altLang="zh-CN" sz="2000" b="1" dirty="0">
              <a:latin typeface="Arial" panose="020B0604020202020204" pitchFamily="34" charset="0"/>
              <a:ea typeface="楷体" panose="02010609060101010101" pitchFamily="49" charset="-122"/>
              <a:cs typeface="Arial" panose="020B0604020202020204" pitchFamily="34" charset="0"/>
            </a:endParaRPr>
          </a:p>
          <a:p>
            <a:pPr>
              <a:defRPr/>
            </a:pPr>
            <a:r>
              <a:rPr kumimoji="1" lang="zh-CN" altLang="en-US" sz="2000" b="1" dirty="0">
                <a:latin typeface="Arial" panose="020B0604020202020204" pitchFamily="34" charset="0"/>
                <a:ea typeface="楷体" panose="02010609060101010101" pitchFamily="49" charset="-122"/>
                <a:cs typeface="Arial" panose="020B0604020202020204" pitchFamily="34" charset="0"/>
              </a:rPr>
              <a:t>            由右向左：对角线上往下走，对角线下往上走。</a:t>
            </a:r>
            <a:endParaRPr lang="zh-CN" altLang="en-US" sz="2000" b="1" dirty="0"/>
          </a:p>
        </p:txBody>
      </p:sp>
      <p:sp>
        <p:nvSpPr>
          <p:cNvPr id="8" name="矩形 7">
            <a:extLst>
              <a:ext uri="{FF2B5EF4-FFF2-40B4-BE49-F238E27FC236}">
                <a16:creationId xmlns:a16="http://schemas.microsoft.com/office/drawing/2014/main" id="{EB6210B5-49B8-4C33-89EF-2EBF77D82A16}"/>
              </a:ext>
            </a:extLst>
          </p:cNvPr>
          <p:cNvSpPr/>
          <p:nvPr/>
        </p:nvSpPr>
        <p:spPr>
          <a:xfrm>
            <a:off x="8316416" y="-34973"/>
            <a:ext cx="906017" cy="523220"/>
          </a:xfrm>
          <a:prstGeom prst="rect">
            <a:avLst/>
          </a:prstGeom>
        </p:spPr>
        <p:txBody>
          <a:bodyPr wrap="none">
            <a:spAutoFit/>
          </a:bodyPr>
          <a:lstStyle/>
          <a:p>
            <a:pPr>
              <a:defRPr/>
            </a:pPr>
            <a:r>
              <a:rPr lang="zh-CN" altLang="en-US" sz="2800" b="1" dirty="0">
                <a:solidFill>
                  <a:schemeClr val="bg1"/>
                </a:solidFill>
                <a:highlight>
                  <a:srgbClr val="800000"/>
                </a:highlight>
                <a:latin typeface="楷体" panose="02010609060101010101" pitchFamily="49" charset="-122"/>
                <a:ea typeface="楷体" panose="02010609060101010101" pitchFamily="49" charset="-122"/>
              </a:rPr>
              <a:t>复习</a:t>
            </a:r>
            <a:endParaRPr lang="zh-CN" altLang="en-US" sz="2800" dirty="0">
              <a:solidFill>
                <a:schemeClr val="bg1"/>
              </a:solidFill>
              <a:highlight>
                <a:srgbClr val="800000"/>
              </a:highlight>
            </a:endParaRPr>
          </a:p>
        </p:txBody>
      </p:sp>
    </p:spTree>
    <p:extLst>
      <p:ext uri="{BB962C8B-B14F-4D97-AF65-F5344CB8AC3E}">
        <p14:creationId xmlns:p14="http://schemas.microsoft.com/office/powerpoint/2010/main" val="3762065440"/>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4953047-2F3D-4F5B-9F88-B6AABD0EBB5C}"/>
              </a:ext>
            </a:extLst>
          </p:cNvPr>
          <p:cNvSpPr>
            <a:spLocks noGrp="1"/>
          </p:cNvSpPr>
          <p:nvPr>
            <p:ph type="sldNum" sz="quarter" idx="12"/>
          </p:nvPr>
        </p:nvSpPr>
        <p:spPr/>
        <p:txBody>
          <a:bodyPr/>
          <a:lstStyle/>
          <a:p>
            <a:pPr>
              <a:defRPr/>
            </a:pPr>
            <a:fld id="{162BF809-D625-4934-AAF6-E6A33EB35175}" type="slidenum">
              <a:rPr lang="zh-CN" altLang="en-US" smtClean="0"/>
              <a:pPr>
                <a:defRPr/>
              </a:pPr>
              <a:t>6</a:t>
            </a:fld>
            <a:endParaRPr lang="en-US" altLang="zh-CN"/>
          </a:p>
        </p:txBody>
      </p:sp>
      <p:sp>
        <p:nvSpPr>
          <p:cNvPr id="101379" name="Text Box 2"/>
          <p:cNvSpPr txBox="1">
            <a:spLocks noChangeArrowheads="1"/>
          </p:cNvSpPr>
          <p:nvPr/>
        </p:nvSpPr>
        <p:spPr bwMode="auto">
          <a:xfrm>
            <a:off x="1047750" y="2522538"/>
            <a:ext cx="4176713" cy="163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35000"/>
              </a:spcBef>
              <a:buClr>
                <a:srgbClr val="FF0000"/>
              </a:buClr>
              <a:buFont typeface="Wingdings" panose="05000000000000000000" pitchFamily="2" charset="2"/>
              <a:buChar char="p"/>
            </a:pPr>
            <a:r>
              <a:rPr kumimoji="1" lang="zh-CN" altLang="en-US" sz="2400">
                <a:solidFill>
                  <a:srgbClr val="A50021"/>
                </a:solidFill>
                <a:latin typeface="Arial" panose="020B0604020202020204" pitchFamily="34" charset="0"/>
                <a:ea typeface="楷体" panose="02010609060101010101" pitchFamily="49" charset="-122"/>
                <a:cs typeface="Arial" panose="020B0604020202020204" pitchFamily="34" charset="0"/>
              </a:rPr>
              <a:t>  </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r</a:t>
            </a:r>
            <a:r>
              <a:rPr kumimoji="1" lang="en-US" altLang="zh-CN" sz="2400" baseline="-30000">
                <a:solidFill>
                  <a:srgbClr val="FF0000"/>
                </a:solidFill>
                <a:latin typeface="Arial" panose="020B0604020202020204" pitchFamily="34" charset="0"/>
                <a:ea typeface="楷体" panose="02010609060101010101" pitchFamily="49" charset="-122"/>
                <a:cs typeface="Arial" panose="020B0604020202020204" pitchFamily="34" charset="0"/>
              </a:rPr>
              <a:t>1</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r</a:t>
            </a:r>
            <a:r>
              <a:rPr kumimoji="1" lang="en-US" altLang="zh-CN" sz="2400" baseline="-30000">
                <a:solidFill>
                  <a:srgbClr val="FF0000"/>
                </a:solidFill>
                <a:latin typeface="Arial" panose="020B0604020202020204" pitchFamily="34" charset="0"/>
                <a:ea typeface="楷体" panose="02010609060101010101" pitchFamily="49" charset="-122"/>
                <a:cs typeface="Arial" panose="020B0604020202020204" pitchFamily="34" charset="0"/>
              </a:rPr>
              <a:t>2</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=1  </a:t>
            </a: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理想</a:t>
            </a:r>
            <a:endParaRPr kumimoji="1" lang="zh-CN" altLang="en-US" sz="2200">
              <a:latin typeface="Arial" panose="020B0604020202020204" pitchFamily="34" charset="0"/>
              <a:ea typeface="楷体" panose="02010609060101010101" pitchFamily="49" charset="-122"/>
              <a:cs typeface="Arial" panose="020B0604020202020204" pitchFamily="34" charset="0"/>
            </a:endParaRPr>
          </a:p>
          <a:p>
            <a:pPr eaLnBrk="1" hangingPunct="1">
              <a:lnSpc>
                <a:spcPct val="125000"/>
              </a:lnSpc>
              <a:spcBef>
                <a:spcPts val="600"/>
              </a:spcBef>
              <a:buClr>
                <a:srgbClr val="FF0000"/>
              </a:buClr>
              <a:buFont typeface="Wingdings" panose="05000000000000000000" pitchFamily="2" charset="2"/>
              <a:buChar char="p"/>
            </a:pP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  </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r</a:t>
            </a:r>
            <a:r>
              <a:rPr kumimoji="1" lang="en-US" altLang="zh-CN" sz="2400" baseline="-30000">
                <a:solidFill>
                  <a:srgbClr val="FF0000"/>
                </a:solidFill>
                <a:latin typeface="Arial" panose="020B0604020202020204" pitchFamily="34" charset="0"/>
                <a:ea typeface="楷体" panose="02010609060101010101" pitchFamily="49" charset="-122"/>
                <a:cs typeface="Arial" panose="020B0604020202020204" pitchFamily="34" charset="0"/>
              </a:rPr>
              <a:t>1</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r</a:t>
            </a:r>
            <a:r>
              <a:rPr kumimoji="1" lang="en-US" altLang="zh-CN" sz="2400" baseline="-30000">
                <a:solidFill>
                  <a:srgbClr val="FF0000"/>
                </a:solidFill>
                <a:latin typeface="Arial" panose="020B0604020202020204" pitchFamily="34" charset="0"/>
                <a:ea typeface="楷体" panose="02010609060101010101" pitchFamily="49" charset="-122"/>
                <a:cs typeface="Arial" panose="020B0604020202020204" pitchFamily="34" charset="0"/>
              </a:rPr>
              <a:t>2</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=0  </a:t>
            </a: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交替共聚</a:t>
            </a:r>
            <a:endPar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endParaRPr>
          </a:p>
          <a:p>
            <a:pPr eaLnBrk="1" hangingPunct="1">
              <a:lnSpc>
                <a:spcPct val="125000"/>
              </a:lnSpc>
              <a:spcBef>
                <a:spcPts val="600"/>
              </a:spcBef>
              <a:buClr>
                <a:srgbClr val="FF0000"/>
              </a:buClr>
              <a:buFont typeface="Wingdings" panose="05000000000000000000" pitchFamily="2" charset="2"/>
              <a:buChar char="p"/>
            </a:pP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 在恒比点处投料的共聚</a:t>
            </a:r>
          </a:p>
        </p:txBody>
      </p:sp>
      <p:sp>
        <p:nvSpPr>
          <p:cNvPr id="101380" name="矩形 4"/>
          <p:cNvSpPr>
            <a:spLocks noChangeArrowheads="1"/>
          </p:cNvSpPr>
          <p:nvPr/>
        </p:nvSpPr>
        <p:spPr bwMode="auto">
          <a:xfrm>
            <a:off x="920750" y="2060575"/>
            <a:ext cx="75723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kumimoji="1" lang="zh-CN" altLang="en-US" sz="2400">
                <a:latin typeface="Arial" panose="020B0604020202020204" pitchFamily="34" charset="0"/>
                <a:ea typeface="楷体" panose="02010609060101010101" pitchFamily="49" charset="-122"/>
                <a:cs typeface="Arial" panose="020B0604020202020204" pitchFamily="34" charset="0"/>
              </a:rPr>
              <a:t>下列情形，共聚物组成是固定的，不需要特别的控制：</a:t>
            </a:r>
            <a:endParaRPr lang="zh-CN" altLang="en-US" sz="2400">
              <a:cs typeface="Arial" panose="020B0604020202020204" pitchFamily="34" charset="0"/>
            </a:endParaRPr>
          </a:p>
        </p:txBody>
      </p:sp>
      <p:sp>
        <p:nvSpPr>
          <p:cNvPr id="5" name="矩形 4">
            <a:extLst>
              <a:ext uri="{FF2B5EF4-FFF2-40B4-BE49-F238E27FC236}">
                <a16:creationId xmlns:a16="http://schemas.microsoft.com/office/drawing/2014/main" id="{EB6210B5-49B8-4C33-89EF-2EBF77D82A16}"/>
              </a:ext>
            </a:extLst>
          </p:cNvPr>
          <p:cNvSpPr/>
          <p:nvPr/>
        </p:nvSpPr>
        <p:spPr>
          <a:xfrm>
            <a:off x="8316416" y="-34973"/>
            <a:ext cx="906017" cy="523220"/>
          </a:xfrm>
          <a:prstGeom prst="rect">
            <a:avLst/>
          </a:prstGeom>
        </p:spPr>
        <p:txBody>
          <a:bodyPr wrap="none">
            <a:spAutoFit/>
          </a:bodyPr>
          <a:lstStyle/>
          <a:p>
            <a:pPr>
              <a:defRPr/>
            </a:pPr>
            <a:r>
              <a:rPr lang="zh-CN" altLang="en-US" sz="2800" b="1" dirty="0">
                <a:solidFill>
                  <a:schemeClr val="bg1"/>
                </a:solidFill>
                <a:highlight>
                  <a:srgbClr val="800000"/>
                </a:highlight>
                <a:latin typeface="楷体" panose="02010609060101010101" pitchFamily="49" charset="-122"/>
                <a:ea typeface="楷体" panose="02010609060101010101" pitchFamily="49" charset="-122"/>
              </a:rPr>
              <a:t>复习</a:t>
            </a:r>
            <a:endParaRPr lang="zh-CN" altLang="en-US" sz="2800" dirty="0">
              <a:solidFill>
                <a:schemeClr val="bg1"/>
              </a:solidFill>
              <a:highlight>
                <a:srgbClr val="800000"/>
              </a:highlight>
            </a:endParaRPr>
          </a:p>
        </p:txBody>
      </p:sp>
    </p:spTree>
    <p:extLst>
      <p:ext uri="{BB962C8B-B14F-4D97-AF65-F5344CB8AC3E}">
        <p14:creationId xmlns:p14="http://schemas.microsoft.com/office/powerpoint/2010/main" val="18699337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标题 1"/>
          <p:cNvSpPr>
            <a:spLocks noGrp="1"/>
          </p:cNvSpPr>
          <p:nvPr>
            <p:ph type="title"/>
          </p:nvPr>
        </p:nvSpPr>
        <p:spPr>
          <a:xfrm>
            <a:off x="2411413" y="260350"/>
            <a:ext cx="4248150" cy="792163"/>
          </a:xfrm>
        </p:spPr>
        <p:txBody>
          <a:bodyPr/>
          <a:lstStyle/>
          <a:p>
            <a:pPr eaLnBrk="1" hangingPunct="1"/>
            <a:r>
              <a:rPr lang="zh-CN" altLang="en-US" sz="3600" b="1">
                <a:latin typeface="楷体" panose="02010609060101010101" pitchFamily="49" charset="-122"/>
                <a:ea typeface="楷体" panose="02010609060101010101" pitchFamily="49" charset="-122"/>
              </a:rPr>
              <a:t>本章提纲和关键词</a:t>
            </a:r>
          </a:p>
        </p:txBody>
      </p:sp>
      <p:sp>
        <p:nvSpPr>
          <p:cNvPr id="76803" name="内容占位符 2"/>
          <p:cNvSpPr>
            <a:spLocks noGrp="1"/>
          </p:cNvSpPr>
          <p:nvPr>
            <p:ph sz="half" idx="1"/>
          </p:nvPr>
        </p:nvSpPr>
        <p:spPr>
          <a:xfrm>
            <a:off x="1657350" y="1255713"/>
            <a:ext cx="5956300" cy="4897437"/>
          </a:xfrm>
        </p:spPr>
        <p:txBody>
          <a:bodyPr/>
          <a:lstStyle/>
          <a:p>
            <a:pPr marL="0" indent="0" eaLnBrk="1" hangingPunct="1">
              <a:buFont typeface="Arial" panose="020B0604020202020204" pitchFamily="34" charset="0"/>
              <a:buNone/>
            </a:pPr>
            <a:r>
              <a:rPr lang="zh-CN" altLang="en-US">
                <a:solidFill>
                  <a:srgbClr val="FF0000"/>
                </a:solidFill>
                <a:latin typeface="Arial" panose="020B0604020202020204" pitchFamily="34" charset="0"/>
                <a:ea typeface="楷体" panose="02010609060101010101" pitchFamily="49" charset="-122"/>
                <a:cs typeface="Arial" panose="020B0604020202020204" pitchFamily="34" charset="0"/>
              </a:rPr>
              <a:t>4.1   共聚的概念</a:t>
            </a:r>
            <a:endParaRPr lang="en-US" altLang="zh-CN">
              <a:solidFill>
                <a:srgbClr val="FF0000"/>
              </a:solidFill>
              <a:latin typeface="Arial" panose="020B0604020202020204" pitchFamily="34" charset="0"/>
              <a:ea typeface="楷体" panose="02010609060101010101" pitchFamily="49" charset="-122"/>
              <a:cs typeface="Arial" panose="020B0604020202020204" pitchFamily="34" charset="0"/>
            </a:endParaRPr>
          </a:p>
          <a:p>
            <a:pPr marL="0" indent="0" eaLnBrk="1" hangingPunct="1">
              <a:buFont typeface="Arial" panose="020B0604020202020204" pitchFamily="34" charset="0"/>
              <a:buNone/>
            </a:pPr>
            <a:r>
              <a:rPr kumimoji="1" lang="zh-CN" altLang="en-US">
                <a:solidFill>
                  <a:srgbClr val="FF0000"/>
                </a:solidFill>
                <a:latin typeface="Arial" panose="020B0604020202020204" pitchFamily="34" charset="0"/>
                <a:ea typeface="楷体" panose="02010609060101010101" pitchFamily="49" charset="-122"/>
                <a:cs typeface="Arial" panose="020B0604020202020204" pitchFamily="34" charset="0"/>
              </a:rPr>
              <a:t>4.2   二元共聚物组成</a:t>
            </a:r>
            <a:endParaRPr kumimoji="1" lang="en-US" altLang="zh-CN">
              <a:solidFill>
                <a:srgbClr val="FF0000"/>
              </a:solidFill>
              <a:latin typeface="Arial" panose="020B0604020202020204" pitchFamily="34" charset="0"/>
              <a:ea typeface="楷体" panose="02010609060101010101" pitchFamily="49" charset="-122"/>
              <a:cs typeface="Arial" panose="020B0604020202020204" pitchFamily="34" charset="0"/>
            </a:endParaRPr>
          </a:p>
          <a:p>
            <a:pPr marL="0" indent="0" eaLnBrk="1" hangingPunct="1">
              <a:buFont typeface="Arial" panose="020B0604020202020204" pitchFamily="34" charset="0"/>
              <a:buNone/>
            </a:pPr>
            <a:r>
              <a:rPr lang="en-US" altLang="zh-CN">
                <a:latin typeface="Arial" panose="020B0604020202020204" pitchFamily="34" charset="0"/>
                <a:ea typeface="楷体" panose="02010609060101010101" pitchFamily="49" charset="-122"/>
                <a:cs typeface="Arial" panose="020B0604020202020204" pitchFamily="34" charset="0"/>
              </a:rPr>
              <a:t>4.3   </a:t>
            </a:r>
            <a:r>
              <a:rPr lang="zh-CN" altLang="en-US">
                <a:latin typeface="Arial" panose="020B0604020202020204" pitchFamily="34" charset="0"/>
                <a:ea typeface="楷体" panose="02010609060101010101" pitchFamily="49" charset="-122"/>
                <a:cs typeface="Arial" panose="020B0604020202020204" pitchFamily="34" charset="0"/>
              </a:rPr>
              <a:t>共聚物组成曲线</a:t>
            </a:r>
            <a:endParaRPr lang="en-US" altLang="zh-CN">
              <a:latin typeface="Arial" panose="020B0604020202020204" pitchFamily="34" charset="0"/>
              <a:ea typeface="楷体" panose="02010609060101010101" pitchFamily="49" charset="-122"/>
              <a:cs typeface="Arial" panose="020B0604020202020204" pitchFamily="34" charset="0"/>
            </a:endParaRPr>
          </a:p>
          <a:p>
            <a:pPr marL="0" indent="0" eaLnBrk="1" hangingPunct="1">
              <a:buFont typeface="Arial" panose="020B0604020202020204" pitchFamily="34" charset="0"/>
              <a:buNone/>
            </a:pPr>
            <a:r>
              <a:rPr lang="en-US" altLang="zh-CN">
                <a:latin typeface="Arial" panose="020B0604020202020204" pitchFamily="34" charset="0"/>
                <a:ea typeface="楷体" panose="02010609060101010101" pitchFamily="49" charset="-122"/>
                <a:cs typeface="Arial" panose="020B0604020202020204" pitchFamily="34" charset="0"/>
              </a:rPr>
              <a:t>4.4   </a:t>
            </a:r>
            <a:r>
              <a:rPr lang="zh-CN" altLang="en-US">
                <a:latin typeface="Arial" panose="020B0604020202020204" pitchFamily="34" charset="0"/>
                <a:ea typeface="楷体" panose="02010609060101010101" pitchFamily="49" charset="-122"/>
                <a:cs typeface="Arial" panose="020B0604020202020204" pitchFamily="34" charset="0"/>
              </a:rPr>
              <a:t>共聚物组成分布控制</a:t>
            </a:r>
            <a:endParaRPr lang="en-US" altLang="zh-CN">
              <a:latin typeface="Arial" panose="020B0604020202020204" pitchFamily="34" charset="0"/>
              <a:ea typeface="楷体" panose="02010609060101010101" pitchFamily="49" charset="-122"/>
              <a:cs typeface="Arial" panose="020B0604020202020204" pitchFamily="34" charset="0"/>
            </a:endParaRPr>
          </a:p>
          <a:p>
            <a:pPr marL="0" indent="0" eaLnBrk="1" hangingPunct="1">
              <a:buFont typeface="Arial" panose="020B0604020202020204" pitchFamily="34" charset="0"/>
              <a:buNone/>
            </a:pPr>
            <a:r>
              <a:rPr lang="en-US" altLang="zh-CN">
                <a:latin typeface="Arial" panose="020B0604020202020204" pitchFamily="34" charset="0"/>
                <a:ea typeface="楷体" panose="02010609060101010101" pitchFamily="49" charset="-122"/>
                <a:cs typeface="Arial" panose="020B0604020202020204" pitchFamily="34" charset="0"/>
              </a:rPr>
              <a:t>4.5</a:t>
            </a:r>
            <a:r>
              <a:rPr lang="zh-CN" altLang="en-US">
                <a:latin typeface="Arial" panose="020B0604020202020204" pitchFamily="34" charset="0"/>
                <a:ea typeface="楷体" panose="02010609060101010101" pitchFamily="49" charset="-122"/>
                <a:cs typeface="Arial" panose="020B0604020202020204" pitchFamily="34" charset="0"/>
              </a:rPr>
              <a:t>   共聚物微结构和链段分布</a:t>
            </a:r>
            <a:endParaRPr lang="en-US" altLang="zh-CN">
              <a:latin typeface="Arial" panose="020B0604020202020204" pitchFamily="34" charset="0"/>
              <a:ea typeface="楷体" panose="02010609060101010101" pitchFamily="49" charset="-122"/>
              <a:cs typeface="Arial" panose="020B0604020202020204" pitchFamily="34" charset="0"/>
            </a:endParaRPr>
          </a:p>
          <a:p>
            <a:pPr marL="0" indent="0" eaLnBrk="1" hangingPunct="1">
              <a:buFont typeface="Arial" panose="020B0604020202020204" pitchFamily="34" charset="0"/>
              <a:buNone/>
            </a:pPr>
            <a:r>
              <a:rPr lang="en-US" altLang="zh-CN">
                <a:latin typeface="Arial" panose="020B0604020202020204" pitchFamily="34" charset="0"/>
                <a:ea typeface="楷体" panose="02010609060101010101" pitchFamily="49" charset="-122"/>
                <a:cs typeface="Arial" panose="020B0604020202020204" pitchFamily="34" charset="0"/>
              </a:rPr>
              <a:t>4.6</a:t>
            </a:r>
            <a:r>
              <a:rPr lang="zh-CN" altLang="en-US">
                <a:latin typeface="Arial" panose="020B0604020202020204" pitchFamily="34" charset="0"/>
                <a:ea typeface="楷体" panose="02010609060101010101" pitchFamily="49" charset="-122"/>
                <a:cs typeface="Arial" panose="020B0604020202020204" pitchFamily="34" charset="0"/>
              </a:rPr>
              <a:t>   多元共聚</a:t>
            </a:r>
            <a:endParaRPr lang="en-US" altLang="zh-CN">
              <a:latin typeface="Arial" panose="020B0604020202020204" pitchFamily="34" charset="0"/>
              <a:ea typeface="楷体" panose="02010609060101010101" pitchFamily="49" charset="-122"/>
              <a:cs typeface="Arial" panose="020B0604020202020204" pitchFamily="34" charset="0"/>
            </a:endParaRPr>
          </a:p>
          <a:p>
            <a:pPr marL="0" indent="0" eaLnBrk="1" hangingPunct="1">
              <a:buFont typeface="Arial" panose="020B0604020202020204" pitchFamily="34" charset="0"/>
              <a:buNone/>
            </a:pPr>
            <a:r>
              <a:rPr lang="en-US" altLang="zh-CN">
                <a:latin typeface="Arial" panose="020B0604020202020204" pitchFamily="34" charset="0"/>
                <a:ea typeface="楷体" panose="02010609060101010101" pitchFamily="49" charset="-122"/>
                <a:cs typeface="Arial" panose="020B0604020202020204" pitchFamily="34" charset="0"/>
              </a:rPr>
              <a:t>4.7</a:t>
            </a:r>
            <a:r>
              <a:rPr lang="zh-CN" altLang="en-US">
                <a:latin typeface="Arial" panose="020B0604020202020204" pitchFamily="34" charset="0"/>
                <a:ea typeface="楷体" panose="02010609060101010101" pitchFamily="49" charset="-122"/>
                <a:cs typeface="Arial" panose="020B0604020202020204" pitchFamily="34" charset="0"/>
              </a:rPr>
              <a:t>   竞聚率</a:t>
            </a:r>
            <a:endParaRPr lang="en-US" altLang="zh-CN">
              <a:latin typeface="Arial" panose="020B0604020202020204" pitchFamily="34" charset="0"/>
              <a:ea typeface="楷体" panose="02010609060101010101" pitchFamily="49" charset="-122"/>
              <a:cs typeface="Arial" panose="020B0604020202020204" pitchFamily="34" charset="0"/>
            </a:endParaRPr>
          </a:p>
          <a:p>
            <a:pPr marL="0" indent="0" eaLnBrk="1" hangingPunct="1">
              <a:buFont typeface="Arial" panose="020B0604020202020204" pitchFamily="34" charset="0"/>
              <a:buNone/>
            </a:pPr>
            <a:r>
              <a:rPr lang="en-US" altLang="zh-CN">
                <a:latin typeface="Arial" panose="020B0604020202020204" pitchFamily="34" charset="0"/>
                <a:ea typeface="楷体" panose="02010609060101010101" pitchFamily="49" charset="-122"/>
                <a:cs typeface="Arial" panose="020B0604020202020204" pitchFamily="34" charset="0"/>
              </a:rPr>
              <a:t>4.8   </a:t>
            </a:r>
            <a:r>
              <a:rPr lang="zh-CN" altLang="en-US">
                <a:latin typeface="Arial" panose="020B0604020202020204" pitchFamily="34" charset="0"/>
                <a:ea typeface="楷体" panose="02010609060101010101" pitchFamily="49" charset="-122"/>
                <a:cs typeface="Arial" panose="020B0604020202020204" pitchFamily="34" charset="0"/>
              </a:rPr>
              <a:t>单体和自由基的共聚活性</a:t>
            </a:r>
            <a:endParaRPr lang="en-US" altLang="zh-CN">
              <a:latin typeface="Arial" panose="020B0604020202020204" pitchFamily="34" charset="0"/>
              <a:ea typeface="楷体" panose="02010609060101010101" pitchFamily="49" charset="-122"/>
              <a:cs typeface="Arial" panose="020B0604020202020204" pitchFamily="34" charset="0"/>
            </a:endParaRPr>
          </a:p>
          <a:p>
            <a:pPr marL="0" indent="0" eaLnBrk="1" hangingPunct="1">
              <a:buFont typeface="Arial" panose="020B0604020202020204" pitchFamily="34" charset="0"/>
              <a:buNone/>
            </a:pPr>
            <a:r>
              <a:rPr lang="en-US" altLang="zh-CN">
                <a:latin typeface="Arial" panose="020B0604020202020204" pitchFamily="34" charset="0"/>
                <a:ea typeface="楷体" panose="02010609060101010101" pitchFamily="49" charset="-122"/>
                <a:cs typeface="Arial" panose="020B0604020202020204" pitchFamily="34" charset="0"/>
              </a:rPr>
              <a:t>4.9</a:t>
            </a:r>
            <a:r>
              <a:rPr lang="zh-CN" altLang="en-US">
                <a:latin typeface="Arial" panose="020B0604020202020204" pitchFamily="34" charset="0"/>
                <a:ea typeface="楷体" panose="02010609060101010101" pitchFamily="49" charset="-122"/>
                <a:cs typeface="Arial" panose="020B0604020202020204" pitchFamily="34" charset="0"/>
              </a:rPr>
              <a:t>   </a:t>
            </a:r>
            <a:r>
              <a:rPr lang="en-US" altLang="zh-CN">
                <a:latin typeface="Arial" panose="020B0604020202020204" pitchFamily="34" charset="0"/>
                <a:ea typeface="楷体" panose="02010609060101010101" pitchFamily="49" charset="-122"/>
                <a:cs typeface="Arial" panose="020B0604020202020204" pitchFamily="34" charset="0"/>
              </a:rPr>
              <a:t>Q-e </a:t>
            </a:r>
            <a:r>
              <a:rPr lang="zh-CN" altLang="en-US">
                <a:latin typeface="Arial" panose="020B0604020202020204" pitchFamily="34" charset="0"/>
                <a:ea typeface="楷体" panose="02010609060101010101" pitchFamily="49" charset="-122"/>
                <a:cs typeface="Arial" panose="020B0604020202020204" pitchFamily="34" charset="0"/>
              </a:rPr>
              <a:t>概念</a:t>
            </a:r>
            <a:endParaRPr lang="en-US" altLang="zh-CN">
              <a:latin typeface="Arial" panose="020B0604020202020204" pitchFamily="34" charset="0"/>
              <a:ea typeface="楷体" panose="02010609060101010101" pitchFamily="49" charset="-122"/>
              <a:cs typeface="Arial" panose="020B0604020202020204" pitchFamily="34" charset="0"/>
            </a:endParaRPr>
          </a:p>
          <a:p>
            <a:pPr marL="0" indent="0" eaLnBrk="1" hangingPunct="1">
              <a:buFont typeface="Arial" panose="020B0604020202020204" pitchFamily="34" charset="0"/>
              <a:buNone/>
            </a:pPr>
            <a:r>
              <a:rPr lang="en-US" altLang="zh-CN">
                <a:latin typeface="Arial" panose="020B0604020202020204" pitchFamily="34" charset="0"/>
                <a:ea typeface="楷体" panose="02010609060101010101" pitchFamily="49" charset="-122"/>
                <a:cs typeface="Arial" panose="020B0604020202020204" pitchFamily="34" charset="0"/>
              </a:rPr>
              <a:t>4.10 </a:t>
            </a:r>
            <a:r>
              <a:rPr lang="zh-CN" altLang="en-US">
                <a:latin typeface="Arial" panose="020B0604020202020204" pitchFamily="34" charset="0"/>
                <a:ea typeface="楷体" panose="02010609060101010101" pitchFamily="49" charset="-122"/>
                <a:cs typeface="Arial" panose="020B0604020202020204" pitchFamily="34" charset="0"/>
              </a:rPr>
              <a:t>共聚速率</a:t>
            </a:r>
            <a:endParaRPr lang="en-US" altLang="zh-CN">
              <a:latin typeface="Arial" panose="020B0604020202020204" pitchFamily="34" charset="0"/>
              <a:ea typeface="楷体" panose="02010609060101010101" pitchFamily="49" charset="-122"/>
              <a:cs typeface="Arial" panose="020B0604020202020204" pitchFamily="34" charset="0"/>
            </a:endParaRPr>
          </a:p>
          <a:p>
            <a:pPr marL="0" indent="0" eaLnBrk="1" hangingPunct="1">
              <a:buFont typeface="Arial" panose="020B0604020202020204" pitchFamily="34" charset="0"/>
              <a:buNone/>
            </a:pPr>
            <a:endParaRPr lang="en-US" altLang="zh-CN" b="1">
              <a:solidFill>
                <a:srgbClr val="FF0000"/>
              </a:solidFill>
              <a:latin typeface="Arial" panose="020B0604020202020204" pitchFamily="34" charset="0"/>
              <a:ea typeface="楷体" panose="02010609060101010101" pitchFamily="49" charset="-122"/>
              <a:cs typeface="Arial" panose="020B0604020202020204" pitchFamily="34" charset="0"/>
            </a:endParaRPr>
          </a:p>
          <a:p>
            <a:pPr marL="0" indent="0" eaLnBrk="1" hangingPunct="1">
              <a:buFont typeface="Arial" panose="020B0604020202020204" pitchFamily="34" charset="0"/>
              <a:buNone/>
            </a:pPr>
            <a:endParaRPr lang="zh-CN" altLang="en-US" b="1">
              <a:solidFill>
                <a:srgbClr val="FF0000"/>
              </a:solidFill>
              <a:latin typeface="Arial" panose="020B0604020202020204" pitchFamily="34" charset="0"/>
              <a:ea typeface="楷体" panose="02010609060101010101" pitchFamily="49" charset="-122"/>
              <a:cs typeface="Arial" panose="020B0604020202020204" pitchFamily="34" charset="0"/>
            </a:endParaRPr>
          </a:p>
        </p:txBody>
      </p:sp>
      <p:sp>
        <p:nvSpPr>
          <p:cNvPr id="6" name="灯片编号占位符 5">
            <a:extLst>
              <a:ext uri="{FF2B5EF4-FFF2-40B4-BE49-F238E27FC236}">
                <a16:creationId xmlns:a16="http://schemas.microsoft.com/office/drawing/2014/main" id="{E3B10311-808B-40DB-97AE-23C4576AA944}"/>
              </a:ext>
            </a:extLst>
          </p:cNvPr>
          <p:cNvSpPr>
            <a:spLocks noGrp="1"/>
          </p:cNvSpPr>
          <p:nvPr>
            <p:ph type="sldNum" sz="quarter" idx="12"/>
          </p:nvPr>
        </p:nvSpPr>
        <p:spPr/>
        <p:txBody>
          <a:bodyPr/>
          <a:lstStyle/>
          <a:p>
            <a:pPr>
              <a:defRPr/>
            </a:pPr>
            <a:fld id="{994AAED6-7C1F-4CBC-9C05-563F657F0B93}" type="slidenum">
              <a:rPr lang="zh-CN" altLang="en-US" smtClean="0"/>
              <a:pPr>
                <a:defRPr/>
              </a:pPr>
              <a:t>7</a:t>
            </a:fld>
            <a:endParaRPr lang="en-US" altLang="zh-CN"/>
          </a:p>
        </p:txBody>
      </p:sp>
      <p:sp>
        <p:nvSpPr>
          <p:cNvPr id="3" name="箭头: 下 2">
            <a:extLst>
              <a:ext uri="{FF2B5EF4-FFF2-40B4-BE49-F238E27FC236}">
                <a16:creationId xmlns:a16="http://schemas.microsoft.com/office/drawing/2014/main" id="{A0588F51-99EB-4FE6-B59D-E8DC7B178CD3}"/>
              </a:ext>
            </a:extLst>
          </p:cNvPr>
          <p:cNvSpPr/>
          <p:nvPr/>
        </p:nvSpPr>
        <p:spPr>
          <a:xfrm>
            <a:off x="1366838" y="2276475"/>
            <a:ext cx="1296987" cy="2160588"/>
          </a:xfrm>
          <a:prstGeom prst="downArrow">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extLst>
      <p:ext uri="{BB962C8B-B14F-4D97-AF65-F5344CB8AC3E}">
        <p14:creationId xmlns:p14="http://schemas.microsoft.com/office/powerpoint/2010/main" val="39183785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直接连接符 21">
            <a:extLst>
              <a:ext uri="{FF2B5EF4-FFF2-40B4-BE49-F238E27FC236}">
                <a16:creationId xmlns:a16="http://schemas.microsoft.com/office/drawing/2014/main" id="{48926D08-808D-405E-BFB6-51CCD875CFA2}"/>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102403"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588CCF0A-817C-46AB-83E9-1B0B3D1A289D}"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8</a:t>
            </a:fld>
            <a:endParaRPr lang="en-US" altLang="zh-CN" sz="1200">
              <a:solidFill>
                <a:srgbClr val="FFFFFF"/>
              </a:solidFill>
              <a:latin typeface="Century Schoolbook" panose="02040604050505020304" pitchFamily="18" charset="0"/>
              <a:ea typeface="宋体" panose="02010600030101010101" pitchFamily="2" charset="-122"/>
            </a:endParaRPr>
          </a:p>
        </p:txBody>
      </p:sp>
      <p:sp>
        <p:nvSpPr>
          <p:cNvPr id="102404" name="Text Box 2"/>
          <p:cNvSpPr txBox="1">
            <a:spLocks noChangeArrowheads="1"/>
          </p:cNvSpPr>
          <p:nvPr/>
        </p:nvSpPr>
        <p:spPr bwMode="auto">
          <a:xfrm>
            <a:off x="288925" y="166688"/>
            <a:ext cx="71628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0000"/>
              </a:lnSpc>
              <a:spcBef>
                <a:spcPct val="0"/>
              </a:spcBef>
              <a:buFontTx/>
              <a:buNone/>
            </a:pPr>
            <a:r>
              <a:rPr lang="en-US" altLang="zh-CN" sz="2400" b="1">
                <a:solidFill>
                  <a:srgbClr val="FF0000"/>
                </a:solidFill>
                <a:latin typeface="楷体" panose="02010609060101010101" pitchFamily="49" charset="-122"/>
                <a:ea typeface="楷体" panose="02010609060101010101" pitchFamily="49" charset="-122"/>
              </a:rPr>
              <a:t>§4.4 </a:t>
            </a:r>
            <a:r>
              <a:rPr lang="zh-CN" altLang="en-US" sz="2400" b="1">
                <a:solidFill>
                  <a:srgbClr val="FF0000"/>
                </a:solidFill>
                <a:latin typeface="楷体" panose="02010609060101010101" pitchFamily="49" charset="-122"/>
                <a:ea typeface="楷体" panose="02010609060101010101" pitchFamily="49" charset="-122"/>
              </a:rPr>
              <a:t>共聚物组成分布的控制</a:t>
            </a:r>
            <a:endParaRPr lang="en-US" altLang="zh-CN" sz="2400" b="1">
              <a:solidFill>
                <a:srgbClr val="FF0000"/>
              </a:solidFill>
              <a:latin typeface="楷体" panose="02010609060101010101" pitchFamily="49" charset="-122"/>
              <a:ea typeface="楷体" panose="02010609060101010101" pitchFamily="49" charset="-122"/>
            </a:endParaRPr>
          </a:p>
        </p:txBody>
      </p:sp>
      <p:sp>
        <p:nvSpPr>
          <p:cNvPr id="102405" name="Text Box 3"/>
          <p:cNvSpPr txBox="1">
            <a:spLocks noChangeArrowheads="1"/>
          </p:cNvSpPr>
          <p:nvPr/>
        </p:nvSpPr>
        <p:spPr bwMode="auto">
          <a:xfrm>
            <a:off x="533400" y="803275"/>
            <a:ext cx="52260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50000"/>
              </a:spcBef>
              <a:buFontTx/>
              <a:buNone/>
            </a:pPr>
            <a:r>
              <a:rPr lang="zh-CN" altLang="en-US" sz="2400">
                <a:solidFill>
                  <a:srgbClr val="000000"/>
                </a:solidFill>
                <a:latin typeface="Arial" panose="020B0604020202020204" pitchFamily="34" charset="0"/>
                <a:ea typeface="楷体" panose="02010609060101010101" pitchFamily="49" charset="-122"/>
                <a:cs typeface="Arial" panose="020B0604020202020204" pitchFamily="34" charset="0"/>
              </a:rPr>
              <a:t>1．共聚物组成与转化率的关系</a:t>
            </a:r>
          </a:p>
        </p:txBody>
      </p:sp>
      <p:sp>
        <p:nvSpPr>
          <p:cNvPr id="102406" name="Text Box 5"/>
          <p:cNvSpPr txBox="1">
            <a:spLocks noChangeArrowheads="1"/>
          </p:cNvSpPr>
          <p:nvPr/>
        </p:nvSpPr>
        <p:spPr bwMode="auto">
          <a:xfrm>
            <a:off x="884238" y="3328988"/>
            <a:ext cx="44577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zh-CN" altLang="en-US" sz="2000">
                <a:solidFill>
                  <a:srgbClr val="000000"/>
                </a:solidFill>
                <a:latin typeface="楷体" panose="02010609060101010101" pitchFamily="49" charset="-122"/>
                <a:ea typeface="楷体" panose="02010609060101010101" pitchFamily="49" charset="-122"/>
              </a:rPr>
              <a:t>研究目的：控制共聚物的组成分布</a:t>
            </a:r>
          </a:p>
        </p:txBody>
      </p:sp>
      <p:sp>
        <p:nvSpPr>
          <p:cNvPr id="102407" name="Text Box 6"/>
          <p:cNvSpPr txBox="1">
            <a:spLocks noChangeArrowheads="1"/>
          </p:cNvSpPr>
          <p:nvPr/>
        </p:nvSpPr>
        <p:spPr bwMode="auto">
          <a:xfrm>
            <a:off x="5872163" y="3048000"/>
            <a:ext cx="26670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0000"/>
              </a:lnSpc>
              <a:spcBef>
                <a:spcPct val="0"/>
              </a:spcBef>
              <a:buFontTx/>
              <a:buNone/>
            </a:pPr>
            <a:r>
              <a:rPr lang="zh-CN" altLang="en-US" sz="1800" b="1">
                <a:solidFill>
                  <a:srgbClr val="FF0000"/>
                </a:solidFill>
                <a:latin typeface="楷体" panose="02010609060101010101" pitchFamily="49" charset="-122"/>
                <a:ea typeface="楷体" panose="02010609060101010101" pitchFamily="49" charset="-122"/>
              </a:rPr>
              <a:t>组成较均匀的产物</a:t>
            </a:r>
          </a:p>
          <a:p>
            <a:pPr algn="just">
              <a:lnSpc>
                <a:spcPct val="100000"/>
              </a:lnSpc>
              <a:spcBef>
                <a:spcPct val="0"/>
              </a:spcBef>
              <a:buFontTx/>
              <a:buNone/>
            </a:pPr>
            <a:endParaRPr lang="zh-CN" altLang="en-US" sz="1800" b="1">
              <a:solidFill>
                <a:srgbClr val="FF0000"/>
              </a:solidFill>
              <a:latin typeface="楷体" panose="02010609060101010101" pitchFamily="49" charset="-122"/>
              <a:ea typeface="楷体" panose="02010609060101010101" pitchFamily="49" charset="-122"/>
            </a:endParaRPr>
          </a:p>
          <a:p>
            <a:pPr algn="just">
              <a:lnSpc>
                <a:spcPct val="100000"/>
              </a:lnSpc>
              <a:spcBef>
                <a:spcPct val="0"/>
              </a:spcBef>
              <a:buFontTx/>
              <a:buNone/>
            </a:pPr>
            <a:r>
              <a:rPr lang="zh-CN" altLang="en-US" sz="1800" b="1">
                <a:solidFill>
                  <a:srgbClr val="FF0000"/>
                </a:solidFill>
                <a:latin typeface="楷体" panose="02010609060101010101" pitchFamily="49" charset="-122"/>
                <a:ea typeface="楷体" panose="02010609060101010101" pitchFamily="49" charset="-122"/>
              </a:rPr>
              <a:t>高性能的产品</a:t>
            </a:r>
          </a:p>
        </p:txBody>
      </p:sp>
      <p:sp>
        <p:nvSpPr>
          <p:cNvPr id="81928" name="Line 7">
            <a:extLst>
              <a:ext uri="{FF2B5EF4-FFF2-40B4-BE49-F238E27FC236}">
                <a16:creationId xmlns:a16="http://schemas.microsoft.com/office/drawing/2014/main" id="{FFB58919-9AFA-43D8-8A22-9B822F024D39}"/>
              </a:ext>
            </a:extLst>
          </p:cNvPr>
          <p:cNvSpPr>
            <a:spLocks noChangeShapeType="1"/>
          </p:cNvSpPr>
          <p:nvPr/>
        </p:nvSpPr>
        <p:spPr bwMode="auto">
          <a:xfrm flipV="1">
            <a:off x="4932363" y="3543300"/>
            <a:ext cx="703262" cy="0"/>
          </a:xfrm>
          <a:prstGeom prst="line">
            <a:avLst/>
          </a:prstGeom>
          <a:ln w="76200">
            <a:solidFill>
              <a:srgbClr val="FF0000"/>
            </a:solidFill>
            <a:headEnd/>
            <a:tailEnd type="triangle" w="med" len="med"/>
          </a:ln>
        </p:spPr>
        <p:style>
          <a:lnRef idx="1">
            <a:schemeClr val="dk1"/>
          </a:lnRef>
          <a:fillRef idx="0">
            <a:schemeClr val="dk1"/>
          </a:fillRef>
          <a:effectRef idx="0">
            <a:schemeClr val="dk1"/>
          </a:effectRef>
          <a:fontRef idx="minor">
            <a:schemeClr val="tx1"/>
          </a:fontRef>
        </p:style>
        <p:txBody>
          <a:bodyPr wrap="none" lIns="92075" tIns="46038" rIns="92075" bIns="46038" anchor="ctr"/>
          <a:lstStyle/>
          <a:p>
            <a:pPr algn="just" fontAlgn="auto">
              <a:lnSpc>
                <a:spcPct val="120000"/>
              </a:lnSpc>
              <a:spcBef>
                <a:spcPct val="50000"/>
              </a:spcBef>
              <a:spcAft>
                <a:spcPts val="0"/>
              </a:spcAft>
              <a:defRPr/>
            </a:pPr>
            <a:endParaRPr lang="zh-CN" altLang="en-US"/>
          </a:p>
        </p:txBody>
      </p:sp>
      <p:sp>
        <p:nvSpPr>
          <p:cNvPr id="81929" name="AutoShape 8">
            <a:extLst>
              <a:ext uri="{FF2B5EF4-FFF2-40B4-BE49-F238E27FC236}">
                <a16:creationId xmlns:a16="http://schemas.microsoft.com/office/drawing/2014/main" id="{E90AA05F-3571-4E0E-95EE-49C4AC1D1A52}"/>
              </a:ext>
            </a:extLst>
          </p:cNvPr>
          <p:cNvSpPr>
            <a:spLocks/>
          </p:cNvSpPr>
          <p:nvPr/>
        </p:nvSpPr>
        <p:spPr bwMode="auto">
          <a:xfrm>
            <a:off x="5741988" y="3133725"/>
            <a:ext cx="76200" cy="838200"/>
          </a:xfrm>
          <a:prstGeom prst="leftBrace">
            <a:avLst>
              <a:gd name="adj1" fmla="val 91667"/>
              <a:gd name="adj2" fmla="val 50000"/>
            </a:avLst>
          </a:prstGeom>
          <a:ln>
            <a:headEnd/>
            <a:tailEnd/>
          </a:ln>
        </p:spPr>
        <p:style>
          <a:lnRef idx="1">
            <a:schemeClr val="dk1"/>
          </a:lnRef>
          <a:fillRef idx="0">
            <a:schemeClr val="dk1"/>
          </a:fillRef>
          <a:effectRef idx="0">
            <a:schemeClr val="dk1"/>
          </a:effectRef>
          <a:fontRef idx="minor">
            <a:schemeClr val="tx1"/>
          </a:fontRef>
        </p:style>
        <p:txBody>
          <a:bodyPr wrap="none" lIns="92075" tIns="46038" rIns="92075" bIns="46038" anchor="ctr"/>
          <a:lstStyle/>
          <a:p>
            <a:pPr algn="just" fontAlgn="auto">
              <a:lnSpc>
                <a:spcPct val="120000"/>
              </a:lnSpc>
              <a:spcBef>
                <a:spcPct val="50000"/>
              </a:spcBef>
              <a:spcAft>
                <a:spcPts val="0"/>
              </a:spcAft>
              <a:defRPr/>
            </a:pPr>
            <a:endParaRPr lang="zh-CN" altLang="en-US"/>
          </a:p>
        </p:txBody>
      </p:sp>
      <p:sp>
        <p:nvSpPr>
          <p:cNvPr id="102410" name="Rectangle 12"/>
          <p:cNvSpPr>
            <a:spLocks noChangeArrowheads="1"/>
          </p:cNvSpPr>
          <p:nvPr/>
        </p:nvSpPr>
        <p:spPr bwMode="auto">
          <a:xfrm>
            <a:off x="914400" y="1571625"/>
            <a:ext cx="9906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1600" tIns="10800" rIns="21600" bIns="10800"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0000"/>
              </a:lnSpc>
              <a:spcBef>
                <a:spcPct val="50000"/>
              </a:spcBef>
              <a:buFontTx/>
              <a:buNone/>
            </a:pPr>
            <a:endParaRPr lang="zh-CN" altLang="en-US" sz="1800">
              <a:latin typeface="Century Schoolbook" panose="02040604050505020304" pitchFamily="18" charset="0"/>
              <a:ea typeface="宋体" panose="02010600030101010101" pitchFamily="2" charset="-122"/>
            </a:endParaRPr>
          </a:p>
        </p:txBody>
      </p:sp>
      <p:sp>
        <p:nvSpPr>
          <p:cNvPr id="102411" name="AutoShape 16"/>
          <p:cNvSpPr>
            <a:spLocks noChangeArrowheads="1"/>
          </p:cNvSpPr>
          <p:nvPr/>
        </p:nvSpPr>
        <p:spPr bwMode="auto">
          <a:xfrm>
            <a:off x="1371600" y="1571625"/>
            <a:ext cx="1219200" cy="990600"/>
          </a:xfrm>
          <a:prstGeom prst="flowChartAlternateProcess">
            <a:avLst/>
          </a:prstGeom>
          <a:noFill/>
          <a:ln w="9525">
            <a:solidFill>
              <a:srgbClr val="0033CC"/>
            </a:solidFill>
            <a:miter lim="800000"/>
            <a:headEnd/>
            <a:tailEnd/>
          </a:ln>
          <a:extLst>
            <a:ext uri="{909E8E84-426E-40DD-AFC4-6F175D3DCCD1}">
              <a14:hiddenFill xmlns:a14="http://schemas.microsoft.com/office/drawing/2010/main">
                <a:solidFill>
                  <a:srgbClr val="FFFFFF"/>
                </a:solidFill>
              </a14:hiddenFill>
            </a:ext>
          </a:extLst>
        </p:spPr>
        <p:txBody>
          <a:bodyPr lIns="21600" tIns="10800" rIns="21600" bIns="10800"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0000"/>
              </a:lnSpc>
              <a:spcBef>
                <a:spcPct val="50000"/>
              </a:spcBef>
              <a:buFontTx/>
              <a:buNone/>
            </a:pPr>
            <a:endParaRPr lang="zh-CN" altLang="en-US" sz="1800">
              <a:latin typeface="Century Schoolbook" panose="02040604050505020304" pitchFamily="18" charset="0"/>
              <a:ea typeface="宋体" panose="02010600030101010101" pitchFamily="2" charset="-122"/>
            </a:endParaRPr>
          </a:p>
        </p:txBody>
      </p:sp>
      <p:sp>
        <p:nvSpPr>
          <p:cNvPr id="102412" name="Text Box 17"/>
          <p:cNvSpPr txBox="1">
            <a:spLocks noChangeArrowheads="1"/>
          </p:cNvSpPr>
          <p:nvPr/>
        </p:nvSpPr>
        <p:spPr bwMode="auto">
          <a:xfrm>
            <a:off x="1600200" y="1717675"/>
            <a:ext cx="706438"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1600" tIns="10800" rIns="21600" bIns="1080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10000"/>
              </a:lnSpc>
              <a:spcBef>
                <a:spcPct val="0"/>
              </a:spcBef>
              <a:buFontTx/>
              <a:buNone/>
            </a:pPr>
            <a:r>
              <a:rPr lang="zh-CN" altLang="en-US" sz="2000">
                <a:latin typeface="Arial" panose="020B0604020202020204" pitchFamily="34" charset="0"/>
                <a:ea typeface="宋体" panose="02010600030101010101" pitchFamily="2" charset="-122"/>
                <a:cs typeface="Arial" panose="020B0604020202020204" pitchFamily="34" charset="0"/>
              </a:rPr>
              <a:t>10 </a:t>
            </a:r>
            <a:r>
              <a:rPr lang="en-US" altLang="zh-CN" sz="2000">
                <a:latin typeface="Arial" panose="020B0604020202020204" pitchFamily="34" charset="0"/>
                <a:ea typeface="宋体" panose="02010600030101010101" pitchFamily="2" charset="-122"/>
                <a:cs typeface="Arial" panose="020B0604020202020204" pitchFamily="34" charset="0"/>
              </a:rPr>
              <a:t>M</a:t>
            </a:r>
            <a:r>
              <a:rPr lang="en-US" altLang="zh-CN" sz="2000" baseline="-25000">
                <a:latin typeface="Arial" panose="020B0604020202020204" pitchFamily="34" charset="0"/>
                <a:ea typeface="宋体" panose="02010600030101010101" pitchFamily="2" charset="-122"/>
                <a:cs typeface="Arial" panose="020B0604020202020204" pitchFamily="34" charset="0"/>
              </a:rPr>
              <a:t>1</a:t>
            </a:r>
          </a:p>
          <a:p>
            <a:pPr algn="just" eaLnBrk="1" hangingPunct="1">
              <a:lnSpc>
                <a:spcPct val="110000"/>
              </a:lnSpc>
              <a:spcBef>
                <a:spcPct val="0"/>
              </a:spcBef>
              <a:buFontTx/>
              <a:buNone/>
            </a:pPr>
            <a:r>
              <a:rPr lang="en-US" altLang="zh-CN" sz="2000">
                <a:latin typeface="Arial" panose="020B0604020202020204" pitchFamily="34" charset="0"/>
                <a:ea typeface="宋体" panose="02010600030101010101" pitchFamily="2" charset="-122"/>
                <a:cs typeface="Arial" panose="020B0604020202020204" pitchFamily="34" charset="0"/>
              </a:rPr>
              <a:t>10 M</a:t>
            </a:r>
            <a:r>
              <a:rPr lang="en-US" altLang="zh-CN" sz="2000" baseline="-25000">
                <a:latin typeface="Arial" panose="020B0604020202020204" pitchFamily="34" charset="0"/>
                <a:ea typeface="宋体" panose="02010600030101010101" pitchFamily="2" charset="-122"/>
                <a:cs typeface="Arial" panose="020B0604020202020204" pitchFamily="34" charset="0"/>
              </a:rPr>
              <a:t>2</a:t>
            </a:r>
          </a:p>
        </p:txBody>
      </p:sp>
      <p:sp>
        <p:nvSpPr>
          <p:cNvPr id="102413" name="AutoShape 18"/>
          <p:cNvSpPr>
            <a:spLocks noChangeArrowheads="1"/>
          </p:cNvSpPr>
          <p:nvPr/>
        </p:nvSpPr>
        <p:spPr bwMode="auto">
          <a:xfrm>
            <a:off x="4267200" y="1571625"/>
            <a:ext cx="1219200" cy="990600"/>
          </a:xfrm>
          <a:prstGeom prst="flowChartAlternateProcess">
            <a:avLst/>
          </a:prstGeom>
          <a:noFill/>
          <a:ln w="9525">
            <a:solidFill>
              <a:srgbClr val="0033CC"/>
            </a:solidFill>
            <a:miter lim="800000"/>
            <a:headEnd/>
            <a:tailEnd/>
          </a:ln>
          <a:extLst>
            <a:ext uri="{909E8E84-426E-40DD-AFC4-6F175D3DCCD1}">
              <a14:hiddenFill xmlns:a14="http://schemas.microsoft.com/office/drawing/2010/main">
                <a:solidFill>
                  <a:srgbClr val="FFFFFF"/>
                </a:solidFill>
              </a14:hiddenFill>
            </a:ext>
          </a:extLst>
        </p:spPr>
        <p:txBody>
          <a:bodyPr lIns="21600" tIns="10800" rIns="21600" bIns="10800"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0000"/>
              </a:lnSpc>
              <a:spcBef>
                <a:spcPct val="50000"/>
              </a:spcBef>
              <a:buFontTx/>
              <a:buNone/>
            </a:pPr>
            <a:endParaRPr lang="zh-CN" altLang="en-US" sz="1800">
              <a:latin typeface="Century Schoolbook" panose="02040604050505020304" pitchFamily="18" charset="0"/>
              <a:ea typeface="宋体" panose="02010600030101010101" pitchFamily="2" charset="-122"/>
            </a:endParaRPr>
          </a:p>
        </p:txBody>
      </p:sp>
      <p:sp>
        <p:nvSpPr>
          <p:cNvPr id="102414" name="Text Box 20"/>
          <p:cNvSpPr txBox="1">
            <a:spLocks noChangeArrowheads="1"/>
          </p:cNvSpPr>
          <p:nvPr/>
        </p:nvSpPr>
        <p:spPr bwMode="auto">
          <a:xfrm>
            <a:off x="4576763" y="1727200"/>
            <a:ext cx="565150"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1600" tIns="10800" rIns="21600" bIns="1080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10000"/>
              </a:lnSpc>
              <a:spcBef>
                <a:spcPct val="0"/>
              </a:spcBef>
              <a:buFontTx/>
              <a:buNone/>
            </a:pPr>
            <a:r>
              <a:rPr lang="zh-CN" altLang="en-US" sz="2000">
                <a:latin typeface="Arial" panose="020B0604020202020204" pitchFamily="34" charset="0"/>
                <a:ea typeface="宋体" panose="02010600030101010101" pitchFamily="2" charset="-122"/>
                <a:cs typeface="Arial" panose="020B0604020202020204" pitchFamily="34" charset="0"/>
              </a:rPr>
              <a:t>6 </a:t>
            </a:r>
            <a:r>
              <a:rPr lang="en-US" altLang="zh-CN" sz="2000">
                <a:latin typeface="Arial" panose="020B0604020202020204" pitchFamily="34" charset="0"/>
                <a:ea typeface="宋体" panose="02010600030101010101" pitchFamily="2" charset="-122"/>
                <a:cs typeface="Arial" panose="020B0604020202020204" pitchFamily="34" charset="0"/>
              </a:rPr>
              <a:t>M</a:t>
            </a:r>
            <a:r>
              <a:rPr lang="en-US" altLang="zh-CN" sz="2000" baseline="-25000">
                <a:latin typeface="Arial" panose="020B0604020202020204" pitchFamily="34" charset="0"/>
                <a:ea typeface="宋体" panose="02010600030101010101" pitchFamily="2" charset="-122"/>
                <a:cs typeface="Arial" panose="020B0604020202020204" pitchFamily="34" charset="0"/>
              </a:rPr>
              <a:t>1</a:t>
            </a:r>
          </a:p>
          <a:p>
            <a:pPr algn="just" eaLnBrk="1" hangingPunct="1">
              <a:lnSpc>
                <a:spcPct val="110000"/>
              </a:lnSpc>
              <a:spcBef>
                <a:spcPct val="0"/>
              </a:spcBef>
              <a:buFontTx/>
              <a:buNone/>
            </a:pPr>
            <a:r>
              <a:rPr lang="en-US" altLang="zh-CN" sz="2000">
                <a:latin typeface="Arial" panose="020B0604020202020204" pitchFamily="34" charset="0"/>
                <a:ea typeface="宋体" panose="02010600030101010101" pitchFamily="2" charset="-122"/>
                <a:cs typeface="Arial" panose="020B0604020202020204" pitchFamily="34" charset="0"/>
              </a:rPr>
              <a:t>8 M</a:t>
            </a:r>
            <a:r>
              <a:rPr lang="en-US" altLang="zh-CN" sz="2000" baseline="-25000">
                <a:latin typeface="Arial" panose="020B0604020202020204" pitchFamily="34" charset="0"/>
                <a:ea typeface="宋体" panose="02010600030101010101" pitchFamily="2" charset="-122"/>
                <a:cs typeface="Arial" panose="020B0604020202020204" pitchFamily="34" charset="0"/>
              </a:rPr>
              <a:t>2</a:t>
            </a:r>
          </a:p>
        </p:txBody>
      </p:sp>
      <p:sp>
        <p:nvSpPr>
          <p:cNvPr id="102415" name="Line 21"/>
          <p:cNvSpPr>
            <a:spLocks noChangeShapeType="1"/>
          </p:cNvSpPr>
          <p:nvPr/>
        </p:nvSpPr>
        <p:spPr bwMode="auto">
          <a:xfrm>
            <a:off x="2667000" y="2105025"/>
            <a:ext cx="1447800" cy="0"/>
          </a:xfrm>
          <a:prstGeom prst="line">
            <a:avLst/>
          </a:prstGeom>
          <a:noFill/>
          <a:ln w="44450">
            <a:solidFill>
              <a:srgbClr val="0033CC"/>
            </a:solidFill>
            <a:round/>
            <a:headEnd/>
            <a:tailEnd type="triangle" w="med" len="med"/>
          </a:ln>
          <a:extLst>
            <a:ext uri="{909E8E84-426E-40DD-AFC4-6F175D3DCCD1}">
              <a14:hiddenFill xmlns:a14="http://schemas.microsoft.com/office/drawing/2010/main">
                <a:noFill/>
              </a14:hiddenFill>
            </a:ext>
          </a:extLst>
        </p:spPr>
        <p:txBody>
          <a:bodyPr lIns="21600" tIns="10800" rIns="21600" bIns="10800">
            <a:spAutoFit/>
          </a:bodyPr>
          <a:lstStyle/>
          <a:p>
            <a:endParaRPr lang="zh-CN" altLang="en-US"/>
          </a:p>
        </p:txBody>
      </p:sp>
      <p:sp>
        <p:nvSpPr>
          <p:cNvPr id="102416" name="Line 22"/>
          <p:cNvSpPr>
            <a:spLocks noChangeShapeType="1"/>
          </p:cNvSpPr>
          <p:nvPr/>
        </p:nvSpPr>
        <p:spPr bwMode="auto">
          <a:xfrm>
            <a:off x="5562600" y="2105025"/>
            <a:ext cx="1447800" cy="0"/>
          </a:xfrm>
          <a:prstGeom prst="line">
            <a:avLst/>
          </a:prstGeom>
          <a:noFill/>
          <a:ln w="44450">
            <a:solidFill>
              <a:srgbClr val="0033CC"/>
            </a:solidFill>
            <a:round/>
            <a:headEnd/>
            <a:tailEnd type="triangle" w="med" len="med"/>
          </a:ln>
          <a:extLst>
            <a:ext uri="{909E8E84-426E-40DD-AFC4-6F175D3DCCD1}">
              <a14:hiddenFill xmlns:a14="http://schemas.microsoft.com/office/drawing/2010/main">
                <a:noFill/>
              </a14:hiddenFill>
            </a:ext>
          </a:extLst>
        </p:spPr>
        <p:txBody>
          <a:bodyPr lIns="21600" tIns="10800" rIns="21600" bIns="10800">
            <a:spAutoFit/>
          </a:bodyPr>
          <a:lstStyle/>
          <a:p>
            <a:endParaRPr lang="zh-CN" altLang="en-US"/>
          </a:p>
        </p:txBody>
      </p:sp>
      <p:sp>
        <p:nvSpPr>
          <p:cNvPr id="102417" name="Text Box 23"/>
          <p:cNvSpPr txBox="1">
            <a:spLocks noChangeArrowheads="1"/>
          </p:cNvSpPr>
          <p:nvPr/>
        </p:nvSpPr>
        <p:spPr bwMode="auto">
          <a:xfrm>
            <a:off x="2746375" y="1647825"/>
            <a:ext cx="1123950"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1600" tIns="10800" rIns="21600" bIns="1080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0000"/>
              </a:lnSpc>
              <a:spcBef>
                <a:spcPct val="50000"/>
              </a:spcBef>
              <a:buFontTx/>
              <a:buNone/>
            </a:pPr>
            <a:r>
              <a:rPr lang="zh-CN" altLang="en-US" sz="1800">
                <a:latin typeface="Arial" panose="020B0604020202020204" pitchFamily="34" charset="0"/>
                <a:ea typeface="宋体" panose="02010600030101010101" pitchFamily="2" charset="-122"/>
                <a:cs typeface="Arial" panose="020B0604020202020204" pitchFamily="34" charset="0"/>
              </a:rPr>
              <a:t>- 4</a:t>
            </a:r>
            <a:r>
              <a:rPr lang="en-US" altLang="zh-CN" sz="1800">
                <a:latin typeface="Arial" panose="020B0604020202020204" pitchFamily="34" charset="0"/>
                <a:ea typeface="宋体" panose="02010600030101010101" pitchFamily="2" charset="-122"/>
                <a:cs typeface="Arial" panose="020B0604020202020204" pitchFamily="34" charset="0"/>
              </a:rPr>
              <a:t>M</a:t>
            </a:r>
            <a:r>
              <a:rPr lang="en-US" altLang="zh-CN" sz="1800" baseline="-25000">
                <a:latin typeface="Arial" panose="020B0604020202020204" pitchFamily="34" charset="0"/>
                <a:ea typeface="宋体" panose="02010600030101010101" pitchFamily="2" charset="-122"/>
                <a:cs typeface="Arial" panose="020B0604020202020204" pitchFamily="34" charset="0"/>
              </a:rPr>
              <a:t>1</a:t>
            </a:r>
            <a:r>
              <a:rPr lang="en-US" altLang="zh-CN" sz="1800">
                <a:latin typeface="Arial" panose="020B0604020202020204" pitchFamily="34" charset="0"/>
                <a:ea typeface="宋体" panose="02010600030101010101" pitchFamily="2" charset="-122"/>
                <a:cs typeface="Arial" panose="020B0604020202020204" pitchFamily="34" charset="0"/>
              </a:rPr>
              <a:t>, 2M</a:t>
            </a:r>
            <a:r>
              <a:rPr lang="en-US" altLang="zh-CN" sz="1800" baseline="-25000">
                <a:latin typeface="Arial" panose="020B0604020202020204" pitchFamily="34" charset="0"/>
                <a:ea typeface="宋体" panose="02010600030101010101" pitchFamily="2" charset="-122"/>
                <a:cs typeface="Arial" panose="020B0604020202020204" pitchFamily="34" charset="0"/>
              </a:rPr>
              <a:t>2</a:t>
            </a:r>
          </a:p>
        </p:txBody>
      </p:sp>
      <p:sp>
        <p:nvSpPr>
          <p:cNvPr id="102418" name="Text Box 24"/>
          <p:cNvSpPr txBox="1">
            <a:spLocks noChangeArrowheads="1"/>
          </p:cNvSpPr>
          <p:nvPr/>
        </p:nvSpPr>
        <p:spPr bwMode="auto">
          <a:xfrm>
            <a:off x="2798763" y="2138363"/>
            <a:ext cx="1227137" cy="35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1600" tIns="10800" rIns="21600" bIns="1080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0000"/>
              </a:lnSpc>
              <a:spcBef>
                <a:spcPct val="50000"/>
              </a:spcBef>
              <a:buFontTx/>
              <a:buNone/>
            </a:pPr>
            <a:r>
              <a:rPr lang="en-US" altLang="zh-CN" sz="2000" b="1">
                <a:solidFill>
                  <a:srgbClr val="FF0000"/>
                </a:solidFill>
                <a:latin typeface="Arial" panose="020B0604020202020204" pitchFamily="34" charset="0"/>
                <a:ea typeface="宋体" panose="02010600030101010101" pitchFamily="2" charset="-122"/>
                <a:cs typeface="Arial" panose="020B0604020202020204" pitchFamily="34" charset="0"/>
              </a:rPr>
              <a:t>F</a:t>
            </a:r>
            <a:r>
              <a:rPr lang="en-US" altLang="zh-CN" sz="2000" b="1" baseline="-25000">
                <a:solidFill>
                  <a:srgbClr val="FF0000"/>
                </a:solidFill>
                <a:latin typeface="Arial" panose="020B0604020202020204" pitchFamily="34" charset="0"/>
                <a:ea typeface="宋体" panose="02010600030101010101" pitchFamily="2" charset="-122"/>
                <a:cs typeface="Arial" panose="020B0604020202020204" pitchFamily="34" charset="0"/>
              </a:rPr>
              <a:t>1</a:t>
            </a:r>
            <a:r>
              <a:rPr lang="en-US" altLang="zh-CN" sz="2000" b="1">
                <a:solidFill>
                  <a:srgbClr val="FF0000"/>
                </a:solidFill>
                <a:latin typeface="Arial" panose="020B0604020202020204" pitchFamily="34" charset="0"/>
                <a:ea typeface="宋体" panose="02010600030101010101" pitchFamily="2" charset="-122"/>
                <a:cs typeface="Arial" panose="020B0604020202020204" pitchFamily="34" charset="0"/>
              </a:rPr>
              <a:t> = 0.667</a:t>
            </a:r>
          </a:p>
        </p:txBody>
      </p:sp>
      <p:sp>
        <p:nvSpPr>
          <p:cNvPr id="102419" name="Text Box 25"/>
          <p:cNvSpPr txBox="1">
            <a:spLocks noChangeArrowheads="1"/>
          </p:cNvSpPr>
          <p:nvPr/>
        </p:nvSpPr>
        <p:spPr bwMode="auto">
          <a:xfrm>
            <a:off x="7131050" y="1924050"/>
            <a:ext cx="1225550"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1600" tIns="10800" rIns="21600" bIns="1080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0000"/>
              </a:lnSpc>
              <a:spcBef>
                <a:spcPct val="50000"/>
              </a:spcBef>
              <a:buFontTx/>
              <a:buNone/>
            </a:pPr>
            <a:r>
              <a:rPr lang="en-US" altLang="zh-CN" sz="2000">
                <a:solidFill>
                  <a:srgbClr val="FF0000"/>
                </a:solidFill>
                <a:latin typeface="Arial" panose="020B0604020202020204" pitchFamily="34" charset="0"/>
                <a:ea typeface="宋体" panose="02010600030101010101" pitchFamily="2" charset="-122"/>
                <a:cs typeface="Arial" panose="020B0604020202020204" pitchFamily="34" charset="0"/>
              </a:rPr>
              <a:t>F</a:t>
            </a:r>
            <a:r>
              <a:rPr lang="en-US" altLang="zh-CN" sz="2000" baseline="-25000">
                <a:solidFill>
                  <a:srgbClr val="FF0000"/>
                </a:solidFill>
                <a:latin typeface="Arial" panose="020B0604020202020204" pitchFamily="34" charset="0"/>
                <a:ea typeface="宋体" panose="02010600030101010101" pitchFamily="2" charset="-122"/>
                <a:cs typeface="Arial" panose="020B0604020202020204" pitchFamily="34" charset="0"/>
              </a:rPr>
              <a:t>1</a:t>
            </a:r>
            <a:r>
              <a:rPr lang="en-US" altLang="zh-CN" sz="2000">
                <a:solidFill>
                  <a:srgbClr val="FF0000"/>
                </a:solidFill>
                <a:latin typeface="Arial" panose="020B0604020202020204" pitchFamily="34" charset="0"/>
                <a:ea typeface="宋体" panose="02010600030101010101" pitchFamily="2" charset="-122"/>
                <a:cs typeface="Arial" panose="020B0604020202020204" pitchFamily="34" charset="0"/>
              </a:rPr>
              <a:t> &lt; 0.667</a:t>
            </a:r>
          </a:p>
        </p:txBody>
      </p:sp>
      <p:sp>
        <p:nvSpPr>
          <p:cNvPr id="102420" name="Text Box 26"/>
          <p:cNvSpPr txBox="1">
            <a:spLocks noChangeArrowheads="1"/>
          </p:cNvSpPr>
          <p:nvPr/>
        </p:nvSpPr>
        <p:spPr bwMode="auto">
          <a:xfrm>
            <a:off x="1600200" y="2614613"/>
            <a:ext cx="788988"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1600" tIns="10800" rIns="21600" bIns="1080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0000"/>
              </a:lnSpc>
              <a:spcBef>
                <a:spcPct val="50000"/>
              </a:spcBef>
              <a:buFontTx/>
              <a:buNone/>
            </a:pPr>
            <a:r>
              <a:rPr lang="en-US" altLang="zh-CN" sz="1800" b="1">
                <a:solidFill>
                  <a:srgbClr val="FF0000"/>
                </a:solidFill>
                <a:latin typeface="Arial" panose="020B0604020202020204" pitchFamily="34" charset="0"/>
                <a:ea typeface="宋体" panose="02010600030101010101" pitchFamily="2" charset="-122"/>
                <a:cs typeface="Arial" panose="020B0604020202020204" pitchFamily="34" charset="0"/>
              </a:rPr>
              <a:t>f</a:t>
            </a:r>
            <a:r>
              <a:rPr lang="en-US" altLang="zh-CN" sz="1800" b="1" baseline="-25000">
                <a:solidFill>
                  <a:srgbClr val="FF0000"/>
                </a:solidFill>
                <a:latin typeface="Arial" panose="020B0604020202020204" pitchFamily="34" charset="0"/>
                <a:ea typeface="宋体" panose="02010600030101010101" pitchFamily="2" charset="-122"/>
                <a:cs typeface="Arial" panose="020B0604020202020204" pitchFamily="34" charset="0"/>
              </a:rPr>
              <a:t>1</a:t>
            </a:r>
            <a:r>
              <a:rPr lang="en-US" altLang="zh-CN" sz="1800" b="1">
                <a:solidFill>
                  <a:srgbClr val="FF0000"/>
                </a:solidFill>
                <a:latin typeface="Arial" panose="020B0604020202020204" pitchFamily="34" charset="0"/>
                <a:ea typeface="宋体" panose="02010600030101010101" pitchFamily="2" charset="-122"/>
                <a:cs typeface="Arial" panose="020B0604020202020204" pitchFamily="34" charset="0"/>
              </a:rPr>
              <a:t> = 0.5</a:t>
            </a:r>
          </a:p>
        </p:txBody>
      </p:sp>
      <p:sp>
        <p:nvSpPr>
          <p:cNvPr id="102421" name="Text Box 27"/>
          <p:cNvSpPr txBox="1">
            <a:spLocks noChangeArrowheads="1"/>
          </p:cNvSpPr>
          <p:nvPr/>
        </p:nvSpPr>
        <p:spPr bwMode="auto">
          <a:xfrm>
            <a:off x="4438650" y="2593975"/>
            <a:ext cx="91757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1600" tIns="10800" rIns="21600" bIns="1080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0000"/>
              </a:lnSpc>
              <a:spcBef>
                <a:spcPct val="50000"/>
              </a:spcBef>
              <a:buFontTx/>
              <a:buNone/>
            </a:pPr>
            <a:r>
              <a:rPr lang="en-US" altLang="zh-CN" sz="1800" b="1">
                <a:solidFill>
                  <a:srgbClr val="FF0000"/>
                </a:solidFill>
                <a:latin typeface="Arial" panose="020B0604020202020204" pitchFamily="34" charset="0"/>
                <a:ea typeface="宋体" panose="02010600030101010101" pitchFamily="2" charset="-122"/>
                <a:cs typeface="Arial" panose="020B0604020202020204" pitchFamily="34" charset="0"/>
              </a:rPr>
              <a:t>f</a:t>
            </a:r>
            <a:r>
              <a:rPr lang="en-US" altLang="zh-CN" sz="1800" b="1" baseline="-25000">
                <a:solidFill>
                  <a:srgbClr val="FF0000"/>
                </a:solidFill>
                <a:latin typeface="Arial" panose="020B0604020202020204" pitchFamily="34" charset="0"/>
                <a:ea typeface="宋体" panose="02010600030101010101" pitchFamily="2" charset="-122"/>
                <a:cs typeface="Arial" panose="020B0604020202020204" pitchFamily="34" charset="0"/>
              </a:rPr>
              <a:t>1</a:t>
            </a:r>
            <a:r>
              <a:rPr lang="en-US" altLang="zh-CN" sz="1800" b="1">
                <a:solidFill>
                  <a:srgbClr val="FF0000"/>
                </a:solidFill>
                <a:latin typeface="Arial" panose="020B0604020202020204" pitchFamily="34" charset="0"/>
                <a:ea typeface="宋体" panose="02010600030101010101" pitchFamily="2" charset="-122"/>
                <a:cs typeface="Arial" panose="020B0604020202020204" pitchFamily="34" charset="0"/>
              </a:rPr>
              <a:t> = 0.43</a:t>
            </a:r>
          </a:p>
        </p:txBody>
      </p:sp>
      <p:sp>
        <p:nvSpPr>
          <p:cNvPr id="81942" name="Text Box 28">
            <a:extLst>
              <a:ext uri="{FF2B5EF4-FFF2-40B4-BE49-F238E27FC236}">
                <a16:creationId xmlns:a16="http://schemas.microsoft.com/office/drawing/2014/main" id="{18B5ADBB-A31C-46E6-867E-E61CCFEBD986}"/>
              </a:ext>
            </a:extLst>
          </p:cNvPr>
          <p:cNvSpPr txBox="1">
            <a:spLocks noChangeArrowheads="1"/>
          </p:cNvSpPr>
          <p:nvPr/>
        </p:nvSpPr>
        <p:spPr bwMode="auto">
          <a:xfrm>
            <a:off x="788988" y="4157663"/>
            <a:ext cx="7772400" cy="217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30000"/>
              </a:lnSpc>
              <a:spcBef>
                <a:spcPts val="1200"/>
              </a:spcBef>
              <a:buFontTx/>
              <a:buNone/>
              <a:defRPr/>
            </a:pPr>
            <a:r>
              <a:rPr lang="zh-CN" altLang="en-US" sz="2000" dirty="0">
                <a:solidFill>
                  <a:srgbClr val="FF0000"/>
                </a:solidFill>
                <a:latin typeface="楷体" panose="02010609060101010101" pitchFamily="49" charset="-122"/>
                <a:ea typeface="楷体" panose="02010609060101010101" pitchFamily="49" charset="-122"/>
              </a:rPr>
              <a:t>共聚物组成的</a:t>
            </a:r>
            <a:r>
              <a:rPr lang="zh-CN" altLang="en-US" sz="2000" b="1" dirty="0">
                <a:solidFill>
                  <a:srgbClr val="90109E"/>
                </a:solidFill>
                <a:latin typeface="楷体" panose="02010609060101010101" pitchFamily="49" charset="-122"/>
                <a:ea typeface="楷体" panose="02010609060101010101" pitchFamily="49" charset="-122"/>
              </a:rPr>
              <a:t>多分散性</a:t>
            </a:r>
            <a:r>
              <a:rPr lang="zh-CN" altLang="en-US" sz="2000" dirty="0">
                <a:solidFill>
                  <a:srgbClr val="FF0000"/>
                </a:solidFill>
                <a:latin typeface="楷体" panose="02010609060101010101" pitchFamily="49" charset="-122"/>
                <a:ea typeface="楷体" panose="02010609060101010101" pitchFamily="49" charset="-122"/>
              </a:rPr>
              <a:t> </a:t>
            </a:r>
            <a:r>
              <a:rPr lang="zh-CN" altLang="en-US" sz="2000" dirty="0">
                <a:solidFill>
                  <a:srgbClr val="FF0000"/>
                </a:solidFill>
                <a:latin typeface="楷体" panose="02010609060101010101" pitchFamily="49" charset="-122"/>
                <a:ea typeface="楷体" panose="02010609060101010101" pitchFamily="49" charset="-122"/>
                <a:sym typeface="Symbol" panose="05050102010706020507" pitchFamily="18" charset="2"/>
              </a:rPr>
              <a:t></a:t>
            </a:r>
            <a:r>
              <a:rPr lang="zh-CN" altLang="en-US" sz="2000" dirty="0">
                <a:solidFill>
                  <a:srgbClr val="FF0000"/>
                </a:solidFill>
                <a:latin typeface="楷体" panose="02010609060101010101" pitchFamily="49" charset="-122"/>
                <a:ea typeface="楷体" panose="02010609060101010101" pitchFamily="49" charset="-122"/>
              </a:rPr>
              <a:t> 不同共聚物链的组成有差别</a:t>
            </a:r>
            <a:endParaRPr lang="en-US" altLang="zh-CN" sz="2000" dirty="0">
              <a:solidFill>
                <a:srgbClr val="FF0000"/>
              </a:solidFill>
              <a:latin typeface="楷体" panose="02010609060101010101" pitchFamily="49" charset="-122"/>
              <a:ea typeface="楷体" panose="02010609060101010101" pitchFamily="49" charset="-122"/>
            </a:endParaRPr>
          </a:p>
          <a:p>
            <a:pPr algn="just">
              <a:lnSpc>
                <a:spcPct val="130000"/>
              </a:lnSpc>
              <a:spcBef>
                <a:spcPts val="600"/>
              </a:spcBef>
              <a:buFontTx/>
              <a:buNone/>
              <a:defRPr/>
            </a:pPr>
            <a:r>
              <a:rPr lang="zh-CN" altLang="en-US" sz="2000" dirty="0">
                <a:latin typeface="楷体" panose="02010609060101010101" pitchFamily="49" charset="-122"/>
                <a:ea typeface="楷体" panose="02010609060101010101" pitchFamily="49" charset="-122"/>
              </a:rPr>
              <a:t>组成分布变宽的主要原因：</a:t>
            </a:r>
            <a:endParaRPr lang="en-US" altLang="zh-CN" sz="2000" dirty="0">
              <a:latin typeface="楷体" panose="02010609060101010101" pitchFamily="49" charset="-122"/>
              <a:ea typeface="楷体" panose="02010609060101010101" pitchFamily="49" charset="-122"/>
            </a:endParaRPr>
          </a:p>
          <a:p>
            <a:pPr marL="342900" indent="-342900" algn="just">
              <a:lnSpc>
                <a:spcPct val="130000"/>
              </a:lnSpc>
              <a:spcBef>
                <a:spcPct val="0"/>
              </a:spcBef>
              <a:buFont typeface="Wingdings" panose="05000000000000000000" pitchFamily="2" charset="2"/>
              <a:buChar char="u"/>
              <a:defRPr/>
            </a:pPr>
            <a:r>
              <a:rPr lang="zh-CN" altLang="en-US" sz="2000" dirty="0">
                <a:latin typeface="楷体" panose="02010609060101010101" pitchFamily="49" charset="-122"/>
                <a:ea typeface="楷体" panose="02010609060101010101" pitchFamily="49" charset="-122"/>
              </a:rPr>
              <a:t>概率因素</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仅造成轻微的组成分布增宽</a:t>
            </a:r>
            <a:r>
              <a:rPr lang="en-US" altLang="zh-CN" sz="2000" dirty="0">
                <a:latin typeface="楷体" panose="02010609060101010101" pitchFamily="49" charset="-122"/>
                <a:ea typeface="楷体" panose="02010609060101010101" pitchFamily="49" charset="-122"/>
              </a:rPr>
              <a:t>)</a:t>
            </a:r>
          </a:p>
          <a:p>
            <a:pPr marL="342900" indent="-342900" algn="just">
              <a:lnSpc>
                <a:spcPct val="130000"/>
              </a:lnSpc>
              <a:spcBef>
                <a:spcPct val="0"/>
              </a:spcBef>
              <a:buFont typeface="Wingdings" panose="05000000000000000000" pitchFamily="2" charset="2"/>
              <a:buChar char="u"/>
              <a:defRPr/>
            </a:pPr>
            <a:r>
              <a:rPr lang="zh-CN" altLang="en-US" sz="2000" dirty="0">
                <a:latin typeface="楷体" panose="02010609060101010101" pitchFamily="49" charset="-122"/>
                <a:ea typeface="楷体" panose="02010609060101010101" pitchFamily="49" charset="-122"/>
              </a:rPr>
              <a:t>共聚物组成随转化率提高而变</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仅投料一次的间歇式聚合体系</a:t>
            </a:r>
            <a:r>
              <a:rPr lang="en-US" altLang="zh-CN" sz="2000" dirty="0">
                <a:latin typeface="楷体" panose="02010609060101010101" pitchFamily="49" charset="-122"/>
                <a:ea typeface="楷体" panose="02010609060101010101" pitchFamily="49" charset="-122"/>
              </a:rPr>
              <a:t>)</a:t>
            </a:r>
          </a:p>
          <a:p>
            <a:pPr marL="342900" indent="-342900" algn="just">
              <a:lnSpc>
                <a:spcPct val="130000"/>
              </a:lnSpc>
              <a:spcBef>
                <a:spcPct val="0"/>
              </a:spcBef>
              <a:buFont typeface="Wingdings" panose="05000000000000000000" pitchFamily="2" charset="2"/>
              <a:buChar char="u"/>
              <a:defRPr/>
            </a:pPr>
            <a:r>
              <a:rPr lang="zh-CN" altLang="en-US" sz="2000" dirty="0">
                <a:latin typeface="楷体" panose="02010609060101010101" pitchFamily="49" charset="-122"/>
                <a:ea typeface="楷体" panose="02010609060101010101" pitchFamily="49" charset="-122"/>
              </a:rPr>
              <a:t>体系中同时存在几种共聚特性不同的增长活性中心</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直接连接符 11">
            <a:extLst>
              <a:ext uri="{FF2B5EF4-FFF2-40B4-BE49-F238E27FC236}">
                <a16:creationId xmlns:a16="http://schemas.microsoft.com/office/drawing/2014/main" id="{D192EFDF-9A25-4C14-B4F3-EEC85E973F1B}"/>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104451"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A851FB92-AC3B-4B5D-9635-E806DB4FF8D9}"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9</a:t>
            </a:fld>
            <a:endParaRPr lang="en-US" altLang="zh-CN" sz="1200">
              <a:solidFill>
                <a:srgbClr val="FFFFFF"/>
              </a:solidFill>
              <a:latin typeface="Century Schoolbook" panose="02040604050505020304" pitchFamily="18" charset="0"/>
              <a:ea typeface="宋体" panose="02010600030101010101" pitchFamily="2" charset="-122"/>
            </a:endParaRPr>
          </a:p>
        </p:txBody>
      </p:sp>
      <p:sp>
        <p:nvSpPr>
          <p:cNvPr id="104452" name="Text Box 11"/>
          <p:cNvSpPr txBox="1">
            <a:spLocks noChangeArrowheads="1"/>
          </p:cNvSpPr>
          <p:nvPr/>
        </p:nvSpPr>
        <p:spPr bwMode="auto">
          <a:xfrm>
            <a:off x="463550" y="931863"/>
            <a:ext cx="79343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0000"/>
              </a:lnSpc>
              <a:spcBef>
                <a:spcPct val="50000"/>
              </a:spcBef>
              <a:buFontTx/>
              <a:buNone/>
            </a:pP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1) r</a:t>
            </a:r>
            <a:r>
              <a:rPr lang="en-US" altLang="zh-CN" sz="2000" baseline="-25000">
                <a:solidFill>
                  <a:srgbClr val="000000"/>
                </a:solidFill>
                <a:latin typeface="Arial" panose="020B0604020202020204" pitchFamily="34" charset="0"/>
                <a:ea typeface="楷体" panose="02010609060101010101" pitchFamily="49" charset="-122"/>
                <a:cs typeface="Arial" panose="020B0604020202020204" pitchFamily="34" charset="0"/>
              </a:rPr>
              <a:t>1</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 &lt; 1，r</a:t>
            </a:r>
            <a:r>
              <a:rPr lang="en-US" altLang="zh-CN" sz="2000" baseline="-25000">
                <a:solidFill>
                  <a:srgbClr val="000000"/>
                </a:solidFill>
                <a:latin typeface="Arial" panose="020B0604020202020204" pitchFamily="34" charset="0"/>
                <a:ea typeface="楷体" panose="02010609060101010101" pitchFamily="49" charset="-122"/>
                <a:cs typeface="Arial" panose="020B0604020202020204" pitchFamily="34" charset="0"/>
              </a:rPr>
              <a:t>2 </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&gt;</a:t>
            </a:r>
            <a:r>
              <a:rPr lang="en-US" altLang="zh-CN" sz="2000" baseline="-25000">
                <a:solidFill>
                  <a:srgbClr val="000000"/>
                </a:solidFill>
                <a:latin typeface="Arial" panose="020B0604020202020204" pitchFamily="34" charset="0"/>
                <a:ea typeface="楷体" panose="02010609060101010101" pitchFamily="49" charset="-122"/>
                <a:cs typeface="Arial" panose="020B0604020202020204" pitchFamily="34" charset="0"/>
              </a:rPr>
              <a:t> </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1： C% </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，M</a:t>
            </a:r>
            <a:r>
              <a:rPr lang="en-US" altLang="zh-CN" sz="2000" baseline="-25000">
                <a:solidFill>
                  <a:srgbClr val="000000"/>
                </a:solidFill>
                <a:latin typeface="Arial" panose="020B0604020202020204" pitchFamily="34" charset="0"/>
                <a:ea typeface="楷体" panose="02010609060101010101" pitchFamily="49" charset="-122"/>
                <a:cs typeface="Arial" panose="020B0604020202020204" pitchFamily="34" charset="0"/>
              </a:rPr>
              <a:t>2</a:t>
            </a: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消耗快，体系中</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[M</a:t>
            </a:r>
            <a:r>
              <a:rPr lang="en-US" altLang="zh-CN" sz="2000" baseline="-25000">
                <a:solidFill>
                  <a:srgbClr val="000000"/>
                </a:solidFill>
                <a:latin typeface="Arial" panose="020B0604020202020204" pitchFamily="34" charset="0"/>
                <a:ea typeface="楷体" panose="02010609060101010101" pitchFamily="49" charset="-122"/>
                <a:cs typeface="Arial" panose="020B0604020202020204" pitchFamily="34" charset="0"/>
              </a:rPr>
              <a:t>2</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 </a:t>
            </a: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 </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[M</a:t>
            </a:r>
            <a:r>
              <a:rPr lang="en-US" altLang="zh-CN" sz="2000" baseline="-25000">
                <a:solidFill>
                  <a:srgbClr val="000000"/>
                </a:solidFill>
                <a:latin typeface="Arial" panose="020B0604020202020204" pitchFamily="34" charset="0"/>
                <a:ea typeface="楷体" panose="02010609060101010101" pitchFamily="49" charset="-122"/>
                <a:cs typeface="Arial" panose="020B0604020202020204" pitchFamily="34" charset="0"/>
              </a:rPr>
              <a:t>1</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 </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 </a:t>
            </a: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a:t>
            </a:r>
          </a:p>
          <a:p>
            <a:pPr eaLnBrk="1" hangingPunct="1">
              <a:lnSpc>
                <a:spcPct val="100000"/>
              </a:lnSpc>
              <a:spcBef>
                <a:spcPct val="50000"/>
              </a:spcBef>
              <a:buFontTx/>
              <a:buNone/>
            </a:pP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    随聚合反应进行</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 f</a:t>
            </a:r>
            <a:r>
              <a:rPr lang="en-US" altLang="zh-CN" sz="2000" baseline="-25000">
                <a:solidFill>
                  <a:srgbClr val="000000"/>
                </a:solidFill>
                <a:latin typeface="Arial" panose="020B0604020202020204" pitchFamily="34" charset="0"/>
                <a:ea typeface="楷体" panose="02010609060101010101" pitchFamily="49" charset="-122"/>
                <a:cs typeface="Arial" panose="020B0604020202020204" pitchFamily="34" charset="0"/>
              </a:rPr>
              <a:t>1</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，F</a:t>
            </a:r>
            <a:r>
              <a:rPr lang="en-US" altLang="zh-CN" sz="2000" baseline="-25000">
                <a:solidFill>
                  <a:srgbClr val="000000"/>
                </a:solidFill>
                <a:latin typeface="Arial" panose="020B0604020202020204" pitchFamily="34" charset="0"/>
                <a:ea typeface="楷体" panose="02010609060101010101" pitchFamily="49" charset="-122"/>
                <a:cs typeface="Arial" panose="020B0604020202020204" pitchFamily="34" charset="0"/>
              </a:rPr>
              <a:t>1</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朝增加方向变化。</a:t>
            </a:r>
          </a:p>
        </p:txBody>
      </p:sp>
      <p:graphicFrame>
        <p:nvGraphicFramePr>
          <p:cNvPr id="104453" name="Object 14"/>
          <p:cNvGraphicFramePr>
            <a:graphicFrameLocks noChangeAspect="1"/>
          </p:cNvGraphicFramePr>
          <p:nvPr/>
        </p:nvGraphicFramePr>
        <p:xfrm>
          <a:off x="1009650" y="1663700"/>
          <a:ext cx="3421063" cy="3424238"/>
        </p:xfrm>
        <a:graphic>
          <a:graphicData uri="http://schemas.openxmlformats.org/presentationml/2006/ole">
            <mc:AlternateContent xmlns:mc="http://schemas.openxmlformats.org/markup-compatibility/2006">
              <mc:Choice xmlns:v="urn:schemas-microsoft-com:vml" Requires="v">
                <p:oleObj spid="_x0000_s191496" name="Graph" r:id="rId3" imgW="2924978" imgH="2930487" progId="Origin50.Graph">
                  <p:embed/>
                </p:oleObj>
              </mc:Choice>
              <mc:Fallback>
                <p:oleObj name="Graph" r:id="rId3" imgW="2924978" imgH="2930487" progId="Origin50.Graph">
                  <p:embed/>
                  <p:pic>
                    <p:nvPicPr>
                      <p:cNvPr id="104453"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9650" y="1663700"/>
                        <a:ext cx="3421063" cy="342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4454" name="Object 15"/>
          <p:cNvGraphicFramePr>
            <a:graphicFrameLocks noChangeAspect="1"/>
          </p:cNvGraphicFramePr>
          <p:nvPr/>
        </p:nvGraphicFramePr>
        <p:xfrm>
          <a:off x="4511675" y="1663700"/>
          <a:ext cx="3527425" cy="3527425"/>
        </p:xfrm>
        <a:graphic>
          <a:graphicData uri="http://schemas.openxmlformats.org/presentationml/2006/ole">
            <mc:AlternateContent xmlns:mc="http://schemas.openxmlformats.org/markup-compatibility/2006">
              <mc:Choice xmlns:v="urn:schemas-microsoft-com:vml" Requires="v">
                <p:oleObj spid="_x0000_s191497" name="Graph" r:id="rId5" imgW="2924978" imgH="2930487" progId="Origin50.Graph">
                  <p:embed/>
                </p:oleObj>
              </mc:Choice>
              <mc:Fallback>
                <p:oleObj name="Graph" r:id="rId5" imgW="2924978" imgH="2930487" progId="Origin50.Graph">
                  <p:embed/>
                  <p:pic>
                    <p:nvPicPr>
                      <p:cNvPr id="104454"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11675" y="1663700"/>
                        <a:ext cx="3527425" cy="352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4455" name="Text Box 20"/>
          <p:cNvSpPr txBox="1">
            <a:spLocks noChangeArrowheads="1"/>
          </p:cNvSpPr>
          <p:nvPr/>
        </p:nvSpPr>
        <p:spPr bwMode="auto">
          <a:xfrm>
            <a:off x="1368425" y="5016500"/>
            <a:ext cx="3367088"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zh-CN" altLang="en-US" sz="2000">
                <a:latin typeface="Arial" panose="020B0604020202020204" pitchFamily="34" charset="0"/>
                <a:ea typeface="楷体" panose="02010609060101010101" pitchFamily="49" charset="-122"/>
                <a:cs typeface="Arial" panose="020B0604020202020204" pitchFamily="34" charset="0"/>
              </a:rPr>
              <a:t>共聚组成曲线 </a:t>
            </a:r>
            <a:r>
              <a:rPr lang="en-US" altLang="zh-CN" sz="2000">
                <a:latin typeface="Arial" panose="020B0604020202020204" pitchFamily="34" charset="0"/>
                <a:ea typeface="楷体" panose="02010609060101010101" pitchFamily="49" charset="-122"/>
                <a:cs typeface="Arial" panose="020B0604020202020204" pitchFamily="34" charset="0"/>
              </a:rPr>
              <a:t>(F</a:t>
            </a:r>
            <a:r>
              <a:rPr lang="en-US" altLang="zh-CN" sz="2000" baseline="-25000">
                <a:latin typeface="Arial" panose="020B0604020202020204" pitchFamily="34" charset="0"/>
                <a:ea typeface="楷体" panose="02010609060101010101" pitchFamily="49" charset="-122"/>
                <a:cs typeface="Arial" panose="020B0604020202020204" pitchFamily="34" charset="0"/>
              </a:rPr>
              <a:t>1</a:t>
            </a:r>
            <a:r>
              <a:rPr lang="en-US" altLang="zh-CN" sz="2000">
                <a:latin typeface="Arial" panose="020B0604020202020204" pitchFamily="34" charset="0"/>
                <a:ea typeface="楷体" panose="02010609060101010101" pitchFamily="49" charset="-122"/>
                <a:cs typeface="Arial" panose="020B0604020202020204" pitchFamily="34" charset="0"/>
              </a:rPr>
              <a:t>～f</a:t>
            </a:r>
            <a:r>
              <a:rPr lang="en-US" altLang="zh-CN" sz="2000" baseline="-25000">
                <a:latin typeface="Arial" panose="020B0604020202020204" pitchFamily="34" charset="0"/>
                <a:ea typeface="楷体" panose="02010609060101010101" pitchFamily="49" charset="-122"/>
                <a:cs typeface="Arial" panose="020B0604020202020204" pitchFamily="34" charset="0"/>
              </a:rPr>
              <a:t>1</a:t>
            </a:r>
            <a:r>
              <a:rPr lang="en-US" altLang="zh-CN" sz="2000">
                <a:latin typeface="Arial" panose="020B0604020202020204" pitchFamily="34" charset="0"/>
                <a:ea typeface="楷体" panose="02010609060101010101" pitchFamily="49" charset="-122"/>
                <a:cs typeface="Arial" panose="020B0604020202020204" pitchFamily="34" charset="0"/>
              </a:rPr>
              <a:t>)</a:t>
            </a:r>
          </a:p>
        </p:txBody>
      </p:sp>
      <p:sp>
        <p:nvSpPr>
          <p:cNvPr id="104456" name="Text Box 21"/>
          <p:cNvSpPr txBox="1">
            <a:spLocks noChangeArrowheads="1"/>
          </p:cNvSpPr>
          <p:nvPr/>
        </p:nvSpPr>
        <p:spPr bwMode="auto">
          <a:xfrm>
            <a:off x="4789488" y="5057775"/>
            <a:ext cx="35052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zh-CN" altLang="en-US" sz="2000">
                <a:latin typeface="楷体" panose="02010609060101010101" pitchFamily="49" charset="-122"/>
                <a:ea typeface="楷体" panose="02010609060101010101" pitchFamily="49" charset="-122"/>
              </a:rPr>
              <a:t>共聚物动力学组成分布曲线</a:t>
            </a:r>
          </a:p>
        </p:txBody>
      </p:sp>
      <p:sp>
        <p:nvSpPr>
          <p:cNvPr id="104457" name="Text Box 22"/>
          <p:cNvSpPr txBox="1">
            <a:spLocks noChangeArrowheads="1"/>
          </p:cNvSpPr>
          <p:nvPr/>
        </p:nvSpPr>
        <p:spPr bwMode="auto">
          <a:xfrm>
            <a:off x="1468438" y="5584825"/>
            <a:ext cx="59245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0000"/>
              </a:lnSpc>
              <a:spcBef>
                <a:spcPct val="0"/>
              </a:spcBef>
              <a:buFontTx/>
              <a:buNone/>
            </a:pP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以 (</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f</a:t>
            </a:r>
            <a:r>
              <a:rPr lang="en-US" altLang="zh-CN" sz="2000" baseline="-25000">
                <a:solidFill>
                  <a:srgbClr val="000000"/>
                </a:solidFill>
                <a:latin typeface="Arial" panose="020B0604020202020204" pitchFamily="34" charset="0"/>
                <a:ea typeface="楷体" panose="02010609060101010101" pitchFamily="49" charset="-122"/>
                <a:cs typeface="Arial" panose="020B0604020202020204" pitchFamily="34" charset="0"/>
              </a:rPr>
              <a:t>1</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a:t>
            </a:r>
            <a:r>
              <a:rPr lang="en-US" altLang="zh-CN" sz="2000" baseline="-25000">
                <a:solidFill>
                  <a:srgbClr val="000000"/>
                </a:solidFill>
                <a:latin typeface="Arial" panose="020B0604020202020204" pitchFamily="34" charset="0"/>
                <a:ea typeface="楷体" panose="02010609060101010101" pitchFamily="49" charset="-122"/>
                <a:cs typeface="Arial" panose="020B0604020202020204" pitchFamily="34" charset="0"/>
              </a:rPr>
              <a:t>0 </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 F</a:t>
            </a:r>
            <a:r>
              <a:rPr lang="en-US" altLang="zh-CN" sz="2000" baseline="-25000">
                <a:solidFill>
                  <a:srgbClr val="000000"/>
                </a:solidFill>
                <a:latin typeface="Arial" panose="020B0604020202020204" pitchFamily="34" charset="0"/>
                <a:ea typeface="楷体" panose="02010609060101010101" pitchFamily="49" charset="-122"/>
                <a:cs typeface="Arial" panose="020B0604020202020204" pitchFamily="34" charset="0"/>
              </a:rPr>
              <a:t>1</a:t>
            </a: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值为起点。 </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C %</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，f</a:t>
            </a:r>
            <a:r>
              <a:rPr lang="en-US" altLang="zh-CN" sz="2000" baseline="-25000">
                <a:solidFill>
                  <a:srgbClr val="000000"/>
                </a:solidFill>
                <a:latin typeface="Arial" panose="020B0604020202020204" pitchFamily="34" charset="0"/>
                <a:ea typeface="楷体" panose="02010609060101010101" pitchFamily="49" charset="-122"/>
                <a:cs typeface="Arial" panose="020B0604020202020204" pitchFamily="34" charset="0"/>
              </a:rPr>
              <a:t>1</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，F</a:t>
            </a:r>
            <a:r>
              <a:rPr lang="en-US" altLang="zh-CN" sz="2000" baseline="-25000">
                <a:solidFill>
                  <a:srgbClr val="000000"/>
                </a:solidFill>
                <a:latin typeface="Arial" panose="020B0604020202020204" pitchFamily="34" charset="0"/>
                <a:ea typeface="楷体" panose="02010609060101010101" pitchFamily="49" charset="-122"/>
                <a:cs typeface="Arial" panose="020B0604020202020204" pitchFamily="34" charset="0"/>
              </a:rPr>
              <a:t>1</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endPar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endParaRPr>
          </a:p>
        </p:txBody>
      </p:sp>
      <p:sp>
        <p:nvSpPr>
          <p:cNvPr id="104458" name="Text Box 23"/>
          <p:cNvSpPr txBox="1">
            <a:spLocks noChangeArrowheads="1"/>
          </p:cNvSpPr>
          <p:nvPr/>
        </p:nvSpPr>
        <p:spPr bwMode="auto">
          <a:xfrm>
            <a:off x="452438" y="373063"/>
            <a:ext cx="61182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zh-CN" altLang="en-US" sz="2400">
                <a:solidFill>
                  <a:srgbClr val="FF0000"/>
                </a:solidFill>
                <a:latin typeface="楷体" panose="02010609060101010101" pitchFamily="49" charset="-122"/>
                <a:ea typeface="楷体" panose="02010609060101010101" pitchFamily="49" charset="-122"/>
              </a:rPr>
              <a:t>共聚物动力学组成分布曲线的类型</a:t>
            </a:r>
            <a:r>
              <a:rPr lang="en-US" altLang="zh-CN" sz="2400">
                <a:solidFill>
                  <a:srgbClr val="FF0000"/>
                </a:solidFill>
                <a:latin typeface="楷体" panose="02010609060101010101" pitchFamily="49" charset="-122"/>
                <a:ea typeface="楷体" panose="02010609060101010101" pitchFamily="49" charset="-122"/>
              </a:rPr>
              <a:t>(</a:t>
            </a:r>
            <a:r>
              <a:rPr lang="zh-CN" altLang="en-US" sz="2400">
                <a:solidFill>
                  <a:srgbClr val="FF0000"/>
                </a:solidFill>
                <a:latin typeface="楷体" panose="02010609060101010101" pitchFamily="49" charset="-122"/>
                <a:ea typeface="楷体" panose="02010609060101010101" pitchFamily="49" charset="-122"/>
              </a:rPr>
              <a:t>三种</a:t>
            </a:r>
            <a:r>
              <a:rPr lang="en-US" altLang="zh-CN" sz="2400">
                <a:solidFill>
                  <a:srgbClr val="FF0000"/>
                </a:solidFill>
                <a:latin typeface="楷体" panose="02010609060101010101" pitchFamily="49" charset="-122"/>
                <a:ea typeface="楷体" panose="02010609060101010101" pitchFamily="49" charset="-122"/>
              </a:rPr>
              <a:t>)</a:t>
            </a:r>
            <a:endParaRPr lang="zh-CN" altLang="en-US" sz="2400">
              <a:solidFill>
                <a:srgbClr val="FF0000"/>
              </a:solidFill>
              <a:latin typeface="楷体" panose="02010609060101010101" pitchFamily="49" charset="-122"/>
              <a:ea typeface="楷体" panose="02010609060101010101" pitchFamily="49" charset="-122"/>
            </a:endParaRPr>
          </a:p>
        </p:txBody>
      </p:sp>
      <p:cxnSp>
        <p:nvCxnSpPr>
          <p:cNvPr id="4" name="直接箭头连接符 3">
            <a:extLst>
              <a:ext uri="{FF2B5EF4-FFF2-40B4-BE49-F238E27FC236}">
                <a16:creationId xmlns:a16="http://schemas.microsoft.com/office/drawing/2014/main" id="{D045D33C-FABF-41EF-B682-8C703BAAEFC2}"/>
              </a:ext>
            </a:extLst>
          </p:cNvPr>
          <p:cNvCxnSpPr/>
          <p:nvPr/>
        </p:nvCxnSpPr>
        <p:spPr>
          <a:xfrm>
            <a:off x="3590925" y="3500438"/>
            <a:ext cx="1492250" cy="0"/>
          </a:xfrm>
          <a:prstGeom prst="straightConnector1">
            <a:avLst/>
          </a:prstGeom>
          <a:ln w="38100">
            <a:solidFill>
              <a:srgbClr val="90109E"/>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接箭头连接符 5">
            <a:extLst>
              <a:ext uri="{FF2B5EF4-FFF2-40B4-BE49-F238E27FC236}">
                <a16:creationId xmlns:a16="http://schemas.microsoft.com/office/drawing/2014/main" id="{B3800712-2197-46A2-933F-CB5851D84519}"/>
              </a:ext>
            </a:extLst>
          </p:cNvPr>
          <p:cNvCxnSpPr>
            <a:cxnSpLocks/>
          </p:cNvCxnSpPr>
          <p:nvPr/>
        </p:nvCxnSpPr>
        <p:spPr>
          <a:xfrm>
            <a:off x="2843213" y="4181475"/>
            <a:ext cx="2160587" cy="0"/>
          </a:xfrm>
          <a:prstGeom prst="straightConnector1">
            <a:avLst/>
          </a:prstGeom>
          <a:ln w="38100">
            <a:solidFill>
              <a:srgbClr val="90109E"/>
            </a:solidFill>
            <a:tailEnd type="triangle"/>
          </a:ln>
        </p:spPr>
        <p:style>
          <a:lnRef idx="1">
            <a:schemeClr val="accent1"/>
          </a:lnRef>
          <a:fillRef idx="0">
            <a:schemeClr val="accent1"/>
          </a:fillRef>
          <a:effectRef idx="0">
            <a:schemeClr val="accent1"/>
          </a:effectRef>
          <a:fontRef idx="minor">
            <a:schemeClr val="tx1"/>
          </a:fontRef>
        </p:style>
      </p:cxnSp>
      <p:sp>
        <p:nvSpPr>
          <p:cNvPr id="104461" name="矩形 2"/>
          <p:cNvSpPr>
            <a:spLocks noChangeArrowheads="1"/>
          </p:cNvSpPr>
          <p:nvPr/>
        </p:nvSpPr>
        <p:spPr bwMode="auto">
          <a:xfrm>
            <a:off x="1119188" y="6264275"/>
            <a:ext cx="51117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zh-CN" sz="1800">
                <a:solidFill>
                  <a:srgbClr val="FF0000"/>
                </a:solidFill>
                <a:latin typeface="Arial" panose="020B0604020202020204" pitchFamily="34" charset="0"/>
                <a:ea typeface="楷体" panose="02010609060101010101" pitchFamily="49" charset="-122"/>
                <a:cs typeface="Arial" panose="020B0604020202020204" pitchFamily="34" charset="0"/>
              </a:rPr>
              <a:t>C%</a:t>
            </a:r>
            <a:r>
              <a:rPr lang="zh-CN" altLang="en-US" sz="1800">
                <a:solidFill>
                  <a:srgbClr val="FF0000"/>
                </a:solidFill>
                <a:latin typeface="Arial" panose="020B0604020202020204" pitchFamily="34" charset="0"/>
                <a:ea typeface="楷体" panose="02010609060101010101" pitchFamily="49" charset="-122"/>
                <a:cs typeface="Arial" panose="020B0604020202020204" pitchFamily="34" charset="0"/>
              </a:rPr>
              <a:t>表示转化率，</a:t>
            </a:r>
            <a:r>
              <a:rPr lang="en-US" altLang="zh-CN" sz="1800">
                <a:solidFill>
                  <a:srgbClr val="FF0000"/>
                </a:solidFill>
                <a:latin typeface="Arial" panose="020B0604020202020204" pitchFamily="34" charset="0"/>
                <a:ea typeface="楷体" panose="02010609060101010101" pitchFamily="49" charset="-122"/>
                <a:cs typeface="Arial" panose="020B0604020202020204" pitchFamily="34" charset="0"/>
              </a:rPr>
              <a:t>C = 1-M/M</a:t>
            </a:r>
            <a:r>
              <a:rPr lang="en-US" altLang="zh-CN" sz="1800" baseline="-25000">
                <a:solidFill>
                  <a:srgbClr val="FF0000"/>
                </a:solidFill>
                <a:latin typeface="Arial" panose="020B0604020202020204" pitchFamily="34" charset="0"/>
                <a:ea typeface="楷体" panose="02010609060101010101" pitchFamily="49" charset="-122"/>
                <a:cs typeface="Arial" panose="020B0604020202020204" pitchFamily="34" charset="0"/>
              </a:rPr>
              <a:t>0</a:t>
            </a:r>
            <a:r>
              <a:rPr lang="zh-CN" altLang="en-US" sz="1800" baseline="-25000">
                <a:solidFill>
                  <a:srgbClr val="FF0000"/>
                </a:solidFill>
                <a:latin typeface="Arial" panose="020B0604020202020204" pitchFamily="34" charset="0"/>
                <a:ea typeface="楷体" panose="02010609060101010101" pitchFamily="49" charset="-122"/>
                <a:cs typeface="Arial" panose="020B0604020202020204" pitchFamily="34" charset="0"/>
              </a:rPr>
              <a:t>，</a:t>
            </a:r>
            <a:r>
              <a:rPr lang="zh-CN" altLang="en-US" sz="1800">
                <a:solidFill>
                  <a:srgbClr val="FF0000"/>
                </a:solidFill>
                <a:latin typeface="Arial" panose="020B0604020202020204" pitchFamily="34" charset="0"/>
                <a:ea typeface="楷体" panose="02010609060101010101" pitchFamily="49" charset="-122"/>
                <a:cs typeface="Arial" panose="020B0604020202020204" pitchFamily="34" charset="0"/>
              </a:rPr>
              <a:t>包含了两种单体。</a:t>
            </a:r>
            <a:endParaRPr lang="zh-CN" altLang="en-US" sz="1800" baseline="-25000">
              <a:solidFill>
                <a:srgbClr val="FF0000"/>
              </a:solidFill>
              <a:cs typeface="Arial" panose="020B0604020202020204" pitchFamily="34" charset="0"/>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直接连接符 8">
            <a:extLst>
              <a:ext uri="{FF2B5EF4-FFF2-40B4-BE49-F238E27FC236}">
                <a16:creationId xmlns:a16="http://schemas.microsoft.com/office/drawing/2014/main" id="{355E1F9A-BD44-4E5B-A9D5-DD108E70E15F}"/>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105475"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795C4E6E-5AAD-45E7-9456-179AC21709B1}"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10</a:t>
            </a:fld>
            <a:endParaRPr lang="en-US" altLang="zh-CN" sz="1200">
              <a:solidFill>
                <a:srgbClr val="FFFFFF"/>
              </a:solidFill>
              <a:latin typeface="Century Schoolbook" panose="02040604050505020304" pitchFamily="18" charset="0"/>
              <a:ea typeface="宋体" panose="02010600030101010101" pitchFamily="2" charset="-122"/>
            </a:endParaRPr>
          </a:p>
        </p:txBody>
      </p:sp>
      <p:graphicFrame>
        <p:nvGraphicFramePr>
          <p:cNvPr id="105476" name="Object 1024"/>
          <p:cNvGraphicFramePr>
            <a:graphicFrameLocks noChangeAspect="1"/>
          </p:cNvGraphicFramePr>
          <p:nvPr/>
        </p:nvGraphicFramePr>
        <p:xfrm>
          <a:off x="949325" y="995363"/>
          <a:ext cx="3492500" cy="3251200"/>
        </p:xfrm>
        <a:graphic>
          <a:graphicData uri="http://schemas.openxmlformats.org/presentationml/2006/ole">
            <mc:AlternateContent xmlns:mc="http://schemas.openxmlformats.org/markup-compatibility/2006">
              <mc:Choice xmlns:v="urn:schemas-microsoft-com:vml" Requires="v">
                <p:oleObj spid="_x0000_s192520" name="Graph" r:id="rId3" imgW="2699133" imgH="2511846" progId="Origin50.Graph">
                  <p:embed/>
                </p:oleObj>
              </mc:Choice>
              <mc:Fallback>
                <p:oleObj name="Graph" r:id="rId3" imgW="2699133" imgH="2511846" progId="Origin50.Graph">
                  <p:embed/>
                  <p:pic>
                    <p:nvPicPr>
                      <p:cNvPr id="105476" name="Object 10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9325" y="995363"/>
                        <a:ext cx="3492500" cy="325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5477" name="Object 1025"/>
          <p:cNvGraphicFramePr>
            <a:graphicFrameLocks noChangeAspect="1"/>
          </p:cNvGraphicFramePr>
          <p:nvPr/>
        </p:nvGraphicFramePr>
        <p:xfrm>
          <a:off x="4586288" y="598488"/>
          <a:ext cx="3743325" cy="3744912"/>
        </p:xfrm>
        <a:graphic>
          <a:graphicData uri="http://schemas.openxmlformats.org/presentationml/2006/ole">
            <mc:AlternateContent xmlns:mc="http://schemas.openxmlformats.org/markup-compatibility/2006">
              <mc:Choice xmlns:v="urn:schemas-microsoft-com:vml" Requires="v">
                <p:oleObj spid="_x0000_s192521" name="Graph" r:id="rId5" imgW="2926080" imgH="2926080" progId="Origin50.Graph">
                  <p:embed/>
                </p:oleObj>
              </mc:Choice>
              <mc:Fallback>
                <p:oleObj name="Graph" r:id="rId5" imgW="2926080" imgH="2926080" progId="Origin50.Graph">
                  <p:embed/>
                  <p:pic>
                    <p:nvPicPr>
                      <p:cNvPr id="105477" name="Object 102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86288" y="598488"/>
                        <a:ext cx="3743325" cy="3744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5478" name="Line 4"/>
          <p:cNvSpPr>
            <a:spLocks noChangeShapeType="1"/>
          </p:cNvSpPr>
          <p:nvPr/>
        </p:nvSpPr>
        <p:spPr bwMode="auto">
          <a:xfrm>
            <a:off x="3465513" y="1328738"/>
            <a:ext cx="1676400" cy="0"/>
          </a:xfrm>
          <a:prstGeom prst="line">
            <a:avLst/>
          </a:prstGeom>
          <a:noFill/>
          <a:ln w="9525">
            <a:solidFill>
              <a:srgbClr val="6600CC"/>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sp>
        <p:nvSpPr>
          <p:cNvPr id="105479" name="Line 5"/>
          <p:cNvSpPr>
            <a:spLocks noChangeShapeType="1"/>
          </p:cNvSpPr>
          <p:nvPr/>
        </p:nvSpPr>
        <p:spPr bwMode="auto">
          <a:xfrm>
            <a:off x="2913063" y="1633538"/>
            <a:ext cx="2209800" cy="0"/>
          </a:xfrm>
          <a:prstGeom prst="line">
            <a:avLst/>
          </a:prstGeom>
          <a:noFill/>
          <a:ln w="9525">
            <a:solidFill>
              <a:srgbClr val="6600CC"/>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sp>
        <p:nvSpPr>
          <p:cNvPr id="105480" name="Text Box 6"/>
          <p:cNvSpPr txBox="1">
            <a:spLocks noChangeArrowheads="1"/>
          </p:cNvSpPr>
          <p:nvPr/>
        </p:nvSpPr>
        <p:spPr bwMode="auto">
          <a:xfrm>
            <a:off x="1219200" y="4419600"/>
            <a:ext cx="6953250" cy="187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r</a:t>
            </a:r>
            <a:r>
              <a:rPr lang="en-US" altLang="zh-CN" sz="2000" baseline="-25000">
                <a:solidFill>
                  <a:srgbClr val="000000"/>
                </a:solidFill>
                <a:latin typeface="Arial" panose="020B0604020202020204" pitchFamily="34" charset="0"/>
                <a:ea typeface="楷体" panose="02010609060101010101" pitchFamily="49" charset="-122"/>
                <a:cs typeface="Arial" panose="020B0604020202020204" pitchFamily="34" charset="0"/>
              </a:rPr>
              <a:t>1 </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&gt; 1，r</a:t>
            </a:r>
            <a:r>
              <a:rPr lang="en-US" altLang="zh-CN" sz="2000" baseline="-25000">
                <a:solidFill>
                  <a:srgbClr val="000000"/>
                </a:solidFill>
                <a:latin typeface="Arial" panose="020B0604020202020204" pitchFamily="34" charset="0"/>
                <a:ea typeface="楷体" panose="02010609060101010101" pitchFamily="49" charset="-122"/>
                <a:cs typeface="Arial" panose="020B0604020202020204" pitchFamily="34" charset="0"/>
              </a:rPr>
              <a:t>2 </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&lt; 1：</a:t>
            </a:r>
          </a:p>
          <a:p>
            <a:pPr>
              <a:lnSpc>
                <a:spcPct val="130000"/>
              </a:lnSpc>
              <a:spcBef>
                <a:spcPct val="0"/>
              </a:spcBef>
              <a:buFontTx/>
              <a:buNone/>
            </a:pP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共聚组成曲线在对角线上方， </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F</a:t>
            </a:r>
            <a:r>
              <a:rPr lang="en-US" altLang="zh-CN" sz="2000" baseline="-25000">
                <a:solidFill>
                  <a:srgbClr val="000000"/>
                </a:solidFill>
                <a:latin typeface="Arial" panose="020B0604020202020204" pitchFamily="34" charset="0"/>
                <a:ea typeface="楷体" panose="02010609060101010101" pitchFamily="49" charset="-122"/>
                <a:cs typeface="Arial" panose="020B0604020202020204" pitchFamily="34" charset="0"/>
              </a:rPr>
              <a:t>1 </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&gt; f</a:t>
            </a:r>
            <a:r>
              <a:rPr lang="en-US" altLang="zh-CN" sz="2000" baseline="-25000">
                <a:solidFill>
                  <a:srgbClr val="000000"/>
                </a:solidFill>
                <a:latin typeface="Arial" panose="020B0604020202020204" pitchFamily="34" charset="0"/>
                <a:ea typeface="楷体" panose="02010609060101010101" pitchFamily="49" charset="-122"/>
                <a:cs typeface="Arial" panose="020B0604020202020204" pitchFamily="34" charset="0"/>
              </a:rPr>
              <a:t>1</a:t>
            </a:r>
            <a:endPar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endParaRPr>
          </a:p>
          <a:p>
            <a:pPr>
              <a:lnSpc>
                <a:spcPct val="130000"/>
              </a:lnSpc>
              <a:spcBef>
                <a:spcPct val="0"/>
              </a:spcBef>
              <a:buFontTx/>
              <a:buNone/>
            </a:pP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C%</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 [M</a:t>
            </a:r>
            <a:r>
              <a:rPr lang="en-US" altLang="zh-CN" sz="2000" baseline="-25000">
                <a:solidFill>
                  <a:srgbClr val="000000"/>
                </a:solidFill>
                <a:latin typeface="Arial" panose="020B0604020202020204" pitchFamily="34" charset="0"/>
                <a:ea typeface="楷体" panose="02010609060101010101" pitchFamily="49" charset="-122"/>
                <a:cs typeface="Arial" panose="020B0604020202020204" pitchFamily="34" charset="0"/>
              </a:rPr>
              <a:t>1</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  </a:t>
            </a: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，单体配料中 </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[M</a:t>
            </a:r>
            <a:r>
              <a:rPr lang="en-US" altLang="zh-CN" sz="2000" baseline="-25000">
                <a:solidFill>
                  <a:srgbClr val="000000"/>
                </a:solidFill>
                <a:latin typeface="Arial" panose="020B0604020202020204" pitchFamily="34" charset="0"/>
                <a:ea typeface="楷体" panose="02010609060101010101" pitchFamily="49" charset="-122"/>
                <a:cs typeface="Arial" panose="020B0604020202020204" pitchFamily="34" charset="0"/>
              </a:rPr>
              <a:t>2</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 </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a:t>
            </a:r>
          </a:p>
          <a:p>
            <a:pPr>
              <a:lnSpc>
                <a:spcPct val="130000"/>
              </a:lnSpc>
              <a:spcBef>
                <a:spcPct val="0"/>
              </a:spcBef>
              <a:buFontTx/>
              <a:buNone/>
            </a:pP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随聚合反应的进行</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   f</a:t>
            </a:r>
            <a:r>
              <a:rPr lang="en-US" altLang="zh-CN" sz="2000" baseline="-25000">
                <a:solidFill>
                  <a:srgbClr val="000000"/>
                </a:solidFill>
                <a:latin typeface="Arial" panose="020B0604020202020204" pitchFamily="34" charset="0"/>
                <a:ea typeface="楷体" panose="02010609060101010101" pitchFamily="49" charset="-122"/>
                <a:cs typeface="Arial" panose="020B0604020202020204" pitchFamily="34" charset="0"/>
              </a:rPr>
              <a:t>1</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，F</a:t>
            </a:r>
            <a:r>
              <a:rPr lang="en-US" altLang="zh-CN" sz="2000" baseline="-25000">
                <a:solidFill>
                  <a:srgbClr val="000000"/>
                </a:solidFill>
                <a:latin typeface="Arial" panose="020B0604020202020204" pitchFamily="34" charset="0"/>
                <a:ea typeface="楷体" panose="02010609060101010101" pitchFamily="49" charset="-122"/>
                <a:cs typeface="Arial" panose="020B0604020202020204" pitchFamily="34" charset="0"/>
              </a:rPr>
              <a:t>1</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a:t>
            </a: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朝减小方向变化</a:t>
            </a:r>
            <a:r>
              <a:rPr lang="zh-CN" altLang="en-US" sz="1800">
                <a:solidFill>
                  <a:srgbClr val="000000"/>
                </a:solidFill>
                <a:latin typeface="Arial" panose="020B0604020202020204" pitchFamily="34" charset="0"/>
                <a:ea typeface="楷体" panose="02010609060101010101" pitchFamily="49" charset="-122"/>
                <a:cs typeface="Arial" panose="020B0604020202020204" pitchFamily="34" charset="0"/>
              </a:rPr>
              <a:t>。</a:t>
            </a:r>
            <a:endParaRPr lang="en-US" altLang="zh-CN" sz="1800">
              <a:solidFill>
                <a:srgbClr val="000000"/>
              </a:solidFill>
              <a:latin typeface="Arial" panose="020B0604020202020204" pitchFamily="34" charset="0"/>
              <a:ea typeface="楷体" panose="02010609060101010101" pitchFamily="49" charset="-122"/>
              <a:cs typeface="Arial" panose="020B0604020202020204" pitchFamily="34" charset="0"/>
            </a:endParaRPr>
          </a:p>
          <a:p>
            <a:pPr>
              <a:lnSpc>
                <a:spcPct val="100000"/>
              </a:lnSpc>
              <a:spcBef>
                <a:spcPct val="0"/>
              </a:spcBef>
              <a:buFontTx/>
              <a:buNone/>
            </a:pPr>
            <a:endParaRPr lang="en-US" altLang="zh-CN" sz="1800">
              <a:solidFill>
                <a:srgbClr val="000000"/>
              </a:solidFill>
              <a:latin typeface="Century Schoolbook" panose="02040604050505020304" pitchFamily="18" charset="0"/>
              <a:ea typeface="宋体" panose="02010600030101010101" pitchFamily="2" charset="-122"/>
              <a:cs typeface="Arial" panose="020B0604020202020204" pitchFamily="34" charset="0"/>
            </a:endParaRPr>
          </a:p>
        </p:txBody>
      </p:sp>
      <p:sp>
        <p:nvSpPr>
          <p:cNvPr id="105481" name="Text Box 7"/>
          <p:cNvSpPr txBox="1">
            <a:spLocks noChangeArrowheads="1"/>
          </p:cNvSpPr>
          <p:nvPr/>
        </p:nvSpPr>
        <p:spPr bwMode="auto">
          <a:xfrm>
            <a:off x="660400" y="4267200"/>
            <a:ext cx="663575"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1600" tIns="10800" rIns="21600" bIns="1080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0000"/>
              </a:lnSpc>
              <a:spcBef>
                <a:spcPct val="20000"/>
              </a:spcBef>
              <a:buFontTx/>
              <a:buNone/>
            </a:pPr>
            <a:r>
              <a:rPr lang="zh-CN" altLang="en-US" sz="2400" b="1">
                <a:solidFill>
                  <a:srgbClr val="FF0000"/>
                </a:solidFill>
                <a:latin typeface="楷体" panose="02010609060101010101" pitchFamily="49" charset="-122"/>
                <a:ea typeface="楷体" panose="02010609060101010101" pitchFamily="49" charset="-122"/>
              </a:rPr>
              <a:t>或：</a:t>
            </a:r>
          </a:p>
        </p:txBody>
      </p:sp>
      <p:cxnSp>
        <p:nvCxnSpPr>
          <p:cNvPr id="3" name="直接箭头连接符 2">
            <a:extLst>
              <a:ext uri="{FF2B5EF4-FFF2-40B4-BE49-F238E27FC236}">
                <a16:creationId xmlns:a16="http://schemas.microsoft.com/office/drawing/2014/main" id="{F4AF6718-F6F9-4ACE-ABC1-2CED96F60C0A}"/>
              </a:ext>
            </a:extLst>
          </p:cNvPr>
          <p:cNvCxnSpPr>
            <a:cxnSpLocks/>
          </p:cNvCxnSpPr>
          <p:nvPr/>
        </p:nvCxnSpPr>
        <p:spPr>
          <a:xfrm flipH="1">
            <a:off x="2913063" y="1339850"/>
            <a:ext cx="504825" cy="231775"/>
          </a:xfrm>
          <a:prstGeom prst="straightConnector1">
            <a:avLst/>
          </a:prstGeom>
          <a:ln w="28575">
            <a:solidFill>
              <a:srgbClr val="7EF74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a:extLst>
              <a:ext uri="{FF2B5EF4-FFF2-40B4-BE49-F238E27FC236}">
                <a16:creationId xmlns:a16="http://schemas.microsoft.com/office/drawing/2014/main" id="{26757D36-E2E2-4BA3-8B3D-63EA84E4B746}"/>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106499"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B69FF867-253E-45BD-8936-F53E1405B18E}"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11</a:t>
            </a:fld>
            <a:endParaRPr lang="en-US" altLang="zh-CN" sz="1200">
              <a:solidFill>
                <a:srgbClr val="FFFFFF"/>
              </a:solidFill>
              <a:latin typeface="Century Schoolbook" panose="02040604050505020304" pitchFamily="18" charset="0"/>
              <a:ea typeface="宋体" panose="02010600030101010101" pitchFamily="2" charset="-122"/>
            </a:endParaRPr>
          </a:p>
        </p:txBody>
      </p:sp>
      <p:sp>
        <p:nvSpPr>
          <p:cNvPr id="106500" name="Text Box 2"/>
          <p:cNvSpPr txBox="1">
            <a:spLocks noChangeArrowheads="1"/>
          </p:cNvSpPr>
          <p:nvPr/>
        </p:nvSpPr>
        <p:spPr bwMode="auto">
          <a:xfrm>
            <a:off x="479425" y="436563"/>
            <a:ext cx="4648200"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zh-CN" altLang="en-US" sz="2000">
                <a:solidFill>
                  <a:srgbClr val="000000"/>
                </a:solidFill>
                <a:latin typeface="Arial" panose="020B0604020202020204" pitchFamily="34" charset="0"/>
                <a:ea typeface="宋体" panose="02010600030101010101" pitchFamily="2" charset="-122"/>
                <a:cs typeface="Arial" panose="020B0604020202020204" pitchFamily="34" charset="0"/>
              </a:rPr>
              <a:t>2)  </a:t>
            </a:r>
            <a:r>
              <a:rPr lang="en-US" altLang="zh-CN" sz="2000">
                <a:solidFill>
                  <a:srgbClr val="000000"/>
                </a:solidFill>
                <a:latin typeface="Arial" panose="020B0604020202020204" pitchFamily="34" charset="0"/>
                <a:ea typeface="宋体" panose="02010600030101010101" pitchFamily="2" charset="-122"/>
                <a:cs typeface="Arial" panose="020B0604020202020204" pitchFamily="34" charset="0"/>
              </a:rPr>
              <a:t>r</a:t>
            </a:r>
            <a:r>
              <a:rPr lang="en-US" altLang="zh-CN" sz="2000" baseline="-25000">
                <a:solidFill>
                  <a:srgbClr val="000000"/>
                </a:solidFill>
                <a:latin typeface="Arial" panose="020B0604020202020204" pitchFamily="34" charset="0"/>
                <a:ea typeface="宋体" panose="02010600030101010101" pitchFamily="2" charset="-122"/>
                <a:cs typeface="Arial" panose="020B0604020202020204" pitchFamily="34" charset="0"/>
              </a:rPr>
              <a:t>1 </a:t>
            </a:r>
            <a:r>
              <a:rPr lang="en-US" altLang="zh-CN" sz="2000">
                <a:solidFill>
                  <a:srgbClr val="000000"/>
                </a:solidFill>
                <a:latin typeface="Arial" panose="020B0604020202020204" pitchFamily="34" charset="0"/>
                <a:ea typeface="宋体" panose="02010600030101010101" pitchFamily="2" charset="-122"/>
                <a:cs typeface="Arial" panose="020B0604020202020204" pitchFamily="34" charset="0"/>
              </a:rPr>
              <a:t>&lt; 1，r</a:t>
            </a:r>
            <a:r>
              <a:rPr lang="en-US" altLang="zh-CN" sz="2000" baseline="-25000">
                <a:solidFill>
                  <a:srgbClr val="000000"/>
                </a:solidFill>
                <a:latin typeface="Arial" panose="020B0604020202020204" pitchFamily="34" charset="0"/>
                <a:ea typeface="宋体" panose="02010600030101010101" pitchFamily="2" charset="-122"/>
                <a:cs typeface="Arial" panose="020B0604020202020204" pitchFamily="34" charset="0"/>
              </a:rPr>
              <a:t>2 </a:t>
            </a:r>
            <a:r>
              <a:rPr lang="en-US" altLang="zh-CN" sz="2000">
                <a:solidFill>
                  <a:srgbClr val="000000"/>
                </a:solidFill>
                <a:latin typeface="Arial" panose="020B0604020202020204" pitchFamily="34" charset="0"/>
                <a:ea typeface="宋体" panose="02010600030101010101" pitchFamily="2" charset="-122"/>
                <a:cs typeface="Arial" panose="020B0604020202020204" pitchFamily="34" charset="0"/>
              </a:rPr>
              <a:t>&lt; 1 (r</a:t>
            </a:r>
            <a:r>
              <a:rPr lang="en-US" altLang="zh-CN" sz="2000" baseline="-25000">
                <a:solidFill>
                  <a:srgbClr val="000000"/>
                </a:solidFill>
                <a:latin typeface="Arial" panose="020B0604020202020204" pitchFamily="34" charset="0"/>
                <a:ea typeface="宋体" panose="02010600030101010101" pitchFamily="2" charset="-122"/>
                <a:cs typeface="Arial" panose="020B0604020202020204" pitchFamily="34" charset="0"/>
              </a:rPr>
              <a:t>1 </a:t>
            </a:r>
            <a:r>
              <a:rPr lang="en-US" altLang="zh-CN" sz="2000">
                <a:solidFill>
                  <a:srgbClr val="000000"/>
                </a:solidFill>
                <a:latin typeface="Arial" panose="020B0604020202020204" pitchFamily="34" charset="0"/>
                <a:ea typeface="宋体" panose="02010600030101010101" pitchFamily="2" charset="-122"/>
                <a:cs typeface="Arial" panose="020B0604020202020204" pitchFamily="34" charset="0"/>
              </a:rPr>
              <a:t>&gt; 1，r</a:t>
            </a:r>
            <a:r>
              <a:rPr lang="en-US" altLang="zh-CN" sz="2000" baseline="-25000">
                <a:solidFill>
                  <a:srgbClr val="000000"/>
                </a:solidFill>
                <a:latin typeface="Arial" panose="020B0604020202020204" pitchFamily="34" charset="0"/>
                <a:ea typeface="宋体" panose="02010600030101010101" pitchFamily="2" charset="-122"/>
                <a:cs typeface="Arial" panose="020B0604020202020204" pitchFamily="34" charset="0"/>
              </a:rPr>
              <a:t>2 </a:t>
            </a:r>
            <a:r>
              <a:rPr lang="en-US" altLang="zh-CN" sz="2000">
                <a:solidFill>
                  <a:srgbClr val="000000"/>
                </a:solidFill>
                <a:latin typeface="Arial" panose="020B0604020202020204" pitchFamily="34" charset="0"/>
                <a:ea typeface="宋体" panose="02010600030101010101" pitchFamily="2" charset="-122"/>
                <a:cs typeface="Arial" panose="020B0604020202020204" pitchFamily="34" charset="0"/>
              </a:rPr>
              <a:t>&gt; 1)</a:t>
            </a:r>
            <a:endParaRPr lang="zh-CN" altLang="en-US" sz="2000">
              <a:solidFill>
                <a:srgbClr val="000000"/>
              </a:solidFill>
              <a:latin typeface="Arial" panose="020B0604020202020204" pitchFamily="34" charset="0"/>
              <a:ea typeface="宋体" panose="02010600030101010101" pitchFamily="2" charset="-122"/>
              <a:cs typeface="Arial" panose="020B0604020202020204" pitchFamily="34" charset="0"/>
            </a:endParaRPr>
          </a:p>
        </p:txBody>
      </p:sp>
      <p:sp>
        <p:nvSpPr>
          <p:cNvPr id="106501" name="Text Box 3"/>
          <p:cNvSpPr txBox="1">
            <a:spLocks noChangeArrowheads="1"/>
          </p:cNvSpPr>
          <p:nvPr/>
        </p:nvSpPr>
        <p:spPr bwMode="auto">
          <a:xfrm>
            <a:off x="947738" y="1042988"/>
            <a:ext cx="67056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0000"/>
              </a:lnSpc>
              <a:spcBef>
                <a:spcPct val="0"/>
              </a:spcBef>
              <a:buFontTx/>
              <a:buNone/>
            </a:pPr>
            <a:r>
              <a:rPr lang="en-US" altLang="zh-CN" sz="2000">
                <a:solidFill>
                  <a:srgbClr val="000000"/>
                </a:solidFill>
                <a:latin typeface="Arial" panose="020B0604020202020204" pitchFamily="34" charset="0"/>
                <a:ea typeface="宋体" panose="02010600030101010101" pitchFamily="2" charset="-122"/>
                <a:cs typeface="Arial" panose="020B0604020202020204" pitchFamily="34" charset="0"/>
              </a:rPr>
              <a:t>Bd-AN</a:t>
            </a:r>
            <a:r>
              <a:rPr lang="zh-CN" altLang="en-US" sz="2000">
                <a:solidFill>
                  <a:srgbClr val="000000"/>
                </a:solidFill>
                <a:latin typeface="Arial" panose="020B0604020202020204" pitchFamily="34" charset="0"/>
                <a:ea typeface="宋体" panose="02010600030101010101" pitchFamily="2" charset="-122"/>
                <a:cs typeface="Arial" panose="020B0604020202020204" pitchFamily="34" charset="0"/>
              </a:rPr>
              <a:t>共聚，</a:t>
            </a:r>
            <a:r>
              <a:rPr lang="en-US" altLang="zh-CN" sz="2000">
                <a:solidFill>
                  <a:srgbClr val="000000"/>
                </a:solidFill>
                <a:latin typeface="Arial" panose="020B0604020202020204" pitchFamily="34" charset="0"/>
                <a:ea typeface="宋体" panose="02010600030101010101" pitchFamily="2" charset="-122"/>
                <a:cs typeface="Arial" panose="020B0604020202020204" pitchFamily="34" charset="0"/>
              </a:rPr>
              <a:t>r</a:t>
            </a:r>
            <a:r>
              <a:rPr lang="en-US" altLang="zh-CN" sz="2000" baseline="-25000">
                <a:solidFill>
                  <a:srgbClr val="000000"/>
                </a:solidFill>
                <a:latin typeface="Arial" panose="020B0604020202020204" pitchFamily="34" charset="0"/>
                <a:ea typeface="宋体" panose="02010600030101010101" pitchFamily="2" charset="-122"/>
                <a:cs typeface="Arial" panose="020B0604020202020204" pitchFamily="34" charset="0"/>
              </a:rPr>
              <a:t>1 </a:t>
            </a:r>
            <a:r>
              <a:rPr lang="en-US" altLang="zh-CN" sz="2000">
                <a:solidFill>
                  <a:srgbClr val="000000"/>
                </a:solidFill>
                <a:latin typeface="Arial" panose="020B0604020202020204" pitchFamily="34" charset="0"/>
                <a:ea typeface="宋体" panose="02010600030101010101" pitchFamily="2" charset="-122"/>
                <a:cs typeface="Arial" panose="020B0604020202020204" pitchFamily="34" charset="0"/>
              </a:rPr>
              <a:t>= 0.42，r</a:t>
            </a:r>
            <a:r>
              <a:rPr lang="en-US" altLang="zh-CN" sz="2000" baseline="-25000">
                <a:solidFill>
                  <a:srgbClr val="000000"/>
                </a:solidFill>
                <a:latin typeface="Arial" panose="020B0604020202020204" pitchFamily="34" charset="0"/>
                <a:ea typeface="宋体" panose="02010600030101010101" pitchFamily="2" charset="-122"/>
                <a:cs typeface="Arial" panose="020B0604020202020204" pitchFamily="34" charset="0"/>
              </a:rPr>
              <a:t>2 </a:t>
            </a:r>
            <a:r>
              <a:rPr lang="en-US" altLang="zh-CN" sz="2000">
                <a:solidFill>
                  <a:srgbClr val="000000"/>
                </a:solidFill>
                <a:latin typeface="Arial" panose="020B0604020202020204" pitchFamily="34" charset="0"/>
                <a:ea typeface="宋体" panose="02010600030101010101" pitchFamily="2" charset="-122"/>
                <a:cs typeface="Arial" panose="020B0604020202020204" pitchFamily="34" charset="0"/>
              </a:rPr>
              <a:t>= 0.04;</a:t>
            </a:r>
          </a:p>
          <a:p>
            <a:pPr algn="just">
              <a:lnSpc>
                <a:spcPct val="100000"/>
              </a:lnSpc>
              <a:spcBef>
                <a:spcPct val="0"/>
              </a:spcBef>
              <a:buFontTx/>
              <a:buNone/>
            </a:pPr>
            <a:endParaRPr lang="zh-CN" altLang="en-US" sz="2000">
              <a:solidFill>
                <a:srgbClr val="000000"/>
              </a:solidFill>
              <a:latin typeface="Arial" panose="020B0604020202020204" pitchFamily="34" charset="0"/>
              <a:ea typeface="宋体" panose="02010600030101010101" pitchFamily="2" charset="-122"/>
              <a:cs typeface="Arial" panose="020B0604020202020204" pitchFamily="34" charset="0"/>
            </a:endParaRPr>
          </a:p>
          <a:p>
            <a:pPr algn="just">
              <a:lnSpc>
                <a:spcPct val="100000"/>
              </a:lnSpc>
              <a:spcBef>
                <a:spcPct val="0"/>
              </a:spcBef>
              <a:buFontTx/>
              <a:buNone/>
            </a:pPr>
            <a:r>
              <a:rPr lang="zh-CN" altLang="en-US" sz="2000">
                <a:solidFill>
                  <a:srgbClr val="000000"/>
                </a:solidFill>
                <a:latin typeface="Arial" panose="020B0604020202020204" pitchFamily="34" charset="0"/>
                <a:ea typeface="宋体" panose="02010600030101010101" pitchFamily="2" charset="-122"/>
                <a:cs typeface="Arial" panose="020B0604020202020204" pitchFamily="34" charset="0"/>
              </a:rPr>
              <a:t>有恒份共聚点：</a:t>
            </a:r>
          </a:p>
          <a:p>
            <a:pPr algn="just">
              <a:lnSpc>
                <a:spcPct val="100000"/>
              </a:lnSpc>
              <a:spcBef>
                <a:spcPct val="0"/>
              </a:spcBef>
              <a:buFontTx/>
              <a:buNone/>
            </a:pPr>
            <a:endParaRPr lang="zh-CN" altLang="en-US" sz="2000">
              <a:solidFill>
                <a:srgbClr val="000000"/>
              </a:solidFill>
              <a:latin typeface="Arial" panose="020B0604020202020204" pitchFamily="34" charset="0"/>
              <a:ea typeface="宋体" panose="02010600030101010101" pitchFamily="2" charset="-122"/>
              <a:cs typeface="Arial" panose="020B0604020202020204" pitchFamily="34" charset="0"/>
            </a:endParaRPr>
          </a:p>
          <a:p>
            <a:pPr algn="just">
              <a:lnSpc>
                <a:spcPct val="100000"/>
              </a:lnSpc>
              <a:spcBef>
                <a:spcPct val="0"/>
              </a:spcBef>
              <a:buFontTx/>
              <a:buNone/>
            </a:pPr>
            <a:r>
              <a:rPr lang="zh-CN" altLang="en-US" sz="2000">
                <a:solidFill>
                  <a:srgbClr val="000000"/>
                </a:solidFill>
                <a:latin typeface="Arial" panose="020B0604020202020204" pitchFamily="34" charset="0"/>
                <a:ea typeface="宋体" panose="02010600030101010101" pitchFamily="2" charset="-122"/>
                <a:cs typeface="Arial" panose="020B0604020202020204" pitchFamily="34" charset="0"/>
              </a:rPr>
              <a:t>共聚组成曲线与对角线交于 (</a:t>
            </a:r>
            <a:r>
              <a:rPr lang="en-US" altLang="zh-CN" sz="2000">
                <a:solidFill>
                  <a:srgbClr val="000000"/>
                </a:solidFill>
                <a:latin typeface="Arial" panose="020B0604020202020204" pitchFamily="34" charset="0"/>
                <a:ea typeface="宋体" panose="02010600030101010101" pitchFamily="2" charset="-122"/>
                <a:cs typeface="Arial" panose="020B0604020202020204" pitchFamily="34" charset="0"/>
              </a:rPr>
              <a:t>F</a:t>
            </a:r>
            <a:r>
              <a:rPr lang="en-US" altLang="zh-CN" sz="2000" baseline="-25000">
                <a:solidFill>
                  <a:srgbClr val="000000"/>
                </a:solidFill>
                <a:latin typeface="Arial" panose="020B0604020202020204" pitchFamily="34" charset="0"/>
                <a:ea typeface="宋体" panose="02010600030101010101" pitchFamily="2" charset="-122"/>
                <a:cs typeface="Arial" panose="020B0604020202020204" pitchFamily="34" charset="0"/>
              </a:rPr>
              <a:t>1</a:t>
            </a:r>
            <a:r>
              <a:rPr lang="en-US" altLang="zh-CN" sz="2000">
                <a:solidFill>
                  <a:srgbClr val="000000"/>
                </a:solidFill>
                <a:latin typeface="Arial" panose="020B0604020202020204" pitchFamily="34" charset="0"/>
                <a:ea typeface="宋体" panose="02010600030101010101" pitchFamily="2" charset="-122"/>
                <a:cs typeface="Arial" panose="020B0604020202020204" pitchFamily="34" charset="0"/>
              </a:rPr>
              <a:t>)</a:t>
            </a:r>
            <a:r>
              <a:rPr lang="en-US" altLang="zh-CN" sz="2000" baseline="-25000">
                <a:solidFill>
                  <a:srgbClr val="000000"/>
                </a:solidFill>
                <a:latin typeface="Arial" panose="020B0604020202020204" pitchFamily="34" charset="0"/>
                <a:ea typeface="宋体" panose="02010600030101010101" pitchFamily="2" charset="-122"/>
                <a:cs typeface="Arial" panose="020B0604020202020204" pitchFamily="34" charset="0"/>
              </a:rPr>
              <a:t>c </a:t>
            </a:r>
            <a:r>
              <a:rPr lang="en-US" altLang="zh-CN" sz="2000">
                <a:solidFill>
                  <a:srgbClr val="000000"/>
                </a:solidFill>
                <a:latin typeface="Arial" panose="020B0604020202020204" pitchFamily="34" charset="0"/>
                <a:ea typeface="宋体" panose="02010600030101010101" pitchFamily="2" charset="-122"/>
                <a:cs typeface="Arial" panose="020B0604020202020204" pitchFamily="34" charset="0"/>
              </a:rPr>
              <a:t>= ( f</a:t>
            </a:r>
            <a:r>
              <a:rPr lang="en-US" altLang="zh-CN" sz="2000" baseline="-25000">
                <a:solidFill>
                  <a:srgbClr val="000000"/>
                </a:solidFill>
                <a:latin typeface="Arial" panose="020B0604020202020204" pitchFamily="34" charset="0"/>
                <a:ea typeface="宋体" panose="02010600030101010101" pitchFamily="2" charset="-122"/>
                <a:cs typeface="Arial" panose="020B0604020202020204" pitchFamily="34" charset="0"/>
              </a:rPr>
              <a:t>1</a:t>
            </a:r>
            <a:r>
              <a:rPr lang="en-US" altLang="zh-CN" sz="2000">
                <a:solidFill>
                  <a:srgbClr val="000000"/>
                </a:solidFill>
                <a:latin typeface="Arial" panose="020B0604020202020204" pitchFamily="34" charset="0"/>
                <a:ea typeface="宋体" panose="02010600030101010101" pitchFamily="2" charset="-122"/>
                <a:cs typeface="Arial" panose="020B0604020202020204" pitchFamily="34" charset="0"/>
              </a:rPr>
              <a:t>)</a:t>
            </a:r>
            <a:r>
              <a:rPr lang="en-US" altLang="zh-CN" sz="2000" baseline="-25000">
                <a:solidFill>
                  <a:srgbClr val="000000"/>
                </a:solidFill>
                <a:latin typeface="Arial" panose="020B0604020202020204" pitchFamily="34" charset="0"/>
                <a:ea typeface="宋体" panose="02010600030101010101" pitchFamily="2" charset="-122"/>
                <a:cs typeface="Arial" panose="020B0604020202020204" pitchFamily="34" charset="0"/>
              </a:rPr>
              <a:t>c</a:t>
            </a:r>
            <a:r>
              <a:rPr lang="en-US" altLang="zh-CN" sz="2000">
                <a:solidFill>
                  <a:srgbClr val="000000"/>
                </a:solidFill>
                <a:latin typeface="Arial" panose="020B0604020202020204" pitchFamily="34" charset="0"/>
                <a:ea typeface="宋体" panose="02010600030101010101" pitchFamily="2" charset="-122"/>
                <a:cs typeface="Arial" panose="020B0604020202020204" pitchFamily="34" charset="0"/>
              </a:rPr>
              <a:t> = 0.616</a:t>
            </a:r>
            <a:r>
              <a:rPr lang="zh-CN" altLang="en-US" sz="2000">
                <a:solidFill>
                  <a:srgbClr val="000000"/>
                </a:solidFill>
                <a:latin typeface="Arial" panose="020B0604020202020204" pitchFamily="34" charset="0"/>
                <a:ea typeface="宋体" panose="02010600030101010101" pitchFamily="2" charset="-122"/>
                <a:cs typeface="Arial" panose="020B0604020202020204" pitchFamily="34" charset="0"/>
              </a:rPr>
              <a:t>处</a:t>
            </a:r>
            <a:endParaRPr lang="zh-CN" altLang="en-US" sz="2000">
              <a:latin typeface="Arial" panose="020B0604020202020204" pitchFamily="34" charset="0"/>
              <a:ea typeface="宋体" panose="02010600030101010101" pitchFamily="2" charset="-122"/>
              <a:cs typeface="Arial" panose="020B0604020202020204" pitchFamily="34" charset="0"/>
            </a:endParaRPr>
          </a:p>
        </p:txBody>
      </p:sp>
      <p:graphicFrame>
        <p:nvGraphicFramePr>
          <p:cNvPr id="106502" name="Object 4"/>
          <p:cNvGraphicFramePr>
            <a:graphicFrameLocks noChangeAspect="1"/>
          </p:cNvGraphicFramePr>
          <p:nvPr/>
        </p:nvGraphicFramePr>
        <p:xfrm>
          <a:off x="2913063" y="1535113"/>
          <a:ext cx="2476500" cy="671512"/>
        </p:xfrm>
        <a:graphic>
          <a:graphicData uri="http://schemas.openxmlformats.org/presentationml/2006/ole">
            <mc:AlternateContent xmlns:mc="http://schemas.openxmlformats.org/markup-compatibility/2006">
              <mc:Choice xmlns:v="urn:schemas-microsoft-com:vml" Requires="v">
                <p:oleObj spid="_x0000_s193547" name="公式" r:id="rId4" imgW="1511300" imgH="431800" progId="Equation.3">
                  <p:embed/>
                </p:oleObj>
              </mc:Choice>
              <mc:Fallback>
                <p:oleObj name="公式" r:id="rId4" imgW="1511300" imgH="431800" progId="Equation.3">
                  <p:embed/>
                  <p:pic>
                    <p:nvPicPr>
                      <p:cNvPr id="106502"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13063" y="1535113"/>
                        <a:ext cx="2476500" cy="671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6503" name="Object 6"/>
          <p:cNvGraphicFramePr>
            <a:graphicFrameLocks noChangeAspect="1"/>
          </p:cNvGraphicFramePr>
          <p:nvPr/>
        </p:nvGraphicFramePr>
        <p:xfrm>
          <a:off x="1349375" y="2740025"/>
          <a:ext cx="3484563" cy="3489325"/>
        </p:xfrm>
        <a:graphic>
          <a:graphicData uri="http://schemas.openxmlformats.org/presentationml/2006/ole">
            <mc:AlternateContent xmlns:mc="http://schemas.openxmlformats.org/markup-compatibility/2006">
              <mc:Choice xmlns:v="urn:schemas-microsoft-com:vml" Requires="v">
                <p:oleObj spid="_x0000_s193548" name="Graph" r:id="rId6" imgW="2924978" imgH="2930487" progId="Origin50.Graph">
                  <p:embed/>
                </p:oleObj>
              </mc:Choice>
              <mc:Fallback>
                <p:oleObj name="Graph" r:id="rId6" imgW="2924978" imgH="2930487" progId="Origin50.Graph">
                  <p:embed/>
                  <p:pic>
                    <p:nvPicPr>
                      <p:cNvPr id="106503"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49375" y="2740025"/>
                        <a:ext cx="3484563" cy="348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6504" name="Object 7"/>
          <p:cNvGraphicFramePr>
            <a:graphicFrameLocks noChangeAspect="1"/>
          </p:cNvGraphicFramePr>
          <p:nvPr/>
        </p:nvGraphicFramePr>
        <p:xfrm>
          <a:off x="4749800" y="2735263"/>
          <a:ext cx="3459163" cy="3457575"/>
        </p:xfrm>
        <a:graphic>
          <a:graphicData uri="http://schemas.openxmlformats.org/presentationml/2006/ole">
            <mc:AlternateContent xmlns:mc="http://schemas.openxmlformats.org/markup-compatibility/2006">
              <mc:Choice xmlns:v="urn:schemas-microsoft-com:vml" Requires="v">
                <p:oleObj spid="_x0000_s193549" name="Graph" r:id="rId8" imgW="2924978" imgH="2930487" progId="Origin50.Graph">
                  <p:embed/>
                </p:oleObj>
              </mc:Choice>
              <mc:Fallback>
                <p:oleObj name="Graph" r:id="rId8" imgW="2924978" imgH="2930487" progId="Origin50.Graph">
                  <p:embed/>
                  <p:pic>
                    <p:nvPicPr>
                      <p:cNvPr id="106504"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49800" y="2735263"/>
                        <a:ext cx="3459163" cy="345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6505" name="Line 9"/>
          <p:cNvSpPr>
            <a:spLocks noChangeShapeType="1"/>
          </p:cNvSpPr>
          <p:nvPr/>
        </p:nvSpPr>
        <p:spPr bwMode="auto">
          <a:xfrm>
            <a:off x="4127500" y="3784600"/>
            <a:ext cx="1066800" cy="0"/>
          </a:xfrm>
          <a:prstGeom prst="line">
            <a:avLst/>
          </a:prstGeom>
          <a:noFill/>
          <a:ln w="9525">
            <a:solidFill>
              <a:srgbClr val="6600CC"/>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sp>
        <p:nvSpPr>
          <p:cNvPr id="106506" name="Line 10"/>
          <p:cNvSpPr>
            <a:spLocks noChangeShapeType="1"/>
          </p:cNvSpPr>
          <p:nvPr/>
        </p:nvSpPr>
        <p:spPr bwMode="auto">
          <a:xfrm>
            <a:off x="3517900" y="4143375"/>
            <a:ext cx="1676400" cy="0"/>
          </a:xfrm>
          <a:prstGeom prst="line">
            <a:avLst/>
          </a:prstGeom>
          <a:noFill/>
          <a:ln w="9525">
            <a:solidFill>
              <a:srgbClr val="6600CC"/>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sp>
        <p:nvSpPr>
          <p:cNvPr id="106507" name="Line 11"/>
          <p:cNvSpPr>
            <a:spLocks noChangeShapeType="1"/>
          </p:cNvSpPr>
          <p:nvPr/>
        </p:nvSpPr>
        <p:spPr bwMode="auto">
          <a:xfrm>
            <a:off x="2667000" y="4419600"/>
            <a:ext cx="2514600" cy="0"/>
          </a:xfrm>
          <a:prstGeom prst="line">
            <a:avLst/>
          </a:prstGeom>
          <a:noFill/>
          <a:ln w="9525">
            <a:solidFill>
              <a:srgbClr val="6600CC"/>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直接连接符 5">
            <a:extLst>
              <a:ext uri="{FF2B5EF4-FFF2-40B4-BE49-F238E27FC236}">
                <a16:creationId xmlns:a16="http://schemas.microsoft.com/office/drawing/2014/main" id="{1AECD475-6423-4372-AF3A-739924620247}"/>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108547"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F9C1631B-5DD7-48AD-A496-EA449BF2E43F}"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12</a:t>
            </a:fld>
            <a:endParaRPr lang="en-US" altLang="zh-CN" sz="1200">
              <a:solidFill>
                <a:srgbClr val="FFFFFF"/>
              </a:solidFill>
              <a:latin typeface="Century Schoolbook" panose="02040604050505020304" pitchFamily="18" charset="0"/>
              <a:ea typeface="宋体" panose="02010600030101010101" pitchFamily="2" charset="-122"/>
            </a:endParaRPr>
          </a:p>
        </p:txBody>
      </p:sp>
      <p:sp>
        <p:nvSpPr>
          <p:cNvPr id="108548" name="Text Box 1027"/>
          <p:cNvSpPr txBox="1">
            <a:spLocks noChangeArrowheads="1"/>
          </p:cNvSpPr>
          <p:nvPr/>
        </p:nvSpPr>
        <p:spPr bwMode="auto">
          <a:xfrm>
            <a:off x="641350" y="315913"/>
            <a:ext cx="7062788"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2400">
                <a:solidFill>
                  <a:srgbClr val="000000"/>
                </a:solidFill>
                <a:latin typeface="Arial" panose="020B0604020202020204" pitchFamily="34" charset="0"/>
                <a:ea typeface="楷体" panose="02010609060101010101" pitchFamily="49" charset="-122"/>
                <a:cs typeface="Arial" panose="020B0604020202020204" pitchFamily="34" charset="0"/>
              </a:rPr>
              <a:t>3) </a:t>
            </a:r>
            <a:r>
              <a:rPr lang="en-US" altLang="zh-CN" sz="2400">
                <a:solidFill>
                  <a:srgbClr val="000000"/>
                </a:solidFill>
                <a:latin typeface="Arial" panose="020B0604020202020204" pitchFamily="34" charset="0"/>
                <a:ea typeface="楷体" panose="02010609060101010101" pitchFamily="49" charset="-122"/>
                <a:cs typeface="Arial" panose="020B0604020202020204" pitchFamily="34" charset="0"/>
              </a:rPr>
              <a:t>r</a:t>
            </a:r>
            <a:r>
              <a:rPr lang="en-US" altLang="zh-CN" sz="2400" baseline="-25000">
                <a:solidFill>
                  <a:srgbClr val="000000"/>
                </a:solidFill>
                <a:latin typeface="Arial" panose="020B0604020202020204" pitchFamily="34" charset="0"/>
                <a:ea typeface="楷体" panose="02010609060101010101" pitchFamily="49" charset="-122"/>
                <a:cs typeface="Arial" panose="020B0604020202020204" pitchFamily="34" charset="0"/>
              </a:rPr>
              <a:t>1 </a:t>
            </a:r>
            <a:r>
              <a:rPr lang="en-US" altLang="zh-CN" sz="2400">
                <a:solidFill>
                  <a:srgbClr val="000000"/>
                </a:solidFill>
                <a:latin typeface="Arial" panose="020B0604020202020204" pitchFamily="34" charset="0"/>
                <a:ea typeface="楷体" panose="02010609060101010101" pitchFamily="49" charset="-122"/>
                <a:cs typeface="Arial" panose="020B0604020202020204" pitchFamily="34" charset="0"/>
              </a:rPr>
              <a:t>= r</a:t>
            </a:r>
            <a:r>
              <a:rPr lang="en-US" altLang="zh-CN" sz="2400" baseline="-25000">
                <a:solidFill>
                  <a:srgbClr val="000000"/>
                </a:solidFill>
                <a:latin typeface="Arial" panose="020B0604020202020204" pitchFamily="34" charset="0"/>
                <a:ea typeface="楷体" panose="02010609060101010101" pitchFamily="49" charset="-122"/>
                <a:cs typeface="Arial" panose="020B0604020202020204" pitchFamily="34" charset="0"/>
              </a:rPr>
              <a:t>2</a:t>
            </a:r>
            <a:r>
              <a:rPr lang="en-US" altLang="zh-CN" sz="2400">
                <a:solidFill>
                  <a:srgbClr val="000000"/>
                </a:solidFill>
                <a:latin typeface="Arial" panose="020B0604020202020204" pitchFamily="34" charset="0"/>
                <a:ea typeface="楷体" panose="02010609060101010101" pitchFamily="49" charset="-122"/>
                <a:cs typeface="Arial" panose="020B0604020202020204" pitchFamily="34" charset="0"/>
              </a:rPr>
              <a:t> = 1 </a:t>
            </a:r>
            <a:r>
              <a:rPr lang="zh-CN" altLang="en-US" sz="2400">
                <a:solidFill>
                  <a:srgbClr val="000000"/>
                </a:solidFill>
                <a:latin typeface="Arial" panose="020B0604020202020204" pitchFamily="34" charset="0"/>
                <a:ea typeface="楷体" panose="02010609060101010101" pitchFamily="49" charset="-122"/>
                <a:cs typeface="Arial" panose="020B0604020202020204" pitchFamily="34" charset="0"/>
              </a:rPr>
              <a:t>恒份共聚  及  </a:t>
            </a:r>
            <a:r>
              <a:rPr lang="en-US" altLang="zh-CN" sz="2400">
                <a:solidFill>
                  <a:srgbClr val="000000"/>
                </a:solidFill>
                <a:latin typeface="Arial" panose="020B0604020202020204" pitchFamily="34" charset="0"/>
                <a:ea typeface="楷体" panose="02010609060101010101" pitchFamily="49" charset="-122"/>
                <a:cs typeface="Arial" panose="020B0604020202020204" pitchFamily="34" charset="0"/>
              </a:rPr>
              <a:t>r</a:t>
            </a:r>
            <a:r>
              <a:rPr lang="en-US" altLang="zh-CN" sz="2400" baseline="-25000">
                <a:solidFill>
                  <a:srgbClr val="000000"/>
                </a:solidFill>
                <a:latin typeface="Arial" panose="020B0604020202020204" pitchFamily="34" charset="0"/>
                <a:ea typeface="楷体" panose="02010609060101010101" pitchFamily="49" charset="-122"/>
                <a:cs typeface="Arial" panose="020B0604020202020204" pitchFamily="34" charset="0"/>
              </a:rPr>
              <a:t>1 </a:t>
            </a:r>
            <a:r>
              <a:rPr lang="en-US" altLang="zh-CN" sz="2400">
                <a:solidFill>
                  <a:srgbClr val="000000"/>
                </a:solidFill>
                <a:latin typeface="Arial" panose="020B0604020202020204" pitchFamily="34" charset="0"/>
                <a:ea typeface="楷体" panose="02010609060101010101" pitchFamily="49" charset="-122"/>
                <a:cs typeface="Arial" panose="020B0604020202020204" pitchFamily="34" charset="0"/>
              </a:rPr>
              <a:t>= r</a:t>
            </a:r>
            <a:r>
              <a:rPr lang="en-US" altLang="zh-CN" sz="2400" baseline="-25000">
                <a:solidFill>
                  <a:srgbClr val="000000"/>
                </a:solidFill>
                <a:latin typeface="Arial" panose="020B0604020202020204" pitchFamily="34" charset="0"/>
                <a:ea typeface="楷体" panose="02010609060101010101" pitchFamily="49" charset="-122"/>
                <a:cs typeface="Arial" panose="020B0604020202020204" pitchFamily="34" charset="0"/>
              </a:rPr>
              <a:t>2</a:t>
            </a:r>
            <a:r>
              <a:rPr lang="en-US" altLang="zh-CN" sz="2400">
                <a:solidFill>
                  <a:srgbClr val="000000"/>
                </a:solidFill>
                <a:latin typeface="Arial" panose="020B0604020202020204" pitchFamily="34" charset="0"/>
                <a:ea typeface="楷体" panose="02010609060101010101" pitchFamily="49" charset="-122"/>
                <a:cs typeface="Arial" panose="020B0604020202020204" pitchFamily="34" charset="0"/>
              </a:rPr>
              <a:t> = 0  </a:t>
            </a:r>
            <a:r>
              <a:rPr lang="zh-CN" altLang="en-US" sz="2400">
                <a:solidFill>
                  <a:srgbClr val="000000"/>
                </a:solidFill>
                <a:latin typeface="Arial" panose="020B0604020202020204" pitchFamily="34" charset="0"/>
                <a:ea typeface="楷体" panose="02010609060101010101" pitchFamily="49" charset="-122"/>
                <a:cs typeface="Arial" panose="020B0604020202020204" pitchFamily="34" charset="0"/>
              </a:rPr>
              <a:t>交替共聚</a:t>
            </a:r>
          </a:p>
          <a:p>
            <a:pPr>
              <a:lnSpc>
                <a:spcPct val="100000"/>
              </a:lnSpc>
              <a:spcBef>
                <a:spcPct val="0"/>
              </a:spcBef>
              <a:buFontTx/>
              <a:buNone/>
            </a:pPr>
            <a:endParaRPr lang="zh-CN" altLang="en-US" sz="2400">
              <a:solidFill>
                <a:srgbClr val="000000"/>
              </a:solidFill>
              <a:latin typeface="Arial" panose="020B0604020202020204" pitchFamily="34" charset="0"/>
              <a:ea typeface="楷体" panose="02010609060101010101" pitchFamily="49" charset="-122"/>
              <a:cs typeface="Arial" panose="020B0604020202020204" pitchFamily="34" charset="0"/>
            </a:endParaRPr>
          </a:p>
          <a:p>
            <a:pPr>
              <a:lnSpc>
                <a:spcPct val="100000"/>
              </a:lnSpc>
              <a:spcBef>
                <a:spcPct val="0"/>
              </a:spcBef>
              <a:buFontTx/>
              <a:buNone/>
            </a:pPr>
            <a:r>
              <a:rPr lang="zh-CN" altLang="en-US" sz="2000">
                <a:latin typeface="Arial" panose="020B0604020202020204" pitchFamily="34" charset="0"/>
                <a:ea typeface="楷体" panose="02010609060101010101" pitchFamily="49" charset="-122"/>
                <a:cs typeface="Arial" panose="020B0604020202020204" pitchFamily="34" charset="0"/>
              </a:rPr>
              <a:t>共聚物动力学组成分布曲线为水平线  :</a:t>
            </a:r>
          </a:p>
          <a:p>
            <a:pPr>
              <a:lnSpc>
                <a:spcPct val="130000"/>
              </a:lnSpc>
              <a:spcBef>
                <a:spcPct val="0"/>
              </a:spcBef>
              <a:buFontTx/>
              <a:buNone/>
            </a:pPr>
            <a:r>
              <a:rPr lang="zh-CN" altLang="en-US" sz="2000">
                <a:latin typeface="Arial" panose="020B0604020202020204" pitchFamily="34" charset="0"/>
                <a:ea typeface="楷体" panose="02010609060101010101" pitchFamily="49" charset="-122"/>
                <a:cs typeface="Arial" panose="020B0604020202020204" pitchFamily="34" charset="0"/>
              </a:rPr>
              <a:t>         交替共聚：曲线起点在 </a:t>
            </a:r>
            <a:r>
              <a:rPr lang="en-US" altLang="zh-CN" sz="2000">
                <a:latin typeface="Arial" panose="020B0604020202020204" pitchFamily="34" charset="0"/>
                <a:ea typeface="楷体" panose="02010609060101010101" pitchFamily="49" charset="-122"/>
                <a:cs typeface="Arial" panose="020B0604020202020204" pitchFamily="34" charset="0"/>
              </a:rPr>
              <a:t>F</a:t>
            </a:r>
            <a:r>
              <a:rPr lang="en-US" altLang="zh-CN" sz="2000" baseline="-25000">
                <a:latin typeface="Arial" panose="020B0604020202020204" pitchFamily="34" charset="0"/>
                <a:ea typeface="楷体" panose="02010609060101010101" pitchFamily="49" charset="-122"/>
                <a:cs typeface="Arial" panose="020B0604020202020204" pitchFamily="34" charset="0"/>
              </a:rPr>
              <a:t>1 </a:t>
            </a:r>
            <a:r>
              <a:rPr lang="en-US" altLang="zh-CN" sz="2000">
                <a:latin typeface="Arial" panose="020B0604020202020204" pitchFamily="34" charset="0"/>
                <a:ea typeface="楷体" panose="02010609060101010101" pitchFamily="49" charset="-122"/>
                <a:cs typeface="Arial" panose="020B0604020202020204" pitchFamily="34" charset="0"/>
              </a:rPr>
              <a:t>= 0.5，F</a:t>
            </a:r>
            <a:r>
              <a:rPr lang="en-US" altLang="zh-CN" sz="2000" baseline="-25000">
                <a:latin typeface="Arial" panose="020B0604020202020204" pitchFamily="34" charset="0"/>
                <a:ea typeface="楷体" panose="02010609060101010101" pitchFamily="49" charset="-122"/>
                <a:cs typeface="Arial" panose="020B0604020202020204" pitchFamily="34" charset="0"/>
              </a:rPr>
              <a:t>1</a:t>
            </a:r>
            <a:r>
              <a:rPr lang="en-US" altLang="zh-CN" sz="2000">
                <a:latin typeface="Arial" panose="020B0604020202020204" pitchFamily="34" charset="0"/>
                <a:ea typeface="楷体" panose="02010609060101010101" pitchFamily="49" charset="-122"/>
                <a:cs typeface="Arial" panose="020B0604020202020204" pitchFamily="34" charset="0"/>
              </a:rPr>
              <a:t>= f</a:t>
            </a:r>
            <a:r>
              <a:rPr lang="en-US" altLang="zh-CN" sz="2000" baseline="-25000">
                <a:latin typeface="Arial" panose="020B0604020202020204" pitchFamily="34" charset="0"/>
                <a:ea typeface="楷体" panose="02010609060101010101" pitchFamily="49" charset="-122"/>
                <a:cs typeface="Arial" panose="020B0604020202020204" pitchFamily="34" charset="0"/>
              </a:rPr>
              <a:t>1 </a:t>
            </a:r>
            <a:r>
              <a:rPr lang="en-US" altLang="zh-CN" sz="2000">
                <a:latin typeface="Arial" panose="020B0604020202020204" pitchFamily="34" charset="0"/>
                <a:ea typeface="楷体" panose="02010609060101010101" pitchFamily="49" charset="-122"/>
                <a:cs typeface="Arial" panose="020B0604020202020204" pitchFamily="34" charset="0"/>
              </a:rPr>
              <a:t>= 0.5；</a:t>
            </a:r>
          </a:p>
          <a:p>
            <a:pPr>
              <a:lnSpc>
                <a:spcPct val="130000"/>
              </a:lnSpc>
              <a:spcBef>
                <a:spcPct val="0"/>
              </a:spcBef>
              <a:buFontTx/>
              <a:buNone/>
            </a:pPr>
            <a:r>
              <a:rPr lang="zh-CN" altLang="en-US" sz="2000">
                <a:latin typeface="Arial" panose="020B0604020202020204" pitchFamily="34" charset="0"/>
                <a:ea typeface="楷体" panose="02010609060101010101" pitchFamily="49" charset="-122"/>
                <a:cs typeface="Arial" panose="020B0604020202020204" pitchFamily="34" charset="0"/>
              </a:rPr>
              <a:t>         恒份共聚：</a:t>
            </a:r>
            <a:r>
              <a:rPr lang="en-US" altLang="zh-CN" sz="2000">
                <a:latin typeface="Arial" panose="020B0604020202020204" pitchFamily="34" charset="0"/>
                <a:ea typeface="楷体" panose="02010609060101010101" pitchFamily="49" charset="-122"/>
                <a:cs typeface="Arial" panose="020B0604020202020204" pitchFamily="34" charset="0"/>
              </a:rPr>
              <a:t>F</a:t>
            </a:r>
            <a:r>
              <a:rPr lang="en-US" altLang="zh-CN" sz="2000" baseline="-25000">
                <a:latin typeface="Arial" panose="020B0604020202020204" pitchFamily="34" charset="0"/>
                <a:ea typeface="楷体" panose="02010609060101010101" pitchFamily="49" charset="-122"/>
                <a:cs typeface="Arial" panose="020B0604020202020204" pitchFamily="34" charset="0"/>
              </a:rPr>
              <a:t>1 </a:t>
            </a:r>
            <a:r>
              <a:rPr lang="en-US" altLang="zh-CN" sz="2000">
                <a:latin typeface="Arial" panose="020B0604020202020204" pitchFamily="34" charset="0"/>
                <a:ea typeface="楷体" panose="02010609060101010101" pitchFamily="49" charset="-122"/>
                <a:cs typeface="Arial" panose="020B0604020202020204" pitchFamily="34" charset="0"/>
              </a:rPr>
              <a:t>= f</a:t>
            </a:r>
            <a:r>
              <a:rPr lang="en-US" altLang="zh-CN" sz="2000" baseline="-25000">
                <a:latin typeface="Arial" panose="020B0604020202020204" pitchFamily="34" charset="0"/>
                <a:ea typeface="楷体" panose="02010609060101010101" pitchFamily="49" charset="-122"/>
                <a:cs typeface="Arial" panose="020B0604020202020204" pitchFamily="34" charset="0"/>
              </a:rPr>
              <a:t>1</a:t>
            </a:r>
            <a:r>
              <a:rPr lang="en-US" altLang="zh-CN" sz="2000">
                <a:latin typeface="Arial" panose="020B0604020202020204" pitchFamily="34" charset="0"/>
                <a:ea typeface="楷体" panose="02010609060101010101" pitchFamily="49" charset="-122"/>
                <a:cs typeface="Arial" panose="020B0604020202020204" pitchFamily="34" charset="0"/>
              </a:rPr>
              <a:t>，</a:t>
            </a:r>
            <a:r>
              <a:rPr lang="zh-CN" altLang="en-US" sz="2000">
                <a:latin typeface="Arial" panose="020B0604020202020204" pitchFamily="34" charset="0"/>
                <a:ea typeface="楷体" panose="02010609060101010101" pitchFamily="49" charset="-122"/>
                <a:cs typeface="Arial" panose="020B0604020202020204" pitchFamily="34" charset="0"/>
              </a:rPr>
              <a:t>起点由起始配料比  (</a:t>
            </a:r>
            <a:r>
              <a:rPr lang="en-US" altLang="zh-CN" sz="2000">
                <a:latin typeface="Arial" panose="020B0604020202020204" pitchFamily="34" charset="0"/>
                <a:ea typeface="楷体" panose="02010609060101010101" pitchFamily="49" charset="-122"/>
                <a:cs typeface="Arial" panose="020B0604020202020204" pitchFamily="34" charset="0"/>
              </a:rPr>
              <a:t>f</a:t>
            </a:r>
            <a:r>
              <a:rPr lang="en-US" altLang="zh-CN" sz="2000" baseline="-25000">
                <a:latin typeface="Arial" panose="020B0604020202020204" pitchFamily="34" charset="0"/>
                <a:ea typeface="楷体" panose="02010609060101010101" pitchFamily="49" charset="-122"/>
                <a:cs typeface="Arial" panose="020B0604020202020204" pitchFamily="34" charset="0"/>
              </a:rPr>
              <a:t>1</a:t>
            </a:r>
            <a:r>
              <a:rPr lang="en-US" altLang="zh-CN" sz="2000">
                <a:latin typeface="Arial" panose="020B0604020202020204" pitchFamily="34" charset="0"/>
                <a:ea typeface="楷体" panose="02010609060101010101" pitchFamily="49" charset="-122"/>
                <a:cs typeface="Arial" panose="020B0604020202020204" pitchFamily="34" charset="0"/>
              </a:rPr>
              <a:t>)</a:t>
            </a:r>
            <a:r>
              <a:rPr lang="en-US" altLang="zh-CN" sz="2000" baseline="-25000">
                <a:latin typeface="Arial" panose="020B0604020202020204" pitchFamily="34" charset="0"/>
                <a:ea typeface="楷体" panose="02010609060101010101" pitchFamily="49" charset="-122"/>
                <a:cs typeface="Arial" panose="020B0604020202020204" pitchFamily="34" charset="0"/>
              </a:rPr>
              <a:t>0 </a:t>
            </a:r>
            <a:r>
              <a:rPr lang="zh-CN" altLang="en-US" sz="2000">
                <a:latin typeface="Arial" panose="020B0604020202020204" pitchFamily="34" charset="0"/>
                <a:ea typeface="楷体" panose="02010609060101010101" pitchFamily="49" charset="-122"/>
                <a:cs typeface="Arial" panose="020B0604020202020204" pitchFamily="34" charset="0"/>
              </a:rPr>
              <a:t>决定；</a:t>
            </a:r>
          </a:p>
          <a:p>
            <a:pPr>
              <a:lnSpc>
                <a:spcPct val="100000"/>
              </a:lnSpc>
              <a:spcBef>
                <a:spcPct val="0"/>
              </a:spcBef>
              <a:buFontTx/>
              <a:buNone/>
            </a:pPr>
            <a:endPar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endParaRPr>
          </a:p>
          <a:p>
            <a:pPr>
              <a:lnSpc>
                <a:spcPct val="100000"/>
              </a:lnSpc>
              <a:spcBef>
                <a:spcPct val="0"/>
              </a:spcBef>
              <a:buFontTx/>
              <a:buNone/>
            </a:pP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由上可见</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 </a:t>
            </a: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已知单体的竟聚率 </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r</a:t>
            </a:r>
            <a:r>
              <a:rPr lang="en-US" altLang="zh-CN" sz="2000" baseline="-25000">
                <a:solidFill>
                  <a:srgbClr val="000000"/>
                </a:solidFill>
                <a:latin typeface="Arial" panose="020B0604020202020204" pitchFamily="34" charset="0"/>
                <a:ea typeface="楷体" panose="02010609060101010101" pitchFamily="49" charset="-122"/>
                <a:cs typeface="Arial" panose="020B0604020202020204" pitchFamily="34" charset="0"/>
              </a:rPr>
              <a:t>1</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，r</a:t>
            </a:r>
            <a:r>
              <a:rPr lang="en-US" altLang="zh-CN" sz="2000" baseline="-25000">
                <a:solidFill>
                  <a:srgbClr val="000000"/>
                </a:solidFill>
                <a:latin typeface="Arial" panose="020B0604020202020204" pitchFamily="34" charset="0"/>
                <a:ea typeface="楷体" panose="02010609060101010101" pitchFamily="49" charset="-122"/>
                <a:cs typeface="Arial" panose="020B0604020202020204" pitchFamily="34" charset="0"/>
              </a:rPr>
              <a:t>2 </a:t>
            </a: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及 </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F</a:t>
            </a:r>
            <a:r>
              <a:rPr lang="en-US" altLang="zh-CN" sz="2000" baseline="-25000">
                <a:solidFill>
                  <a:srgbClr val="000000"/>
                </a:solidFill>
                <a:latin typeface="Arial" panose="020B0604020202020204" pitchFamily="34" charset="0"/>
                <a:ea typeface="楷体" panose="02010609060101010101" pitchFamily="49" charset="-122"/>
                <a:cs typeface="Arial" panose="020B0604020202020204" pitchFamily="34" charset="0"/>
              </a:rPr>
              <a:t>1</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～f</a:t>
            </a:r>
            <a:r>
              <a:rPr lang="en-US" altLang="zh-CN" sz="2000" baseline="-25000">
                <a:solidFill>
                  <a:srgbClr val="000000"/>
                </a:solidFill>
                <a:latin typeface="Arial" panose="020B0604020202020204" pitchFamily="34" charset="0"/>
                <a:ea typeface="楷体" panose="02010609060101010101" pitchFamily="49" charset="-122"/>
                <a:cs typeface="Arial" panose="020B0604020202020204" pitchFamily="34" charset="0"/>
              </a:rPr>
              <a:t>1</a:t>
            </a: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关系曲线 </a:t>
            </a:r>
            <a:endPar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endParaRPr>
          </a:p>
          <a:p>
            <a:pPr>
              <a:lnSpc>
                <a:spcPct val="100000"/>
              </a:lnSpc>
              <a:spcBef>
                <a:spcPct val="0"/>
              </a:spcBef>
              <a:buFontTx/>
              <a:buNone/>
            </a:pP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                 </a:t>
            </a: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 共聚物动力学组成分布曲线（定性）</a:t>
            </a:r>
            <a:endParaRPr lang="zh-CN" altLang="en-US" sz="2000">
              <a:latin typeface="Arial" panose="020B0604020202020204" pitchFamily="34" charset="0"/>
              <a:ea typeface="楷体" panose="02010609060101010101" pitchFamily="49" charset="-122"/>
              <a:cs typeface="Arial" panose="020B0604020202020204" pitchFamily="34" charset="0"/>
            </a:endParaRPr>
          </a:p>
        </p:txBody>
      </p:sp>
      <p:graphicFrame>
        <p:nvGraphicFramePr>
          <p:cNvPr id="108549" name="Object 1032"/>
          <p:cNvGraphicFramePr>
            <a:graphicFrameLocks noChangeAspect="1"/>
          </p:cNvGraphicFramePr>
          <p:nvPr/>
        </p:nvGraphicFramePr>
        <p:xfrm>
          <a:off x="866775" y="3397250"/>
          <a:ext cx="7035800" cy="1646238"/>
        </p:xfrm>
        <a:graphic>
          <a:graphicData uri="http://schemas.openxmlformats.org/presentationml/2006/ole">
            <mc:AlternateContent xmlns:mc="http://schemas.openxmlformats.org/markup-compatibility/2006">
              <mc:Choice xmlns:v="urn:schemas-microsoft-com:vml" Requires="v">
                <p:oleObj spid="_x0000_s194565" name="Document" r:id="rId3" imgW="3756433" imgH="875884" progId="Word.Document.8">
                  <p:embed/>
                </p:oleObj>
              </mc:Choice>
              <mc:Fallback>
                <p:oleObj name="Document" r:id="rId3" imgW="3756433" imgH="875884" progId="Word.Document.8">
                  <p:embed/>
                  <p:pic>
                    <p:nvPicPr>
                      <p:cNvPr id="108549" name="Object 103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6775" y="3397250"/>
                        <a:ext cx="7035800" cy="1646238"/>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8550" name="Text Box 1033"/>
          <p:cNvSpPr txBox="1">
            <a:spLocks noChangeArrowheads="1"/>
          </p:cNvSpPr>
          <p:nvPr/>
        </p:nvSpPr>
        <p:spPr bwMode="auto">
          <a:xfrm>
            <a:off x="628650" y="5335588"/>
            <a:ext cx="7777163"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20000"/>
              </a:spcBef>
              <a:buFontTx/>
              <a:buNone/>
            </a:pPr>
            <a:r>
              <a:rPr lang="zh-CN" altLang="en-US" sz="2100" b="1" dirty="0">
                <a:solidFill>
                  <a:srgbClr val="FF0000"/>
                </a:solidFill>
                <a:latin typeface="Century Schoolbook" panose="02040604050505020304" pitchFamily="18" charset="0"/>
                <a:ea typeface="宋体" panose="02010600030101010101" pitchFamily="2" charset="-122"/>
              </a:rPr>
              <a:t>上述规律指出了共聚物组成变化的方向， 不能直接用于控制共聚物的组成。</a:t>
            </a:r>
            <a:endParaRPr lang="zh-CN" altLang="en-US" sz="2400" b="1" dirty="0">
              <a:solidFill>
                <a:srgbClr val="FF0000"/>
              </a:solidFill>
              <a:latin typeface="Century Schoolbook" panose="020406040505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8549"/>
                                        </p:tgtEl>
                                        <p:attrNameLst>
                                          <p:attrName>style.visibility</p:attrName>
                                        </p:attrNameLst>
                                      </p:cBhvr>
                                      <p:to>
                                        <p:strVal val="visible"/>
                                      </p:to>
                                    </p:set>
                                    <p:animEffect transition="in" filter="fade">
                                      <p:cBhvr>
                                        <p:cTn id="7" dur="500"/>
                                        <p:tgtEl>
                                          <p:spTgt spid="10854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8550"/>
                                        </p:tgtEl>
                                        <p:attrNameLst>
                                          <p:attrName>style.visibility</p:attrName>
                                        </p:attrNameLst>
                                      </p:cBhvr>
                                      <p:to>
                                        <p:strVal val="visible"/>
                                      </p:to>
                                    </p:set>
                                    <p:animEffect transition="in" filter="fade">
                                      <p:cBhvr>
                                        <p:cTn id="12" dur="500"/>
                                        <p:tgtEl>
                                          <p:spTgt spid="1085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5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4D98E13D-4132-4CCE-9110-9D0BB9C70607}"/>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109571"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9F9B86B4-DE73-42EB-A484-3FB42CC2A966}"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13</a:t>
            </a:fld>
            <a:endParaRPr lang="en-US" altLang="zh-CN" sz="1200">
              <a:solidFill>
                <a:srgbClr val="FFFFFF"/>
              </a:solidFill>
              <a:latin typeface="Century Schoolbook" panose="02040604050505020304" pitchFamily="18" charset="0"/>
              <a:ea typeface="宋体" panose="02010600030101010101" pitchFamily="2" charset="-122"/>
            </a:endParaRPr>
          </a:p>
        </p:txBody>
      </p:sp>
      <p:sp>
        <p:nvSpPr>
          <p:cNvPr id="109572" name="Text Box 1031"/>
          <p:cNvSpPr txBox="1">
            <a:spLocks noChangeArrowheads="1"/>
          </p:cNvSpPr>
          <p:nvPr/>
        </p:nvSpPr>
        <p:spPr bwMode="auto">
          <a:xfrm>
            <a:off x="250825" y="476250"/>
            <a:ext cx="8642350" cy="208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20000"/>
              </a:lnSpc>
              <a:spcBef>
                <a:spcPct val="0"/>
              </a:spcBef>
              <a:buFontTx/>
              <a:buNone/>
            </a:pPr>
            <a:r>
              <a:rPr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通过控制转化率来控制共聚物的组成，</a:t>
            </a:r>
            <a:r>
              <a:rPr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rPr>
              <a:t>前提是准确作出共聚物动力学组成分布曲线</a:t>
            </a:r>
            <a:r>
              <a:rPr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，有两条途径：</a:t>
            </a:r>
          </a:p>
          <a:p>
            <a:pPr algn="just">
              <a:lnSpc>
                <a:spcPct val="120000"/>
              </a:lnSpc>
              <a:spcBef>
                <a:spcPct val="0"/>
              </a:spcBef>
              <a:buFontTx/>
              <a:buNone/>
            </a:pP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1) 通过实验测定不同转化率</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C %</a:t>
            </a: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下的</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F</a:t>
            </a:r>
            <a:r>
              <a:rPr lang="en-US" altLang="zh-CN" sz="2000" baseline="-25000">
                <a:solidFill>
                  <a:srgbClr val="000000"/>
                </a:solidFill>
                <a:latin typeface="Arial" panose="020B0604020202020204" pitchFamily="34" charset="0"/>
                <a:ea typeface="楷体" panose="02010609060101010101" pitchFamily="49" charset="-122"/>
                <a:cs typeface="Arial" panose="020B0604020202020204" pitchFamily="34" charset="0"/>
              </a:rPr>
              <a:t>1</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，F</a:t>
            </a:r>
            <a:r>
              <a:rPr lang="en-US" altLang="zh-CN" sz="2000" baseline="-25000">
                <a:solidFill>
                  <a:srgbClr val="000000"/>
                </a:solidFill>
                <a:latin typeface="Arial" panose="020B0604020202020204" pitchFamily="34" charset="0"/>
                <a:ea typeface="楷体" panose="02010609060101010101" pitchFamily="49" charset="-122"/>
                <a:cs typeface="Arial" panose="020B0604020202020204" pitchFamily="34" charset="0"/>
              </a:rPr>
              <a:t>1</a:t>
            </a: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对</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C %</a:t>
            </a: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作图；</a:t>
            </a:r>
          </a:p>
          <a:p>
            <a:pPr algn="just">
              <a:lnSpc>
                <a:spcPct val="120000"/>
              </a:lnSpc>
              <a:spcBef>
                <a:spcPct val="0"/>
              </a:spcBef>
              <a:buFontTx/>
              <a:buNone/>
            </a:pP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2) 通过共聚物组成微分方程的积分求出转化率 </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C%</a:t>
            </a: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与 </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f</a:t>
            </a:r>
            <a:r>
              <a:rPr lang="en-US" altLang="zh-CN" sz="2000" baseline="-25000">
                <a:solidFill>
                  <a:srgbClr val="000000"/>
                </a:solidFill>
                <a:latin typeface="Arial" panose="020B0604020202020204" pitchFamily="34" charset="0"/>
                <a:ea typeface="楷体" panose="02010609060101010101" pitchFamily="49" charset="-122"/>
                <a:cs typeface="Arial" panose="020B0604020202020204" pitchFamily="34" charset="0"/>
              </a:rPr>
              <a:t>1</a:t>
            </a: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的函数关系 。</a:t>
            </a:r>
            <a:endPar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endParaRPr>
          </a:p>
          <a:p>
            <a:pPr algn="just">
              <a:lnSpc>
                <a:spcPct val="120000"/>
              </a:lnSpc>
              <a:spcBef>
                <a:spcPct val="0"/>
              </a:spcBef>
              <a:buFontTx/>
              <a:buNone/>
            </a:pPr>
            <a:r>
              <a:rPr lang="en-US" altLang="zh-CN" sz="2000">
                <a:latin typeface="Arial" panose="020B0604020202020204" pitchFamily="34" charset="0"/>
                <a:ea typeface="楷体" panose="02010609060101010101" pitchFamily="49" charset="-122"/>
                <a:cs typeface="Arial" panose="020B0604020202020204" pitchFamily="34" charset="0"/>
              </a:rPr>
              <a:t>(Ref: Mayor   J. Polym. Sci. Part A: 3, 2843-2851 (1965))</a:t>
            </a:r>
            <a:endParaRPr lang="zh-CN" altLang="en-US" sz="2000">
              <a:latin typeface="Arial" panose="020B0604020202020204" pitchFamily="34" charset="0"/>
              <a:ea typeface="楷体" panose="02010609060101010101" pitchFamily="49" charset="-122"/>
              <a:cs typeface="Arial" panose="020B0604020202020204" pitchFamily="34" charset="0"/>
            </a:endParaRPr>
          </a:p>
        </p:txBody>
      </p:sp>
      <p:pic>
        <p:nvPicPr>
          <p:cNvPr id="109573" name="Picture 1034" descr="3-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4075" y="2503488"/>
            <a:ext cx="4024313" cy="390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9574" name="矩形 1"/>
          <p:cNvSpPr>
            <a:spLocks noChangeArrowheads="1"/>
          </p:cNvSpPr>
          <p:nvPr/>
        </p:nvSpPr>
        <p:spPr bwMode="auto">
          <a:xfrm>
            <a:off x="2268538" y="6283325"/>
            <a:ext cx="42497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zh-CN" sz="1800">
                <a:solidFill>
                  <a:srgbClr val="000000"/>
                </a:solidFill>
                <a:latin typeface="Arial" panose="020B0604020202020204" pitchFamily="34" charset="0"/>
                <a:ea typeface="楷体" panose="02010609060101010101" pitchFamily="49" charset="-122"/>
                <a:cs typeface="Arial" panose="020B0604020202020204" pitchFamily="34" charset="0"/>
              </a:rPr>
              <a:t>St-MMA</a:t>
            </a:r>
            <a:r>
              <a:rPr lang="zh-CN" altLang="en-US" sz="1800">
                <a:solidFill>
                  <a:srgbClr val="000000"/>
                </a:solidFill>
                <a:latin typeface="Arial" panose="020B0604020202020204" pitchFamily="34" charset="0"/>
                <a:ea typeface="楷体" panose="02010609060101010101" pitchFamily="49" charset="-122"/>
                <a:cs typeface="Arial" panose="020B0604020202020204" pitchFamily="34" charset="0"/>
              </a:rPr>
              <a:t>共聚体系的组成和转化率曲线。</a:t>
            </a:r>
            <a:endParaRPr lang="zh-CN" altLang="en-US" sz="1800">
              <a:cs typeface="Arial" panose="020B0604020202020204" pitchFamily="34" charset="0"/>
            </a:endParaRPr>
          </a:p>
        </p:txBody>
      </p:sp>
      <p:sp>
        <p:nvSpPr>
          <p:cNvPr id="7" name="矩形 6">
            <a:extLst>
              <a:ext uri="{FF2B5EF4-FFF2-40B4-BE49-F238E27FC236}">
                <a16:creationId xmlns:a16="http://schemas.microsoft.com/office/drawing/2014/main" id="{D22F8145-F222-4B59-9C82-AA17E31F0396}"/>
              </a:ext>
            </a:extLst>
          </p:cNvPr>
          <p:cNvSpPr>
            <a:spLocks noRot="1" noChangeAspect="1" noMove="1" noResize="1" noEditPoints="1" noAdjustHandles="1" noChangeArrowheads="1" noChangeShapeType="1" noTextEdit="1"/>
          </p:cNvSpPr>
          <p:nvPr/>
        </p:nvSpPr>
        <p:spPr>
          <a:xfrm>
            <a:off x="576878" y="2899447"/>
            <a:ext cx="1557349" cy="468205"/>
          </a:xfrm>
          <a:prstGeom prst="rect">
            <a:avLst/>
          </a:prstGeom>
          <a:blipFill>
            <a:blip r:embed="rId3"/>
            <a:stretch>
              <a:fillRect l="-784" b="-18421"/>
            </a:stretch>
          </a:blipFill>
        </p:spPr>
        <p:txBody>
          <a:bodyPr/>
          <a:lstStyle/>
          <a:p>
            <a:pPr>
              <a:defRPr/>
            </a:pPr>
            <a:r>
              <a:rPr lang="zh-CN" altLang="en-US">
                <a:noFill/>
              </a:rPr>
              <a:t> </a:t>
            </a:r>
          </a:p>
        </p:txBody>
      </p:sp>
      <p:sp>
        <p:nvSpPr>
          <p:cNvPr id="8" name="矩形 7">
            <a:extLst>
              <a:ext uri="{FF2B5EF4-FFF2-40B4-BE49-F238E27FC236}">
                <a16:creationId xmlns:a16="http://schemas.microsoft.com/office/drawing/2014/main" id="{541B3B62-40E2-4CCE-9CD5-4377E2347F8D}"/>
              </a:ext>
            </a:extLst>
          </p:cNvPr>
          <p:cNvSpPr>
            <a:spLocks noRot="1" noChangeAspect="1" noMove="1" noResize="1" noEditPoints="1" noAdjustHandles="1" noChangeArrowheads="1" noChangeShapeType="1" noTextEdit="1"/>
          </p:cNvSpPr>
          <p:nvPr/>
        </p:nvSpPr>
        <p:spPr>
          <a:xfrm>
            <a:off x="576877" y="3634783"/>
            <a:ext cx="1557349" cy="468975"/>
          </a:xfrm>
          <a:prstGeom prst="rect">
            <a:avLst/>
          </a:prstGeom>
          <a:blipFill>
            <a:blip r:embed="rId4"/>
            <a:stretch>
              <a:fillRect l="-784" b="-16883"/>
            </a:stretch>
          </a:blipFill>
        </p:spPr>
        <p:txBody>
          <a:bodyPr/>
          <a:lstStyle/>
          <a:p>
            <a:pPr>
              <a:defRPr/>
            </a:pPr>
            <a:r>
              <a:rPr lang="zh-CN" altLang="en-US">
                <a:noFill/>
              </a:rPr>
              <a:t> </a:t>
            </a:r>
          </a:p>
        </p:txBody>
      </p:sp>
      <p:sp>
        <p:nvSpPr>
          <p:cNvPr id="9" name="矩形 8">
            <a:extLst>
              <a:ext uri="{FF2B5EF4-FFF2-40B4-BE49-F238E27FC236}">
                <a16:creationId xmlns:a16="http://schemas.microsoft.com/office/drawing/2014/main" id="{A1C8FF98-6A05-4EE0-80BE-428D87CC8E9B}"/>
              </a:ext>
            </a:extLst>
          </p:cNvPr>
          <p:cNvSpPr>
            <a:spLocks noRot="1" noChangeAspect="1" noMove="1" noResize="1" noEditPoints="1" noAdjustHandles="1" noChangeArrowheads="1" noChangeShapeType="1" noTextEdit="1"/>
          </p:cNvSpPr>
          <p:nvPr/>
        </p:nvSpPr>
        <p:spPr>
          <a:xfrm>
            <a:off x="576877" y="4177338"/>
            <a:ext cx="1473609" cy="461665"/>
          </a:xfrm>
          <a:prstGeom prst="rect">
            <a:avLst/>
          </a:prstGeom>
          <a:blipFill>
            <a:blip r:embed="rId5"/>
            <a:stretch>
              <a:fillRect b="-1316"/>
            </a:stretch>
          </a:blipFill>
        </p:spPr>
        <p:txBody>
          <a:bodyPr/>
          <a:lstStyle/>
          <a:p>
            <a:pPr>
              <a:defRPr/>
            </a:pPr>
            <a:r>
              <a:rPr lang="zh-CN" altLang="en-US">
                <a:noFill/>
              </a:rPr>
              <a:t> </a:t>
            </a:r>
          </a:p>
        </p:txBody>
      </p:sp>
      <p:sp>
        <p:nvSpPr>
          <p:cNvPr id="10" name="矩形 9">
            <a:extLst>
              <a:ext uri="{FF2B5EF4-FFF2-40B4-BE49-F238E27FC236}">
                <a16:creationId xmlns:a16="http://schemas.microsoft.com/office/drawing/2014/main" id="{4E3FAE41-0F49-465B-AA53-4271A18AFF1C}"/>
              </a:ext>
            </a:extLst>
          </p:cNvPr>
          <p:cNvSpPr>
            <a:spLocks noRot="1" noChangeAspect="1" noMove="1" noResize="1" noEditPoints="1" noAdjustHandles="1" noChangeArrowheads="1" noChangeShapeType="1" noTextEdit="1"/>
          </p:cNvSpPr>
          <p:nvPr/>
        </p:nvSpPr>
        <p:spPr>
          <a:xfrm>
            <a:off x="576877" y="4674937"/>
            <a:ext cx="1480726" cy="461665"/>
          </a:xfrm>
          <a:prstGeom prst="rect">
            <a:avLst/>
          </a:prstGeom>
          <a:blipFill>
            <a:blip r:embed="rId6"/>
            <a:stretch>
              <a:fillRect/>
            </a:stretch>
          </a:blipFill>
        </p:spPr>
        <p:txBody>
          <a:bodyPr/>
          <a:lstStyle/>
          <a:p>
            <a:pPr>
              <a:defRPr/>
            </a:pPr>
            <a:r>
              <a:rPr lang="zh-CN" altLang="en-US">
                <a:noFill/>
              </a:rPr>
              <a:t> </a:t>
            </a:r>
          </a:p>
        </p:txBody>
      </p:sp>
      <p:sp>
        <p:nvSpPr>
          <p:cNvPr id="11" name="矩形 10">
            <a:extLst>
              <a:ext uri="{FF2B5EF4-FFF2-40B4-BE49-F238E27FC236}">
                <a16:creationId xmlns:a16="http://schemas.microsoft.com/office/drawing/2014/main" id="{70556B35-76DE-4AF1-8C4A-565D15849402}"/>
              </a:ext>
            </a:extLst>
          </p:cNvPr>
          <p:cNvSpPr>
            <a:spLocks noRot="1" noChangeAspect="1" noMove="1" noResize="1" noEditPoints="1" noAdjustHandles="1" noChangeArrowheads="1" noChangeShapeType="1" noTextEdit="1"/>
          </p:cNvSpPr>
          <p:nvPr/>
        </p:nvSpPr>
        <p:spPr>
          <a:xfrm>
            <a:off x="5980073" y="2678212"/>
            <a:ext cx="3082062" cy="461665"/>
          </a:xfrm>
          <a:prstGeom prst="rect">
            <a:avLst/>
          </a:prstGeom>
          <a:blipFill>
            <a:blip r:embed="rId7"/>
            <a:stretch>
              <a:fillRect l="-198" b="-17105"/>
            </a:stretch>
          </a:blipFill>
        </p:spPr>
        <p:txBody>
          <a:bodyPr/>
          <a:lstStyle/>
          <a:p>
            <a:pPr>
              <a:defRPr/>
            </a:pPr>
            <a:r>
              <a:rPr lang="zh-CN" altLang="en-US" dirty="0">
                <a:noFill/>
              </a:rPr>
              <a:t> </a:t>
            </a:r>
          </a:p>
        </p:txBody>
      </p:sp>
      <p:sp>
        <p:nvSpPr>
          <p:cNvPr id="109580" name="矩形 1"/>
          <p:cNvSpPr>
            <a:spLocks noChangeArrowheads="1"/>
          </p:cNvSpPr>
          <p:nvPr/>
        </p:nvSpPr>
        <p:spPr bwMode="auto">
          <a:xfrm>
            <a:off x="6084888" y="3363913"/>
            <a:ext cx="24923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1800">
                <a:solidFill>
                  <a:srgbClr val="000000"/>
                </a:solidFill>
                <a:latin typeface="Arial" panose="020B0604020202020204" pitchFamily="34" charset="0"/>
                <a:ea typeface="楷体" panose="02010609060101010101" pitchFamily="49" charset="-122"/>
                <a:cs typeface="Arial" panose="020B0604020202020204" pitchFamily="34" charset="0"/>
              </a:rPr>
              <a:t>中间水平线为恒比组成</a:t>
            </a:r>
            <a:endParaRPr lang="zh-CN" altLang="en-US" sz="1800">
              <a:cs typeface="Arial" panose="020B0604020202020204" pitchFamily="34" charset="0"/>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BCAD99F8-0425-4069-B434-E8BA13599D94}"/>
              </a:ext>
            </a:extLst>
          </p:cNvPr>
          <p:cNvSpPr>
            <a:spLocks noGrp="1"/>
          </p:cNvSpPr>
          <p:nvPr>
            <p:ph type="sldNum" sz="quarter" idx="12"/>
          </p:nvPr>
        </p:nvSpPr>
        <p:spPr/>
        <p:txBody>
          <a:bodyPr/>
          <a:lstStyle/>
          <a:p>
            <a:pPr>
              <a:defRPr/>
            </a:pPr>
            <a:fld id="{86FA918D-0963-4B97-9AB4-31D8FB9DB139}" type="slidenum">
              <a:rPr lang="zh-CN" altLang="en-US" smtClean="0"/>
              <a:pPr>
                <a:defRPr/>
              </a:pPr>
              <a:t>14</a:t>
            </a:fld>
            <a:endParaRPr lang="en-US" altLang="zh-CN"/>
          </a:p>
        </p:txBody>
      </p:sp>
      <p:pic>
        <p:nvPicPr>
          <p:cNvPr id="110595" name="图片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52463" y="260350"/>
            <a:ext cx="7886700" cy="558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0596" name="矩形 4"/>
          <p:cNvSpPr>
            <a:spLocks noChangeArrowheads="1"/>
          </p:cNvSpPr>
          <p:nvPr/>
        </p:nvSpPr>
        <p:spPr bwMode="auto">
          <a:xfrm>
            <a:off x="971550" y="5818188"/>
            <a:ext cx="74168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1800">
                <a:solidFill>
                  <a:srgbClr val="000000"/>
                </a:solidFill>
                <a:latin typeface="Arial" panose="020B0604020202020204" pitchFamily="34" charset="0"/>
                <a:ea typeface="楷体" panose="02010609060101010101" pitchFamily="49" charset="-122"/>
                <a:cs typeface="Arial" panose="020B0604020202020204" pitchFamily="34" charset="0"/>
              </a:rPr>
              <a:t>假设上述聚合物由五元环化合物开环聚合生成，通过实验测定不同转化率</a:t>
            </a:r>
            <a:r>
              <a:rPr lang="en-US" altLang="zh-CN" sz="1800">
                <a:solidFill>
                  <a:srgbClr val="000000"/>
                </a:solidFill>
                <a:latin typeface="Arial" panose="020B0604020202020204" pitchFamily="34" charset="0"/>
                <a:ea typeface="楷体" panose="02010609060101010101" pitchFamily="49" charset="-122"/>
                <a:cs typeface="Arial" panose="020B0604020202020204" pitchFamily="34" charset="0"/>
              </a:rPr>
              <a:t>C %</a:t>
            </a:r>
            <a:r>
              <a:rPr lang="zh-CN" altLang="en-US" sz="1800">
                <a:solidFill>
                  <a:srgbClr val="000000"/>
                </a:solidFill>
                <a:latin typeface="Arial" panose="020B0604020202020204" pitchFamily="34" charset="0"/>
                <a:ea typeface="楷体" panose="02010609060101010101" pitchFamily="49" charset="-122"/>
                <a:cs typeface="Arial" panose="020B0604020202020204" pitchFamily="34" charset="0"/>
              </a:rPr>
              <a:t>下的</a:t>
            </a:r>
            <a:r>
              <a:rPr lang="en-US" altLang="zh-CN" sz="1800">
                <a:solidFill>
                  <a:srgbClr val="000000"/>
                </a:solidFill>
                <a:latin typeface="Arial" panose="020B0604020202020204" pitchFamily="34" charset="0"/>
                <a:ea typeface="楷体" panose="02010609060101010101" pitchFamily="49" charset="-122"/>
                <a:cs typeface="Arial" panose="020B0604020202020204" pitchFamily="34" charset="0"/>
              </a:rPr>
              <a:t>f</a:t>
            </a:r>
            <a:r>
              <a:rPr lang="en-US" altLang="zh-CN" sz="1800" baseline="-25000">
                <a:solidFill>
                  <a:srgbClr val="000000"/>
                </a:solidFill>
                <a:latin typeface="Arial" panose="020B0604020202020204" pitchFamily="34" charset="0"/>
                <a:ea typeface="楷体" panose="02010609060101010101" pitchFamily="49" charset="-122"/>
                <a:cs typeface="Arial" panose="020B0604020202020204" pitchFamily="34" charset="0"/>
              </a:rPr>
              <a:t>1</a:t>
            </a:r>
            <a:r>
              <a:rPr lang="zh-CN" altLang="en-US" sz="1800">
                <a:solidFill>
                  <a:srgbClr val="000000"/>
                </a:solidFill>
                <a:latin typeface="Arial" panose="020B0604020202020204" pitchFamily="34" charset="0"/>
                <a:ea typeface="楷体" panose="02010609060101010101" pitchFamily="49" charset="-122"/>
                <a:cs typeface="Arial" panose="020B0604020202020204" pitchFamily="34" charset="0"/>
              </a:rPr>
              <a:t>， </a:t>
            </a:r>
            <a:r>
              <a:rPr lang="en-US" altLang="zh-CN" sz="1800">
                <a:solidFill>
                  <a:srgbClr val="000000"/>
                </a:solidFill>
                <a:latin typeface="Arial" panose="020B0604020202020204" pitchFamily="34" charset="0"/>
                <a:ea typeface="楷体" panose="02010609060101010101" pitchFamily="49" charset="-122"/>
                <a:cs typeface="Arial" panose="020B0604020202020204" pitchFamily="34" charset="0"/>
              </a:rPr>
              <a:t>F</a:t>
            </a:r>
            <a:r>
              <a:rPr lang="en-US" altLang="zh-CN" sz="1800" baseline="-25000">
                <a:solidFill>
                  <a:srgbClr val="000000"/>
                </a:solidFill>
                <a:latin typeface="Arial" panose="020B0604020202020204" pitchFamily="34" charset="0"/>
                <a:ea typeface="楷体" panose="02010609060101010101" pitchFamily="49" charset="-122"/>
                <a:cs typeface="Arial" panose="020B0604020202020204" pitchFamily="34" charset="0"/>
              </a:rPr>
              <a:t>1</a:t>
            </a:r>
            <a:r>
              <a:rPr lang="en-US" altLang="zh-CN" sz="1800">
                <a:solidFill>
                  <a:srgbClr val="000000"/>
                </a:solidFill>
                <a:latin typeface="Arial" panose="020B0604020202020204" pitchFamily="34" charset="0"/>
                <a:ea typeface="楷体" panose="02010609060101010101" pitchFamily="49" charset="-122"/>
                <a:cs typeface="Arial" panose="020B0604020202020204" pitchFamily="34" charset="0"/>
              </a:rPr>
              <a:t>，</a:t>
            </a:r>
            <a:r>
              <a:rPr lang="zh-CN" altLang="en-US" sz="1800">
                <a:solidFill>
                  <a:srgbClr val="000000"/>
                </a:solidFill>
                <a:latin typeface="Arial" panose="020B0604020202020204" pitchFamily="34" charset="0"/>
                <a:ea typeface="楷体" panose="02010609060101010101" pitchFamily="49" charset="-122"/>
                <a:cs typeface="Arial" panose="020B0604020202020204" pitchFamily="34" charset="0"/>
              </a:rPr>
              <a:t>对</a:t>
            </a:r>
            <a:r>
              <a:rPr lang="en-US" altLang="zh-CN" sz="1800">
                <a:solidFill>
                  <a:srgbClr val="000000"/>
                </a:solidFill>
                <a:latin typeface="Arial" panose="020B0604020202020204" pitchFamily="34" charset="0"/>
                <a:ea typeface="楷体" panose="02010609060101010101" pitchFamily="49" charset="-122"/>
                <a:cs typeface="Arial" panose="020B0604020202020204" pitchFamily="34" charset="0"/>
              </a:rPr>
              <a:t>C %</a:t>
            </a:r>
            <a:r>
              <a:rPr lang="zh-CN" altLang="en-US" sz="1800">
                <a:solidFill>
                  <a:srgbClr val="000000"/>
                </a:solidFill>
                <a:latin typeface="Arial" panose="020B0604020202020204" pitchFamily="34" charset="0"/>
                <a:ea typeface="楷体" panose="02010609060101010101" pitchFamily="49" charset="-122"/>
                <a:cs typeface="Arial" panose="020B0604020202020204" pitchFamily="34" charset="0"/>
              </a:rPr>
              <a:t>作图。</a:t>
            </a:r>
            <a:endParaRPr lang="zh-CN" altLang="en-US" sz="1800">
              <a:cs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直接连接符 8">
            <a:extLst>
              <a:ext uri="{FF2B5EF4-FFF2-40B4-BE49-F238E27FC236}">
                <a16:creationId xmlns:a16="http://schemas.microsoft.com/office/drawing/2014/main" id="{C98C4A5C-11F9-4803-99D7-03798376C2BE}"/>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111619"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B2FB6C9F-BA02-454F-A1A1-7F8C1EBC165D}"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15</a:t>
            </a:fld>
            <a:endParaRPr lang="en-US" altLang="zh-CN" sz="1200">
              <a:solidFill>
                <a:srgbClr val="FFFFFF"/>
              </a:solidFill>
              <a:latin typeface="Century Schoolbook" panose="02040604050505020304" pitchFamily="18" charset="0"/>
              <a:ea typeface="宋体" panose="02010600030101010101" pitchFamily="2" charset="-122"/>
            </a:endParaRPr>
          </a:p>
        </p:txBody>
      </p:sp>
      <p:sp>
        <p:nvSpPr>
          <p:cNvPr id="111620" name="Text Box 3"/>
          <p:cNvSpPr txBox="1">
            <a:spLocks noChangeArrowheads="1"/>
          </p:cNvSpPr>
          <p:nvPr/>
        </p:nvSpPr>
        <p:spPr bwMode="auto">
          <a:xfrm>
            <a:off x="361950" y="306388"/>
            <a:ext cx="8153400" cy="277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0000"/>
              </a:lnSpc>
              <a:spcBef>
                <a:spcPct val="0"/>
              </a:spcBef>
              <a:buFontTx/>
              <a:buNone/>
            </a:pPr>
            <a:r>
              <a:rPr lang="zh-CN" altLang="en-US" sz="2400">
                <a:solidFill>
                  <a:srgbClr val="000000"/>
                </a:solidFill>
                <a:latin typeface="楷体" panose="02010609060101010101" pitchFamily="49" charset="-122"/>
                <a:ea typeface="楷体" panose="02010609060101010101" pitchFamily="49" charset="-122"/>
              </a:rPr>
              <a:t>2  控制共聚物组成分布的方法</a:t>
            </a:r>
          </a:p>
          <a:p>
            <a:pPr algn="just">
              <a:lnSpc>
                <a:spcPct val="100000"/>
              </a:lnSpc>
              <a:spcBef>
                <a:spcPct val="0"/>
              </a:spcBef>
              <a:buFontTx/>
              <a:buNone/>
            </a:pPr>
            <a:endParaRPr lang="en-US" altLang="zh-CN" sz="2400">
              <a:solidFill>
                <a:srgbClr val="CC3300"/>
              </a:solidFill>
              <a:latin typeface="楷体" panose="02010609060101010101" pitchFamily="49" charset="-122"/>
              <a:ea typeface="楷体" panose="02010609060101010101" pitchFamily="49" charset="-122"/>
            </a:endParaRPr>
          </a:p>
          <a:p>
            <a:pPr algn="just">
              <a:lnSpc>
                <a:spcPct val="100000"/>
              </a:lnSpc>
              <a:spcBef>
                <a:spcPct val="0"/>
              </a:spcBef>
              <a:buFontTx/>
              <a:buNone/>
            </a:pPr>
            <a:r>
              <a:rPr lang="en-US" altLang="zh-CN" sz="2000" b="1">
                <a:latin typeface="Arial" panose="020B0604020202020204" pitchFamily="34" charset="0"/>
                <a:ea typeface="楷体" panose="02010609060101010101" pitchFamily="49" charset="-122"/>
                <a:cs typeface="Arial" panose="020B0604020202020204" pitchFamily="34" charset="0"/>
              </a:rPr>
              <a:t>1)</a:t>
            </a:r>
            <a:r>
              <a:rPr lang="zh-CN" altLang="en-US" sz="2000" b="1">
                <a:latin typeface="Arial" panose="020B0604020202020204" pitchFamily="34" charset="0"/>
                <a:ea typeface="楷体" panose="02010609060101010101" pitchFamily="49" charset="-122"/>
                <a:cs typeface="Arial" panose="020B0604020202020204" pitchFamily="34" charset="0"/>
              </a:rPr>
              <a:t> 控制反应的转化率</a:t>
            </a:r>
          </a:p>
          <a:p>
            <a:pPr algn="just">
              <a:lnSpc>
                <a:spcPct val="120000"/>
              </a:lnSpc>
              <a:spcBef>
                <a:spcPts val="1200"/>
              </a:spcBef>
              <a:buFontTx/>
              <a:buNone/>
            </a:pP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例</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1:  St-Bd</a:t>
            </a: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共聚</a:t>
            </a:r>
          </a:p>
          <a:p>
            <a:pPr algn="just">
              <a:lnSpc>
                <a:spcPct val="120000"/>
              </a:lnSpc>
              <a:spcBef>
                <a:spcPct val="0"/>
              </a:spcBef>
              <a:buFontTx/>
              <a:buNone/>
            </a:pP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当</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C % &lt; 70 %</a:t>
            </a: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前，共聚物组成随</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C %</a:t>
            </a: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的变化小，当</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C %&gt; 70%</a:t>
            </a: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后，共聚物中</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St</a:t>
            </a: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的组分增加很快（曲线向上翘）</a:t>
            </a:r>
          </a:p>
          <a:p>
            <a:pPr algn="just">
              <a:lnSpc>
                <a:spcPct val="120000"/>
              </a:lnSpc>
              <a:spcBef>
                <a:spcPct val="0"/>
              </a:spcBef>
              <a:buFontTx/>
              <a:buNone/>
            </a:pP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控制转化率在70%以内终止反应 </a:t>
            </a: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 得到均匀组成的共聚物</a:t>
            </a:r>
          </a:p>
        </p:txBody>
      </p:sp>
      <p:sp>
        <p:nvSpPr>
          <p:cNvPr id="111621" name="Line 9"/>
          <p:cNvSpPr>
            <a:spLocks noChangeShapeType="1"/>
          </p:cNvSpPr>
          <p:nvPr/>
        </p:nvSpPr>
        <p:spPr bwMode="auto">
          <a:xfrm>
            <a:off x="1219200" y="4495800"/>
            <a:ext cx="53340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wrap="none" lIns="92075" tIns="46038" rIns="92075" bIns="46038" anchor="ctr"/>
          <a:lstStyle/>
          <a:p>
            <a:endParaRPr lang="zh-CN" altLang="en-US"/>
          </a:p>
        </p:txBody>
      </p:sp>
      <p:sp>
        <p:nvSpPr>
          <p:cNvPr id="111622" name="Freeform 12"/>
          <p:cNvSpPr>
            <a:spLocks/>
          </p:cNvSpPr>
          <p:nvPr/>
        </p:nvSpPr>
        <p:spPr bwMode="auto">
          <a:xfrm>
            <a:off x="2209800" y="4283075"/>
            <a:ext cx="2590800" cy="514350"/>
          </a:xfrm>
          <a:custGeom>
            <a:avLst/>
            <a:gdLst>
              <a:gd name="T0" fmla="*/ 0 w 1248"/>
              <a:gd name="T1" fmla="*/ 2147483646 h 324"/>
              <a:gd name="T2" fmla="*/ 2147483646 w 1248"/>
              <a:gd name="T3" fmla="*/ 2147483646 h 324"/>
              <a:gd name="T4" fmla="*/ 2147483646 w 1248"/>
              <a:gd name="T5" fmla="*/ 0 h 324"/>
              <a:gd name="T6" fmla="*/ 0 60000 65536"/>
              <a:gd name="T7" fmla="*/ 0 60000 65536"/>
              <a:gd name="T8" fmla="*/ 0 60000 65536"/>
              <a:gd name="T9" fmla="*/ 0 w 1248"/>
              <a:gd name="T10" fmla="*/ 0 h 324"/>
              <a:gd name="T11" fmla="*/ 1248 w 1248"/>
              <a:gd name="T12" fmla="*/ 324 h 324"/>
            </a:gdLst>
            <a:ahLst/>
            <a:cxnLst>
              <a:cxn ang="T6">
                <a:pos x="T0" y="T1"/>
              </a:cxn>
              <a:cxn ang="T7">
                <a:pos x="T2" y="T3"/>
              </a:cxn>
              <a:cxn ang="T8">
                <a:pos x="T4" y="T5"/>
              </a:cxn>
            </a:cxnLst>
            <a:rect l="T9" t="T10" r="T11" b="T12"/>
            <a:pathLst>
              <a:path w="1248" h="324">
                <a:moveTo>
                  <a:pt x="0" y="288"/>
                </a:moveTo>
                <a:cubicBezTo>
                  <a:pt x="136" y="286"/>
                  <a:pt x="608" y="324"/>
                  <a:pt x="816" y="276"/>
                </a:cubicBezTo>
                <a:cubicBezTo>
                  <a:pt x="1024" y="228"/>
                  <a:pt x="1158" y="57"/>
                  <a:pt x="1248" y="0"/>
                </a:cubicBezTo>
              </a:path>
            </a:pathLst>
          </a:custGeom>
          <a:noFill/>
          <a:ln w="38100">
            <a:solidFill>
              <a:srgbClr val="90109E"/>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zh-CN" altLang="en-US"/>
          </a:p>
        </p:txBody>
      </p:sp>
      <p:sp>
        <p:nvSpPr>
          <p:cNvPr id="111623" name="Freeform 13"/>
          <p:cNvSpPr>
            <a:spLocks/>
          </p:cNvSpPr>
          <p:nvPr/>
        </p:nvSpPr>
        <p:spPr bwMode="auto">
          <a:xfrm>
            <a:off x="2278063" y="3562350"/>
            <a:ext cx="2438400" cy="514350"/>
          </a:xfrm>
          <a:custGeom>
            <a:avLst/>
            <a:gdLst>
              <a:gd name="T0" fmla="*/ 0 w 1248"/>
              <a:gd name="T1" fmla="*/ 2147483646 h 324"/>
              <a:gd name="T2" fmla="*/ 2147483646 w 1248"/>
              <a:gd name="T3" fmla="*/ 2147483646 h 324"/>
              <a:gd name="T4" fmla="*/ 2147483646 w 1248"/>
              <a:gd name="T5" fmla="*/ 0 h 324"/>
              <a:gd name="T6" fmla="*/ 0 60000 65536"/>
              <a:gd name="T7" fmla="*/ 0 60000 65536"/>
              <a:gd name="T8" fmla="*/ 0 60000 65536"/>
              <a:gd name="T9" fmla="*/ 0 w 1248"/>
              <a:gd name="T10" fmla="*/ 0 h 324"/>
              <a:gd name="T11" fmla="*/ 1248 w 1248"/>
              <a:gd name="T12" fmla="*/ 324 h 324"/>
            </a:gdLst>
            <a:ahLst/>
            <a:cxnLst>
              <a:cxn ang="T6">
                <a:pos x="T0" y="T1"/>
              </a:cxn>
              <a:cxn ang="T7">
                <a:pos x="T2" y="T3"/>
              </a:cxn>
              <a:cxn ang="T8">
                <a:pos x="T4" y="T5"/>
              </a:cxn>
            </a:cxnLst>
            <a:rect l="T9" t="T10" r="T11" b="T12"/>
            <a:pathLst>
              <a:path w="1248" h="324">
                <a:moveTo>
                  <a:pt x="0" y="288"/>
                </a:moveTo>
                <a:cubicBezTo>
                  <a:pt x="150" y="286"/>
                  <a:pt x="692" y="324"/>
                  <a:pt x="900" y="276"/>
                </a:cubicBezTo>
                <a:cubicBezTo>
                  <a:pt x="1108" y="228"/>
                  <a:pt x="1176" y="57"/>
                  <a:pt x="1248" y="0"/>
                </a:cubicBezTo>
              </a:path>
            </a:pathLst>
          </a:custGeom>
          <a:noFill/>
          <a:ln w="28575">
            <a:solidFill>
              <a:srgbClr val="90109E"/>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zh-CN" altLang="en-US"/>
          </a:p>
        </p:txBody>
      </p:sp>
      <p:graphicFrame>
        <p:nvGraphicFramePr>
          <p:cNvPr id="111624" name="Object 1024"/>
          <p:cNvGraphicFramePr>
            <a:graphicFrameLocks noChangeAspect="1"/>
          </p:cNvGraphicFramePr>
          <p:nvPr/>
        </p:nvGraphicFramePr>
        <p:xfrm>
          <a:off x="1657350" y="2852738"/>
          <a:ext cx="3986213" cy="3987800"/>
        </p:xfrm>
        <a:graphic>
          <a:graphicData uri="http://schemas.openxmlformats.org/presentationml/2006/ole">
            <mc:AlternateContent xmlns:mc="http://schemas.openxmlformats.org/markup-compatibility/2006">
              <mc:Choice xmlns:v="urn:schemas-microsoft-com:vml" Requires="v">
                <p:oleObj spid="_x0000_s195589" name="Graph" r:id="rId3" imgW="2924978" imgH="2930487" progId="Origin50.Graph">
                  <p:embed/>
                </p:oleObj>
              </mc:Choice>
              <mc:Fallback>
                <p:oleObj name="Graph" r:id="rId3" imgW="2924978" imgH="2930487" progId="Origin50.Graph">
                  <p:embed/>
                  <p:pic>
                    <p:nvPicPr>
                      <p:cNvPr id="111624" name="Object 10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57350" y="2852738"/>
                        <a:ext cx="3986213" cy="398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1625" name="Text Box 21"/>
          <p:cNvSpPr txBox="1">
            <a:spLocks noChangeArrowheads="1"/>
          </p:cNvSpPr>
          <p:nvPr/>
        </p:nvSpPr>
        <p:spPr bwMode="auto">
          <a:xfrm>
            <a:off x="5508625" y="5641975"/>
            <a:ext cx="2527300"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zh-CN" sz="2100">
                <a:latin typeface="Arial" panose="020B0604020202020204" pitchFamily="34" charset="0"/>
                <a:ea typeface="楷体" panose="02010609060101010101" pitchFamily="49" charset="-122"/>
                <a:cs typeface="Arial" panose="020B0604020202020204" pitchFamily="34" charset="0"/>
              </a:rPr>
              <a:t>St-Bd</a:t>
            </a:r>
            <a:r>
              <a:rPr lang="zh-CN" altLang="zh-CN" sz="2100">
                <a:latin typeface="Arial" panose="020B0604020202020204" pitchFamily="34" charset="0"/>
                <a:ea typeface="楷体" panose="02010609060101010101" pitchFamily="49" charset="-122"/>
                <a:cs typeface="Arial" panose="020B0604020202020204" pitchFamily="34" charset="0"/>
              </a:rPr>
              <a:t>共聚</a:t>
            </a:r>
            <a:r>
              <a:rPr lang="zh-CN" altLang="en-US" sz="2100">
                <a:latin typeface="Arial" panose="020B0604020202020204" pitchFamily="34" charset="0"/>
                <a:ea typeface="楷体" panose="02010609060101010101" pitchFamily="49" charset="-122"/>
                <a:cs typeface="Arial" panose="020B0604020202020204" pitchFamily="34" charset="0"/>
              </a:rPr>
              <a:t>物</a:t>
            </a:r>
            <a:r>
              <a:rPr lang="zh-CN" altLang="zh-CN" sz="2100">
                <a:latin typeface="Arial" panose="020B0604020202020204" pitchFamily="34" charset="0"/>
                <a:ea typeface="楷体" panose="02010609060101010101" pitchFamily="49" charset="-122"/>
                <a:cs typeface="Arial" panose="020B0604020202020204" pitchFamily="34" charset="0"/>
              </a:rPr>
              <a:t>组成</a:t>
            </a:r>
            <a:endParaRPr lang="en-US" altLang="zh-CN" sz="2100">
              <a:latin typeface="Arial" panose="020B0604020202020204" pitchFamily="34" charset="0"/>
              <a:ea typeface="楷体" panose="02010609060101010101" pitchFamily="49" charset="-122"/>
              <a:cs typeface="Arial" panose="020B0604020202020204" pitchFamily="34" charset="0"/>
            </a:endParaRPr>
          </a:p>
          <a:p>
            <a:pPr eaLnBrk="1" hangingPunct="1">
              <a:lnSpc>
                <a:spcPct val="100000"/>
              </a:lnSpc>
              <a:spcBef>
                <a:spcPct val="0"/>
              </a:spcBef>
              <a:buFontTx/>
              <a:buNone/>
            </a:pPr>
            <a:r>
              <a:rPr lang="zh-CN" altLang="zh-CN" sz="2100">
                <a:latin typeface="Arial" panose="020B0604020202020204" pitchFamily="34" charset="0"/>
                <a:ea typeface="楷体" panose="02010609060101010101" pitchFamily="49" charset="-122"/>
                <a:cs typeface="Arial" panose="020B0604020202020204" pitchFamily="34" charset="0"/>
              </a:rPr>
              <a:t>动力学分布曲线</a:t>
            </a:r>
            <a:endParaRPr lang="zh-CN" altLang="en-US" sz="1900">
              <a:latin typeface="Arial" panose="020B0604020202020204" pitchFamily="34" charset="0"/>
              <a:ea typeface="楷体" panose="02010609060101010101" pitchFamily="49" charset="-122"/>
              <a:cs typeface="Arial" panose="020B0604020202020204" pitchFamily="34" charset="0"/>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a:extLst>
              <a:ext uri="{FF2B5EF4-FFF2-40B4-BE49-F238E27FC236}">
                <a16:creationId xmlns:a16="http://schemas.microsoft.com/office/drawing/2014/main" id="{C946C290-ACF3-4D0F-9F6E-D2BE233930D5}"/>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112643"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02CB9995-DE99-4BD2-811A-5B1EC7302307}"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16</a:t>
            </a:fld>
            <a:endParaRPr lang="en-US" altLang="zh-CN" sz="1200">
              <a:solidFill>
                <a:srgbClr val="FFFFFF"/>
              </a:solidFill>
              <a:latin typeface="Century Schoolbook" panose="02040604050505020304" pitchFamily="18" charset="0"/>
              <a:ea typeface="宋体" panose="02010600030101010101" pitchFamily="2" charset="-122"/>
            </a:endParaRPr>
          </a:p>
        </p:txBody>
      </p:sp>
      <p:sp>
        <p:nvSpPr>
          <p:cNvPr id="112644" name="Text Box 2"/>
          <p:cNvSpPr txBox="1">
            <a:spLocks noChangeArrowheads="1"/>
          </p:cNvSpPr>
          <p:nvPr/>
        </p:nvSpPr>
        <p:spPr bwMode="auto">
          <a:xfrm>
            <a:off x="449263" y="320675"/>
            <a:ext cx="7772400" cy="153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30000"/>
              </a:lnSpc>
              <a:spcBef>
                <a:spcPct val="0"/>
              </a:spcBef>
              <a:buFontTx/>
              <a:buNone/>
            </a:pPr>
            <a:r>
              <a:rPr lang="zh-CN" altLang="en-US" sz="2400">
                <a:solidFill>
                  <a:srgbClr val="000000"/>
                </a:solidFill>
                <a:latin typeface="Arial" panose="020B0604020202020204" pitchFamily="34" charset="0"/>
                <a:ea typeface="楷体" panose="02010609060101010101" pitchFamily="49" charset="-122"/>
                <a:cs typeface="Arial" panose="020B0604020202020204" pitchFamily="34" charset="0"/>
              </a:rPr>
              <a:t>例2.  </a:t>
            </a:r>
            <a:r>
              <a:rPr lang="en-US" altLang="zh-CN" sz="2400">
                <a:solidFill>
                  <a:srgbClr val="000000"/>
                </a:solidFill>
                <a:latin typeface="Arial" panose="020B0604020202020204" pitchFamily="34" charset="0"/>
                <a:ea typeface="楷体" panose="02010609060101010101" pitchFamily="49" charset="-122"/>
                <a:cs typeface="Arial" panose="020B0604020202020204" pitchFamily="34" charset="0"/>
              </a:rPr>
              <a:t>Bd-AN</a:t>
            </a:r>
            <a:r>
              <a:rPr lang="zh-CN" altLang="en-US" sz="2400">
                <a:solidFill>
                  <a:srgbClr val="000000"/>
                </a:solidFill>
                <a:latin typeface="Arial" panose="020B0604020202020204" pitchFamily="34" charset="0"/>
                <a:ea typeface="楷体" panose="02010609060101010101" pitchFamily="49" charset="-122"/>
                <a:cs typeface="Arial" panose="020B0604020202020204" pitchFamily="34" charset="0"/>
              </a:rPr>
              <a:t>共聚</a:t>
            </a:r>
          </a:p>
          <a:p>
            <a:pPr>
              <a:lnSpc>
                <a:spcPct val="130000"/>
              </a:lnSpc>
              <a:spcBef>
                <a:spcPct val="0"/>
              </a:spcBef>
              <a:buFontTx/>
              <a:buNone/>
            </a:pPr>
            <a:r>
              <a:rPr lang="zh-CN" altLang="en-US" sz="2400">
                <a:solidFill>
                  <a:srgbClr val="000000"/>
                </a:solidFill>
                <a:latin typeface="Arial" panose="020B0604020202020204" pitchFamily="34" charset="0"/>
                <a:ea typeface="楷体" panose="02010609060101010101" pitchFamily="49" charset="-122"/>
                <a:cs typeface="Arial" panose="020B0604020202020204" pitchFamily="34" charset="0"/>
              </a:rPr>
              <a:t>在</a:t>
            </a:r>
            <a:r>
              <a:rPr lang="en-US" altLang="zh-CN" sz="2400">
                <a:solidFill>
                  <a:srgbClr val="000000"/>
                </a:solidFill>
                <a:latin typeface="Arial" panose="020B0604020202020204" pitchFamily="34" charset="0"/>
                <a:ea typeface="楷体" panose="02010609060101010101" pitchFamily="49" charset="-122"/>
                <a:cs typeface="Arial" panose="020B0604020202020204" pitchFamily="34" charset="0"/>
              </a:rPr>
              <a:t>C &lt; 60%</a:t>
            </a:r>
            <a:r>
              <a:rPr lang="zh-CN" altLang="en-US" sz="2400">
                <a:solidFill>
                  <a:srgbClr val="000000"/>
                </a:solidFill>
                <a:latin typeface="Arial" panose="020B0604020202020204" pitchFamily="34" charset="0"/>
                <a:ea typeface="楷体" panose="02010609060101010101" pitchFamily="49" charset="-122"/>
                <a:cs typeface="Arial" panose="020B0604020202020204" pitchFamily="34" charset="0"/>
              </a:rPr>
              <a:t>前，共聚物组成随</a:t>
            </a:r>
            <a:r>
              <a:rPr lang="en-US" altLang="zh-CN" sz="2400">
                <a:solidFill>
                  <a:srgbClr val="000000"/>
                </a:solidFill>
                <a:latin typeface="Arial" panose="020B0604020202020204" pitchFamily="34" charset="0"/>
                <a:ea typeface="楷体" panose="02010609060101010101" pitchFamily="49" charset="-122"/>
                <a:cs typeface="Arial" panose="020B0604020202020204" pitchFamily="34" charset="0"/>
              </a:rPr>
              <a:t>C%</a:t>
            </a:r>
            <a:r>
              <a:rPr lang="zh-CN" altLang="en-US" sz="2400">
                <a:solidFill>
                  <a:srgbClr val="000000"/>
                </a:solidFill>
                <a:latin typeface="Arial" panose="020B0604020202020204" pitchFamily="34" charset="0"/>
                <a:ea typeface="楷体" panose="02010609060101010101" pitchFamily="49" charset="-122"/>
                <a:cs typeface="Arial" panose="020B0604020202020204" pitchFamily="34" charset="0"/>
              </a:rPr>
              <a:t>的变化很小，</a:t>
            </a:r>
          </a:p>
          <a:p>
            <a:pPr>
              <a:lnSpc>
                <a:spcPct val="130000"/>
              </a:lnSpc>
              <a:spcBef>
                <a:spcPct val="0"/>
              </a:spcBef>
              <a:buFontTx/>
              <a:buNone/>
            </a:pPr>
            <a:r>
              <a:rPr lang="zh-CN" altLang="en-US" sz="2400">
                <a:solidFill>
                  <a:srgbClr val="000000"/>
                </a:solidFill>
                <a:latin typeface="Arial" panose="020B0604020202020204" pitchFamily="34" charset="0"/>
                <a:ea typeface="楷体" panose="02010609060101010101" pitchFamily="49" charset="-122"/>
                <a:cs typeface="Arial" panose="020B0604020202020204" pitchFamily="34" charset="0"/>
              </a:rPr>
              <a:t>因此，控制</a:t>
            </a:r>
            <a:r>
              <a:rPr lang="en-US" altLang="zh-CN" sz="2400">
                <a:solidFill>
                  <a:srgbClr val="000000"/>
                </a:solidFill>
                <a:latin typeface="Arial" panose="020B0604020202020204" pitchFamily="34" charset="0"/>
                <a:ea typeface="楷体" panose="02010609060101010101" pitchFamily="49" charset="-122"/>
                <a:cs typeface="Arial" panose="020B0604020202020204" pitchFamily="34" charset="0"/>
              </a:rPr>
              <a:t>C%</a:t>
            </a:r>
            <a:r>
              <a:rPr lang="zh-CN" altLang="en-US" sz="2400">
                <a:solidFill>
                  <a:srgbClr val="000000"/>
                </a:solidFill>
                <a:latin typeface="Arial" panose="020B0604020202020204" pitchFamily="34" charset="0"/>
                <a:ea typeface="楷体" panose="02010609060101010101" pitchFamily="49" charset="-122"/>
                <a:cs typeface="Arial" panose="020B0604020202020204" pitchFamily="34" charset="0"/>
              </a:rPr>
              <a:t>在50～60%左右终止反应</a:t>
            </a:r>
            <a:r>
              <a:rPr lang="en-US" altLang="zh-CN" sz="1900" b="1">
                <a:solidFill>
                  <a:srgbClr val="000000"/>
                </a:solidFill>
                <a:latin typeface="Century Schoolbook" panose="02040604050505020304" pitchFamily="18" charset="0"/>
                <a:ea typeface="宋体" panose="02010600030101010101" pitchFamily="2" charset="-122"/>
                <a:cs typeface="Arial" panose="020B0604020202020204" pitchFamily="34" charset="0"/>
              </a:rPr>
              <a:t>.</a:t>
            </a:r>
            <a:endParaRPr lang="zh-CN" altLang="en-US" sz="2400">
              <a:solidFill>
                <a:srgbClr val="000000"/>
              </a:solidFill>
              <a:latin typeface="Arial" panose="020B0604020202020204" pitchFamily="34" charset="0"/>
              <a:ea typeface="楷体" panose="02010609060101010101" pitchFamily="49" charset="-122"/>
              <a:cs typeface="Arial" panose="020B0604020202020204" pitchFamily="34" charset="0"/>
            </a:endParaRPr>
          </a:p>
        </p:txBody>
      </p:sp>
      <p:graphicFrame>
        <p:nvGraphicFramePr>
          <p:cNvPr id="112645" name="Object 1024"/>
          <p:cNvGraphicFramePr>
            <a:graphicFrameLocks noChangeAspect="1"/>
          </p:cNvGraphicFramePr>
          <p:nvPr/>
        </p:nvGraphicFramePr>
        <p:xfrm>
          <a:off x="2101850" y="1617663"/>
          <a:ext cx="4278313" cy="4279900"/>
        </p:xfrm>
        <a:graphic>
          <a:graphicData uri="http://schemas.openxmlformats.org/presentationml/2006/ole">
            <mc:AlternateContent xmlns:mc="http://schemas.openxmlformats.org/markup-compatibility/2006">
              <mc:Choice xmlns:v="urn:schemas-microsoft-com:vml" Requires="v">
                <p:oleObj spid="_x0000_s196613" name="Graph" r:id="rId3" imgW="2924978" imgH="2930487" progId="Origin50.Graph">
                  <p:embed/>
                </p:oleObj>
              </mc:Choice>
              <mc:Fallback>
                <p:oleObj name="Graph" r:id="rId3" imgW="2924978" imgH="2930487" progId="Origin50.Graph">
                  <p:embed/>
                  <p:pic>
                    <p:nvPicPr>
                      <p:cNvPr id="112645" name="Object 10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01850" y="1617663"/>
                        <a:ext cx="4278313" cy="427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2646" name="Text Box 4"/>
          <p:cNvSpPr txBox="1">
            <a:spLocks noChangeArrowheads="1"/>
          </p:cNvSpPr>
          <p:nvPr/>
        </p:nvSpPr>
        <p:spPr bwMode="auto">
          <a:xfrm>
            <a:off x="3819525" y="5818188"/>
            <a:ext cx="11430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zh-CN" sz="2400">
                <a:latin typeface="Arial" panose="020B0604020202020204" pitchFamily="34" charset="0"/>
                <a:ea typeface="宋体" panose="02010600030101010101" pitchFamily="2" charset="-122"/>
                <a:cs typeface="Arial" panose="020B0604020202020204" pitchFamily="34" charset="0"/>
              </a:rPr>
              <a:t>Bd-AN</a:t>
            </a:r>
            <a:endParaRPr lang="zh-CN" altLang="en-US" sz="2400">
              <a:latin typeface="Arial" panose="020B0604020202020204" pitchFamily="34" charset="0"/>
              <a:ea typeface="宋体" panose="02010600030101010101" pitchFamily="2" charset="-122"/>
              <a:cs typeface="Arial" panose="020B0604020202020204" pitchFamily="34" charset="0"/>
            </a:endParaRPr>
          </a:p>
        </p:txBody>
      </p:sp>
      <p:sp>
        <p:nvSpPr>
          <p:cNvPr id="35846" name="Freeform 5">
            <a:extLst>
              <a:ext uri="{FF2B5EF4-FFF2-40B4-BE49-F238E27FC236}">
                <a16:creationId xmlns:a16="http://schemas.microsoft.com/office/drawing/2014/main" id="{D67B1EEB-D1A8-4363-8FBC-D1EBACD20D85}"/>
              </a:ext>
            </a:extLst>
          </p:cNvPr>
          <p:cNvSpPr>
            <a:spLocks/>
          </p:cNvSpPr>
          <p:nvPr/>
        </p:nvSpPr>
        <p:spPr bwMode="auto">
          <a:xfrm>
            <a:off x="2743200" y="2514600"/>
            <a:ext cx="2133600" cy="304800"/>
          </a:xfrm>
          <a:custGeom>
            <a:avLst/>
            <a:gdLst>
              <a:gd name="T0" fmla="*/ 0 w 996"/>
              <a:gd name="T1" fmla="*/ 192 h 192"/>
              <a:gd name="T2" fmla="*/ 732 w 996"/>
              <a:gd name="T3" fmla="*/ 180 h 192"/>
              <a:gd name="T4" fmla="*/ 936 w 996"/>
              <a:gd name="T5" fmla="*/ 132 h 192"/>
              <a:gd name="T6" fmla="*/ 996 w 996"/>
              <a:gd name="T7" fmla="*/ 0 h 192"/>
              <a:gd name="T8" fmla="*/ 0 60000 65536"/>
              <a:gd name="T9" fmla="*/ 0 60000 65536"/>
              <a:gd name="T10" fmla="*/ 0 60000 65536"/>
              <a:gd name="T11" fmla="*/ 0 60000 65536"/>
              <a:gd name="T12" fmla="*/ 0 w 996"/>
              <a:gd name="T13" fmla="*/ 0 h 192"/>
              <a:gd name="T14" fmla="*/ 996 w 996"/>
              <a:gd name="T15" fmla="*/ 192 h 192"/>
            </a:gdLst>
            <a:ahLst/>
            <a:cxnLst>
              <a:cxn ang="T8">
                <a:pos x="T0" y="T1"/>
              </a:cxn>
              <a:cxn ang="T9">
                <a:pos x="T2" y="T3"/>
              </a:cxn>
              <a:cxn ang="T10">
                <a:pos x="T4" y="T5"/>
              </a:cxn>
              <a:cxn ang="T11">
                <a:pos x="T6" y="T7"/>
              </a:cxn>
            </a:cxnLst>
            <a:rect l="T12" t="T13" r="T14" b="T15"/>
            <a:pathLst>
              <a:path w="996" h="192">
                <a:moveTo>
                  <a:pt x="0" y="192"/>
                </a:moveTo>
                <a:cubicBezTo>
                  <a:pt x="122" y="190"/>
                  <a:pt x="576" y="190"/>
                  <a:pt x="732" y="180"/>
                </a:cubicBezTo>
                <a:cubicBezTo>
                  <a:pt x="888" y="170"/>
                  <a:pt x="892" y="162"/>
                  <a:pt x="936" y="132"/>
                </a:cubicBezTo>
                <a:cubicBezTo>
                  <a:pt x="980" y="102"/>
                  <a:pt x="984" y="27"/>
                  <a:pt x="996" y="0"/>
                </a:cubicBezTo>
              </a:path>
            </a:pathLst>
          </a:custGeom>
          <a:ln w="28575">
            <a:solidFill>
              <a:srgbClr val="FF0000"/>
            </a:solidFill>
            <a:headEnd/>
            <a:tailEnd/>
          </a:ln>
        </p:spPr>
        <p:style>
          <a:lnRef idx="1">
            <a:schemeClr val="dk1"/>
          </a:lnRef>
          <a:fillRef idx="0">
            <a:schemeClr val="dk1"/>
          </a:fillRef>
          <a:effectRef idx="0">
            <a:schemeClr val="dk1"/>
          </a:effectRef>
          <a:fontRef idx="minor">
            <a:schemeClr val="tx1"/>
          </a:fontRef>
        </p:style>
        <p:txBody>
          <a:bodyPr wrap="none" lIns="92075" tIns="46038" rIns="92075" bIns="46038" anchor="ctr"/>
          <a:lstStyle/>
          <a:p>
            <a:pPr algn="just" fontAlgn="auto">
              <a:lnSpc>
                <a:spcPct val="120000"/>
              </a:lnSpc>
              <a:spcBef>
                <a:spcPct val="50000"/>
              </a:spcBef>
              <a:spcAft>
                <a:spcPts val="0"/>
              </a:spcAft>
              <a:defRPr/>
            </a:pPr>
            <a:endParaRPr lang="zh-CN" altLang="en-US"/>
          </a:p>
        </p:txBody>
      </p:sp>
      <p:sp>
        <p:nvSpPr>
          <p:cNvPr id="112648" name="Freeform 6"/>
          <p:cNvSpPr>
            <a:spLocks/>
          </p:cNvSpPr>
          <p:nvPr/>
        </p:nvSpPr>
        <p:spPr bwMode="auto">
          <a:xfrm>
            <a:off x="2743200" y="2971800"/>
            <a:ext cx="2286000" cy="228600"/>
          </a:xfrm>
          <a:custGeom>
            <a:avLst/>
            <a:gdLst>
              <a:gd name="T0" fmla="*/ 0 w 1092"/>
              <a:gd name="T1" fmla="*/ 2147483646 h 154"/>
              <a:gd name="T2" fmla="*/ 2147483646 w 1092"/>
              <a:gd name="T3" fmla="*/ 2147483646 h 154"/>
              <a:gd name="T4" fmla="*/ 2147483646 w 1092"/>
              <a:gd name="T5" fmla="*/ 2147483646 h 154"/>
              <a:gd name="T6" fmla="*/ 2147483646 w 1092"/>
              <a:gd name="T7" fmla="*/ 0 h 154"/>
              <a:gd name="T8" fmla="*/ 0 60000 65536"/>
              <a:gd name="T9" fmla="*/ 0 60000 65536"/>
              <a:gd name="T10" fmla="*/ 0 60000 65536"/>
              <a:gd name="T11" fmla="*/ 0 60000 65536"/>
              <a:gd name="T12" fmla="*/ 0 w 1092"/>
              <a:gd name="T13" fmla="*/ 0 h 154"/>
              <a:gd name="T14" fmla="*/ 1092 w 1092"/>
              <a:gd name="T15" fmla="*/ 154 h 154"/>
            </a:gdLst>
            <a:ahLst/>
            <a:cxnLst>
              <a:cxn ang="T8">
                <a:pos x="T0" y="T1"/>
              </a:cxn>
              <a:cxn ang="T9">
                <a:pos x="T2" y="T3"/>
              </a:cxn>
              <a:cxn ang="T10">
                <a:pos x="T4" y="T5"/>
              </a:cxn>
              <a:cxn ang="T11">
                <a:pos x="T6" y="T7"/>
              </a:cxn>
            </a:cxnLst>
            <a:rect l="T12" t="T13" r="T14" b="T15"/>
            <a:pathLst>
              <a:path w="1092" h="154">
                <a:moveTo>
                  <a:pt x="0" y="132"/>
                </a:moveTo>
                <a:cubicBezTo>
                  <a:pt x="138" y="134"/>
                  <a:pt x="664" y="154"/>
                  <a:pt x="828" y="144"/>
                </a:cubicBezTo>
                <a:cubicBezTo>
                  <a:pt x="992" y="134"/>
                  <a:pt x="940" y="96"/>
                  <a:pt x="984" y="72"/>
                </a:cubicBezTo>
                <a:cubicBezTo>
                  <a:pt x="1028" y="48"/>
                  <a:pt x="1070" y="15"/>
                  <a:pt x="1092" y="0"/>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zh-CN" altLang="en-US"/>
          </a:p>
        </p:txBody>
      </p:sp>
      <p:sp>
        <p:nvSpPr>
          <p:cNvPr id="112649" name="Line 7"/>
          <p:cNvSpPr>
            <a:spLocks noChangeShapeType="1"/>
          </p:cNvSpPr>
          <p:nvPr/>
        </p:nvSpPr>
        <p:spPr bwMode="auto">
          <a:xfrm>
            <a:off x="2725738" y="3405188"/>
            <a:ext cx="2438400" cy="0"/>
          </a:xfrm>
          <a:prstGeom prst="line">
            <a:avLst/>
          </a:prstGeom>
          <a:noFill/>
          <a:ln w="28575">
            <a:solidFill>
              <a:srgbClr val="003300"/>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sp>
        <p:nvSpPr>
          <p:cNvPr id="112650" name="Freeform 8"/>
          <p:cNvSpPr>
            <a:spLocks/>
          </p:cNvSpPr>
          <p:nvPr/>
        </p:nvSpPr>
        <p:spPr bwMode="auto">
          <a:xfrm>
            <a:off x="2727325" y="3657600"/>
            <a:ext cx="2133600" cy="295275"/>
          </a:xfrm>
          <a:custGeom>
            <a:avLst/>
            <a:gdLst>
              <a:gd name="T0" fmla="*/ 0 w 1104"/>
              <a:gd name="T1" fmla="*/ 2147483646 h 186"/>
              <a:gd name="T2" fmla="*/ 2147483646 w 1104"/>
              <a:gd name="T3" fmla="*/ 2147483646 h 186"/>
              <a:gd name="T4" fmla="*/ 2147483646 w 1104"/>
              <a:gd name="T5" fmla="*/ 2147483646 h 186"/>
              <a:gd name="T6" fmla="*/ 0 60000 65536"/>
              <a:gd name="T7" fmla="*/ 0 60000 65536"/>
              <a:gd name="T8" fmla="*/ 0 60000 65536"/>
              <a:gd name="T9" fmla="*/ 0 w 1104"/>
              <a:gd name="T10" fmla="*/ 0 h 186"/>
              <a:gd name="T11" fmla="*/ 1104 w 1104"/>
              <a:gd name="T12" fmla="*/ 186 h 186"/>
            </a:gdLst>
            <a:ahLst/>
            <a:cxnLst>
              <a:cxn ang="T6">
                <a:pos x="T0" y="T1"/>
              </a:cxn>
              <a:cxn ang="T7">
                <a:pos x="T2" y="T3"/>
              </a:cxn>
              <a:cxn ang="T8">
                <a:pos x="T4" y="T5"/>
              </a:cxn>
            </a:cxnLst>
            <a:rect l="T9" t="T10" r="T11" b="T12"/>
            <a:pathLst>
              <a:path w="1104" h="186">
                <a:moveTo>
                  <a:pt x="0" y="6"/>
                </a:moveTo>
                <a:cubicBezTo>
                  <a:pt x="146" y="10"/>
                  <a:pt x="692" y="0"/>
                  <a:pt x="876" y="30"/>
                </a:cubicBezTo>
                <a:cubicBezTo>
                  <a:pt x="1060" y="60"/>
                  <a:pt x="1056" y="154"/>
                  <a:pt x="1104" y="186"/>
                </a:cubicBezTo>
              </a:path>
            </a:pathLst>
          </a:custGeom>
          <a:noFill/>
          <a:ln w="28575">
            <a:solidFill>
              <a:srgbClr val="6600CC"/>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zh-CN" altLang="en-US"/>
          </a:p>
        </p:txBody>
      </p:sp>
      <p:sp>
        <p:nvSpPr>
          <p:cNvPr id="112651" name="Freeform 9"/>
          <p:cNvSpPr>
            <a:spLocks/>
          </p:cNvSpPr>
          <p:nvPr/>
        </p:nvSpPr>
        <p:spPr bwMode="auto">
          <a:xfrm>
            <a:off x="2743200" y="3962400"/>
            <a:ext cx="2114550" cy="387350"/>
          </a:xfrm>
          <a:custGeom>
            <a:avLst/>
            <a:gdLst>
              <a:gd name="T0" fmla="*/ 0 w 1092"/>
              <a:gd name="T1" fmla="*/ 0 h 196"/>
              <a:gd name="T2" fmla="*/ 2147483646 w 1092"/>
              <a:gd name="T3" fmla="*/ 2147483646 h 196"/>
              <a:gd name="T4" fmla="*/ 2147483646 w 1092"/>
              <a:gd name="T5" fmla="*/ 2147483646 h 196"/>
              <a:gd name="T6" fmla="*/ 0 60000 65536"/>
              <a:gd name="T7" fmla="*/ 0 60000 65536"/>
              <a:gd name="T8" fmla="*/ 0 60000 65536"/>
              <a:gd name="T9" fmla="*/ 0 w 1092"/>
              <a:gd name="T10" fmla="*/ 0 h 196"/>
              <a:gd name="T11" fmla="*/ 1092 w 1092"/>
              <a:gd name="T12" fmla="*/ 196 h 196"/>
            </a:gdLst>
            <a:ahLst/>
            <a:cxnLst>
              <a:cxn ang="T6">
                <a:pos x="T0" y="T1"/>
              </a:cxn>
              <a:cxn ang="T7">
                <a:pos x="T2" y="T3"/>
              </a:cxn>
              <a:cxn ang="T8">
                <a:pos x="T4" y="T5"/>
              </a:cxn>
            </a:cxnLst>
            <a:rect l="T9" t="T10" r="T11" b="T12"/>
            <a:pathLst>
              <a:path w="1092" h="196">
                <a:moveTo>
                  <a:pt x="0" y="0"/>
                </a:moveTo>
                <a:cubicBezTo>
                  <a:pt x="140" y="7"/>
                  <a:pt x="658" y="7"/>
                  <a:pt x="840" y="40"/>
                </a:cubicBezTo>
                <a:cubicBezTo>
                  <a:pt x="1022" y="73"/>
                  <a:pt x="1040" y="164"/>
                  <a:pt x="1092" y="196"/>
                </a:cubicBezTo>
              </a:path>
            </a:pathLst>
          </a:custGeom>
          <a:noFill/>
          <a:ln w="28575">
            <a:solidFill>
              <a:srgbClr val="6600CC"/>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zh-CN" altLang="en-US"/>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连接符 3">
            <a:extLst>
              <a:ext uri="{FF2B5EF4-FFF2-40B4-BE49-F238E27FC236}">
                <a16:creationId xmlns:a16="http://schemas.microsoft.com/office/drawing/2014/main" id="{CD0F1BCF-5377-4E32-A124-583AC9AAF96F}"/>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113667"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8C1B1DAD-D7A5-4574-B3A3-B7F09B7B8B1A}"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17</a:t>
            </a:fld>
            <a:endParaRPr lang="en-US" altLang="zh-CN" sz="1200">
              <a:solidFill>
                <a:srgbClr val="FFFFFF"/>
              </a:solidFill>
              <a:latin typeface="Century Schoolbook" panose="02040604050505020304" pitchFamily="18" charset="0"/>
              <a:ea typeface="宋体" panose="02010600030101010101" pitchFamily="2" charset="-122"/>
            </a:endParaRPr>
          </a:p>
        </p:txBody>
      </p:sp>
      <p:sp>
        <p:nvSpPr>
          <p:cNvPr id="91140" name="Text Box 2">
            <a:extLst>
              <a:ext uri="{FF2B5EF4-FFF2-40B4-BE49-F238E27FC236}">
                <a16:creationId xmlns:a16="http://schemas.microsoft.com/office/drawing/2014/main" id="{C6D3C006-22E2-4514-9F06-C53CD79D6D6F}"/>
              </a:ext>
            </a:extLst>
          </p:cNvPr>
          <p:cNvSpPr txBox="1">
            <a:spLocks noChangeArrowheads="1"/>
          </p:cNvSpPr>
          <p:nvPr/>
        </p:nvSpPr>
        <p:spPr bwMode="auto">
          <a:xfrm>
            <a:off x="457200" y="620713"/>
            <a:ext cx="8072438" cy="467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20000"/>
              </a:lnSpc>
              <a:spcBef>
                <a:spcPct val="0"/>
              </a:spcBef>
              <a:buFontTx/>
              <a:buNone/>
              <a:defRPr/>
            </a:pPr>
            <a:r>
              <a:rPr lang="en-US" altLang="zh-CN" sz="2000" b="1" dirty="0">
                <a:latin typeface="Arial" panose="020B0604020202020204" pitchFamily="34" charset="0"/>
                <a:ea typeface="楷体" panose="02010609060101010101" pitchFamily="49" charset="-122"/>
                <a:cs typeface="Arial" panose="020B0604020202020204" pitchFamily="34" charset="0"/>
              </a:rPr>
              <a:t>2)  </a:t>
            </a:r>
            <a:r>
              <a:rPr lang="zh-CN" altLang="en-US" sz="2000" b="1" dirty="0">
                <a:latin typeface="Arial" panose="020B0604020202020204" pitchFamily="34" charset="0"/>
                <a:ea typeface="楷体" panose="02010609060101010101" pitchFamily="49" charset="-122"/>
                <a:cs typeface="Arial" panose="020B0604020202020204" pitchFamily="34" charset="0"/>
              </a:rPr>
              <a:t>选择恒份共聚点的原料配比进行共聚</a:t>
            </a:r>
          </a:p>
          <a:p>
            <a:pPr algn="just">
              <a:lnSpc>
                <a:spcPct val="120000"/>
              </a:lnSpc>
              <a:spcBef>
                <a:spcPct val="0"/>
              </a:spcBef>
              <a:buFontTx/>
              <a:buNone/>
              <a:defRPr/>
            </a:pPr>
            <a:endParaRPr lang="zh-CN" altLang="en-US" sz="2000" dirty="0">
              <a:latin typeface="Arial" panose="020B0604020202020204" pitchFamily="34" charset="0"/>
              <a:ea typeface="楷体" panose="02010609060101010101" pitchFamily="49" charset="-122"/>
              <a:cs typeface="Arial" panose="020B0604020202020204" pitchFamily="34" charset="0"/>
            </a:endParaRPr>
          </a:p>
          <a:p>
            <a:pPr algn="just">
              <a:lnSpc>
                <a:spcPct val="120000"/>
              </a:lnSpc>
              <a:spcBef>
                <a:spcPct val="0"/>
              </a:spcBef>
              <a:buFontTx/>
              <a:buNone/>
              <a:defRPr/>
            </a:pPr>
            <a:r>
              <a:rPr lang="zh-CN" altLang="en-US" sz="2000" dirty="0">
                <a:latin typeface="Arial" panose="020B0604020202020204" pitchFamily="34" charset="0"/>
                <a:ea typeface="楷体" panose="02010609060101010101" pitchFamily="49" charset="-122"/>
                <a:cs typeface="Arial" panose="020B0604020202020204" pitchFamily="34" charset="0"/>
              </a:rPr>
              <a:t>      ( </a:t>
            </a:r>
            <a:r>
              <a:rPr lang="en-US" altLang="zh-CN" sz="2000" dirty="0">
                <a:latin typeface="Arial" panose="020B0604020202020204" pitchFamily="34" charset="0"/>
                <a:ea typeface="楷体" panose="02010609060101010101" pitchFamily="49" charset="-122"/>
                <a:cs typeface="Arial" panose="020B0604020202020204" pitchFamily="34" charset="0"/>
              </a:rPr>
              <a:t>f</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1</a:t>
            </a:r>
            <a:r>
              <a:rPr lang="en-US" altLang="zh-CN" sz="2000" dirty="0">
                <a:latin typeface="Arial" panose="020B0604020202020204" pitchFamily="34" charset="0"/>
                <a:ea typeface="楷体" panose="02010609060101010101" pitchFamily="49" charset="-122"/>
                <a:cs typeface="Arial" panose="020B0604020202020204" pitchFamily="34" charset="0"/>
              </a:rPr>
              <a:t>)</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0</a:t>
            </a:r>
            <a:r>
              <a:rPr lang="en-US" altLang="zh-CN" sz="2000" dirty="0">
                <a:latin typeface="Arial" panose="020B0604020202020204" pitchFamily="34" charset="0"/>
                <a:ea typeface="楷体" panose="02010609060101010101" pitchFamily="49" charset="-122"/>
                <a:cs typeface="Arial" panose="020B0604020202020204" pitchFamily="34" charset="0"/>
              </a:rPr>
              <a:t> = ( f</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1</a:t>
            </a:r>
            <a:r>
              <a:rPr lang="en-US" altLang="zh-CN" sz="2000" dirty="0">
                <a:latin typeface="Arial" panose="020B0604020202020204" pitchFamily="34" charset="0"/>
                <a:ea typeface="楷体" panose="02010609060101010101" pitchFamily="49" charset="-122"/>
                <a:cs typeface="Arial" panose="020B0604020202020204" pitchFamily="34" charset="0"/>
              </a:rPr>
              <a:t>)</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c</a:t>
            </a:r>
            <a:r>
              <a:rPr lang="en-US" altLang="zh-CN" sz="2000" dirty="0">
                <a:latin typeface="Arial" panose="020B0604020202020204" pitchFamily="34" charset="0"/>
                <a:ea typeface="楷体" panose="02010609060101010101" pitchFamily="49" charset="-122"/>
                <a:cs typeface="Arial" panose="020B0604020202020204" pitchFamily="34" charset="0"/>
              </a:rPr>
              <a:t>，</a:t>
            </a:r>
            <a:r>
              <a:rPr lang="zh-CN" altLang="en-US" sz="2000" dirty="0">
                <a:latin typeface="Arial" panose="020B0604020202020204" pitchFamily="34" charset="0"/>
                <a:ea typeface="楷体" panose="02010609060101010101" pitchFamily="49" charset="-122"/>
                <a:cs typeface="Arial" panose="020B0604020202020204" pitchFamily="34" charset="0"/>
              </a:rPr>
              <a:t>共聚物的组成不随</a:t>
            </a:r>
            <a:r>
              <a:rPr lang="en-US" altLang="zh-CN" sz="2000" dirty="0">
                <a:latin typeface="Arial" panose="020B0604020202020204" pitchFamily="34" charset="0"/>
                <a:ea typeface="楷体" panose="02010609060101010101" pitchFamily="49" charset="-122"/>
                <a:cs typeface="Arial" panose="020B0604020202020204" pitchFamily="34" charset="0"/>
              </a:rPr>
              <a:t>C %</a:t>
            </a:r>
            <a:r>
              <a:rPr lang="zh-CN" altLang="en-US" sz="2000" dirty="0">
                <a:latin typeface="Arial" panose="020B0604020202020204" pitchFamily="34" charset="0"/>
                <a:ea typeface="楷体" panose="02010609060101010101" pitchFamily="49" charset="-122"/>
                <a:cs typeface="Arial" panose="020B0604020202020204" pitchFamily="34" charset="0"/>
              </a:rPr>
              <a:t>变化</a:t>
            </a:r>
          </a:p>
          <a:p>
            <a:pPr algn="just">
              <a:lnSpc>
                <a:spcPct val="120000"/>
              </a:lnSpc>
              <a:spcBef>
                <a:spcPts val="600"/>
              </a:spcBef>
              <a:buFontTx/>
              <a:buNone/>
              <a:defRPr/>
            </a:pPr>
            <a:r>
              <a:rPr lang="zh-CN" altLang="en-US" sz="2000" dirty="0">
                <a:latin typeface="Arial" panose="020B0604020202020204" pitchFamily="34" charset="0"/>
                <a:ea typeface="楷体" panose="02010609060101010101" pitchFamily="49" charset="-122"/>
                <a:cs typeface="Arial" panose="020B0604020202020204" pitchFamily="34" charset="0"/>
              </a:rPr>
              <a:t>      因而可得到均匀组成的共聚物</a:t>
            </a:r>
          </a:p>
          <a:p>
            <a:pPr algn="just">
              <a:lnSpc>
                <a:spcPct val="120000"/>
              </a:lnSpc>
              <a:spcBef>
                <a:spcPts val="600"/>
              </a:spcBef>
              <a:buFontTx/>
              <a:buNone/>
              <a:defRPr/>
            </a:pPr>
            <a:r>
              <a:rPr lang="zh-CN" altLang="en-US" sz="2000" dirty="0">
                <a:latin typeface="Arial" panose="020B0604020202020204" pitchFamily="34" charset="0"/>
                <a:ea typeface="楷体" panose="02010609060101010101" pitchFamily="49" charset="-122"/>
                <a:cs typeface="Arial" panose="020B0604020202020204" pitchFamily="34" charset="0"/>
              </a:rPr>
              <a:t>     选择原料配比接近恒份点，此时</a:t>
            </a:r>
            <a:r>
              <a:rPr lang="en-US" altLang="zh-CN" sz="2000" dirty="0">
                <a:latin typeface="Arial" panose="020B0604020202020204" pitchFamily="34" charset="0"/>
                <a:ea typeface="楷体" panose="02010609060101010101" pitchFamily="49" charset="-122"/>
                <a:cs typeface="Arial" panose="020B0604020202020204" pitchFamily="34" charset="0"/>
              </a:rPr>
              <a:t>C %</a:t>
            </a:r>
            <a:r>
              <a:rPr lang="zh-CN" altLang="en-US" sz="2000" dirty="0">
                <a:latin typeface="Arial" panose="020B0604020202020204" pitchFamily="34" charset="0"/>
                <a:ea typeface="楷体" panose="02010609060101010101" pitchFamily="49" charset="-122"/>
                <a:cs typeface="Arial" panose="020B0604020202020204" pitchFamily="34" charset="0"/>
              </a:rPr>
              <a:t>对共聚物组成影响不大，在转化率不太高时可得到组成分布较窄的共聚物</a:t>
            </a:r>
          </a:p>
          <a:p>
            <a:pPr algn="just">
              <a:lnSpc>
                <a:spcPct val="120000"/>
              </a:lnSpc>
              <a:spcBef>
                <a:spcPct val="0"/>
              </a:spcBef>
              <a:buFontTx/>
              <a:buNone/>
              <a:defRPr/>
            </a:pPr>
            <a:endParaRPr lang="zh-CN" altLang="en-US" sz="2000" dirty="0">
              <a:latin typeface="Arial" panose="020B0604020202020204" pitchFamily="34" charset="0"/>
              <a:ea typeface="楷体" panose="02010609060101010101" pitchFamily="49" charset="-122"/>
              <a:cs typeface="Arial" panose="020B0604020202020204" pitchFamily="34" charset="0"/>
            </a:endParaRPr>
          </a:p>
          <a:p>
            <a:pPr marL="457200" indent="-457200" algn="just">
              <a:lnSpc>
                <a:spcPct val="120000"/>
              </a:lnSpc>
              <a:spcBef>
                <a:spcPct val="0"/>
              </a:spcBef>
              <a:buFontTx/>
              <a:buAutoNum type="arabicParenR" startAt="3"/>
              <a:defRPr/>
            </a:pPr>
            <a:r>
              <a:rPr lang="zh-CN" altLang="en-US" sz="2000" b="1" dirty="0">
                <a:latin typeface="Arial" panose="020B0604020202020204" pitchFamily="34" charset="0"/>
                <a:ea typeface="楷体" panose="02010609060101010101" pitchFamily="49" charset="-122"/>
                <a:cs typeface="Arial" panose="020B0604020202020204" pitchFamily="34" charset="0"/>
              </a:rPr>
              <a:t>确定起始单体原料配比，聚合过程中不断补充消耗快的单体，维持 </a:t>
            </a:r>
            <a:endParaRPr lang="en-US" altLang="zh-CN" sz="2000" b="1" dirty="0">
              <a:latin typeface="Arial" panose="020B0604020202020204" pitchFamily="34" charset="0"/>
              <a:ea typeface="楷体" panose="02010609060101010101" pitchFamily="49" charset="-122"/>
              <a:cs typeface="Arial" panose="020B0604020202020204" pitchFamily="34" charset="0"/>
            </a:endParaRPr>
          </a:p>
          <a:p>
            <a:pPr algn="just">
              <a:lnSpc>
                <a:spcPct val="120000"/>
              </a:lnSpc>
              <a:spcBef>
                <a:spcPct val="0"/>
              </a:spcBef>
              <a:buFont typeface="Arial" panose="020B0604020202020204" pitchFamily="34" charset="0"/>
              <a:buNone/>
              <a:defRPr/>
            </a:pPr>
            <a:r>
              <a:rPr lang="en-US" altLang="zh-CN" sz="2000" b="1" dirty="0">
                <a:latin typeface="Arial" panose="020B0604020202020204" pitchFamily="34" charset="0"/>
                <a:ea typeface="楷体" panose="02010609060101010101" pitchFamily="49" charset="-122"/>
                <a:cs typeface="Arial" panose="020B0604020202020204" pitchFamily="34" charset="0"/>
              </a:rPr>
              <a:t>      </a:t>
            </a:r>
            <a:r>
              <a:rPr lang="zh-CN" altLang="en-US" sz="2000" b="1" dirty="0">
                <a:latin typeface="Arial" panose="020B0604020202020204" pitchFamily="34" charset="0"/>
                <a:ea typeface="楷体" panose="02010609060101010101" pitchFamily="49" charset="-122"/>
                <a:cs typeface="Arial" panose="020B0604020202020204" pitchFamily="34" charset="0"/>
              </a:rPr>
              <a:t>一定的配料比范围；</a:t>
            </a:r>
          </a:p>
          <a:p>
            <a:pPr algn="just">
              <a:lnSpc>
                <a:spcPct val="120000"/>
              </a:lnSpc>
              <a:spcBef>
                <a:spcPct val="0"/>
              </a:spcBef>
              <a:buFontTx/>
              <a:buNone/>
              <a:defRPr/>
            </a:pPr>
            <a:endParaRPr lang="zh-CN" altLang="en-US" sz="2000" dirty="0">
              <a:latin typeface="Arial" panose="020B0604020202020204" pitchFamily="34" charset="0"/>
              <a:ea typeface="楷体" panose="02010609060101010101" pitchFamily="49" charset="-122"/>
              <a:cs typeface="Arial" panose="020B0604020202020204" pitchFamily="34" charset="0"/>
            </a:endParaRPr>
          </a:p>
          <a:p>
            <a:pPr algn="just">
              <a:lnSpc>
                <a:spcPct val="120000"/>
              </a:lnSpc>
              <a:spcBef>
                <a:spcPct val="0"/>
              </a:spcBef>
              <a:buFontTx/>
              <a:buNone/>
              <a:defRPr/>
            </a:pPr>
            <a:r>
              <a:rPr lang="zh-CN" altLang="en-US" sz="2000" dirty="0">
                <a:latin typeface="Arial" panose="020B0604020202020204" pitchFamily="34" charset="0"/>
                <a:ea typeface="楷体" panose="02010609060101010101" pitchFamily="49" charset="-122"/>
                <a:cs typeface="Arial" panose="020B0604020202020204" pitchFamily="34" charset="0"/>
              </a:rPr>
              <a:t>     单体配料比保持恒定 </a:t>
            </a:r>
            <a:r>
              <a:rPr lang="zh-CN" altLang="en-US" sz="2000" dirty="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zh-CN" altLang="en-US" sz="2000" dirty="0">
                <a:latin typeface="Arial" panose="020B0604020202020204" pitchFamily="34" charset="0"/>
                <a:ea typeface="楷体" panose="02010609060101010101" pitchFamily="49" charset="-122"/>
                <a:cs typeface="Arial" panose="020B0604020202020204" pitchFamily="34" charset="0"/>
              </a:rPr>
              <a:t> 瞬时共聚物组分始终相同 </a:t>
            </a:r>
          </a:p>
          <a:p>
            <a:pPr>
              <a:lnSpc>
                <a:spcPct val="120000"/>
              </a:lnSpc>
              <a:spcBef>
                <a:spcPct val="0"/>
              </a:spcBef>
              <a:buFontTx/>
              <a:buNone/>
              <a:defRPr/>
            </a:pPr>
            <a:r>
              <a:rPr lang="zh-CN" altLang="en-US" sz="2000" dirty="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                                      </a:t>
            </a:r>
            <a:r>
              <a:rPr lang="zh-CN" altLang="en-US" sz="2000" dirty="0">
                <a:latin typeface="Arial" panose="020B0604020202020204" pitchFamily="34" charset="0"/>
                <a:ea typeface="楷体" panose="02010609060101010101" pitchFamily="49" charset="-122"/>
                <a:cs typeface="Arial" panose="020B0604020202020204" pitchFamily="34" charset="0"/>
              </a:rPr>
              <a:t> 得到均匀组成共聚物</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BF30C08F-1B21-4D05-96CB-3DDA99EA59B9}"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18</a:t>
            </a:fld>
            <a:endParaRPr lang="en-US" altLang="zh-CN" sz="1400">
              <a:latin typeface="Times New Roman" panose="02020603050405020304" pitchFamily="18" charset="0"/>
              <a:ea typeface="宋体" panose="02010600030101010101" pitchFamily="2" charset="-122"/>
            </a:endParaRPr>
          </a:p>
        </p:txBody>
      </p:sp>
      <p:sp>
        <p:nvSpPr>
          <p:cNvPr id="114691" name="Rectangle 2"/>
          <p:cNvSpPr>
            <a:spLocks noChangeArrowheads="1"/>
          </p:cNvSpPr>
          <p:nvPr/>
        </p:nvSpPr>
        <p:spPr bwMode="auto">
          <a:xfrm>
            <a:off x="755650" y="549275"/>
            <a:ext cx="2895600" cy="490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SzPct val="90000"/>
              <a:buFont typeface="Arial" panose="020B0604020202020204" pitchFamily="34" charset="0"/>
              <a:buNone/>
            </a:pPr>
            <a:r>
              <a:rPr kumimoji="1" lang="zh-CN" altLang="en-US" sz="2400" b="1">
                <a:solidFill>
                  <a:srgbClr val="FF0000"/>
                </a:solidFill>
                <a:latin typeface="黑体" panose="02010609060101010101" pitchFamily="49" charset="-122"/>
                <a:ea typeface="黑体" panose="02010609060101010101" pitchFamily="49" charset="-122"/>
              </a:rPr>
              <a:t>补加活泼单体法</a:t>
            </a:r>
          </a:p>
        </p:txBody>
      </p:sp>
      <p:sp>
        <p:nvSpPr>
          <p:cNvPr id="92165" name="Rectangle 3">
            <a:extLst>
              <a:ext uri="{FF2B5EF4-FFF2-40B4-BE49-F238E27FC236}">
                <a16:creationId xmlns:a16="http://schemas.microsoft.com/office/drawing/2014/main" id="{E203A55E-7E88-4763-8447-982247D7A7C8}"/>
              </a:ext>
            </a:extLst>
          </p:cNvPr>
          <p:cNvSpPr>
            <a:spLocks noChangeArrowheads="1"/>
          </p:cNvSpPr>
          <p:nvPr/>
        </p:nvSpPr>
        <p:spPr bwMode="auto">
          <a:xfrm>
            <a:off x="812800" y="1484313"/>
            <a:ext cx="7702550" cy="2954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342900" indent="-342900" eaLnBrk="1" hangingPunct="1">
              <a:lnSpc>
                <a:spcPct val="125000"/>
              </a:lnSpc>
              <a:spcBef>
                <a:spcPct val="50000"/>
              </a:spcBef>
              <a:buSzPct val="80000"/>
              <a:buFont typeface="Wingdings" panose="05000000000000000000" pitchFamily="2" charset="2"/>
              <a:buChar char="u"/>
              <a:defRPr/>
            </a:pPr>
            <a:r>
              <a:rPr kumimoji="1" lang="zh-CN" altLang="en-US" sz="2400" dirty="0">
                <a:latin typeface="Arial" panose="020B0604020202020204" pitchFamily="34" charset="0"/>
                <a:ea typeface="楷体" panose="02010609060101010101" pitchFamily="49" charset="-122"/>
                <a:cs typeface="Arial" panose="020B0604020202020204" pitchFamily="34" charset="0"/>
              </a:rPr>
              <a:t> </a:t>
            </a:r>
            <a:r>
              <a:rPr kumimoji="1" lang="en-US" altLang="zh-CN" sz="2400" dirty="0">
                <a:latin typeface="Arial" panose="020B0604020202020204" pitchFamily="34" charset="0"/>
                <a:ea typeface="楷体" panose="02010609060101010101" pitchFamily="49" charset="-122"/>
                <a:cs typeface="Arial" panose="020B0604020202020204" pitchFamily="34" charset="0"/>
              </a:rPr>
              <a:t>r</a:t>
            </a:r>
            <a:r>
              <a:rPr kumimoji="1" lang="en-US" altLang="zh-CN" sz="2400" baseline="-30000" dirty="0">
                <a:latin typeface="Arial" panose="020B0604020202020204" pitchFamily="34" charset="0"/>
                <a:ea typeface="楷体" panose="02010609060101010101" pitchFamily="49" charset="-122"/>
                <a:cs typeface="Arial" panose="020B0604020202020204" pitchFamily="34" charset="0"/>
              </a:rPr>
              <a:t>1</a:t>
            </a:r>
            <a:r>
              <a:rPr kumimoji="1" lang="en-US" altLang="zh-CN" sz="2400" dirty="0">
                <a:latin typeface="Arial" panose="020B0604020202020204" pitchFamily="34" charset="0"/>
                <a:ea typeface="楷体" panose="02010609060101010101" pitchFamily="49" charset="-122"/>
                <a:cs typeface="Arial" panose="020B0604020202020204" pitchFamily="34" charset="0"/>
              </a:rPr>
              <a:t>&gt;1，r</a:t>
            </a:r>
            <a:r>
              <a:rPr kumimoji="1" lang="en-US" altLang="zh-CN" sz="2400" baseline="-30000" dirty="0">
                <a:latin typeface="Arial" panose="020B0604020202020204" pitchFamily="34" charset="0"/>
                <a:ea typeface="楷体" panose="02010609060101010101" pitchFamily="49" charset="-122"/>
                <a:cs typeface="Arial" panose="020B0604020202020204" pitchFamily="34" charset="0"/>
              </a:rPr>
              <a:t>2</a:t>
            </a:r>
            <a:r>
              <a:rPr kumimoji="1" lang="en-US" altLang="zh-CN" sz="2400" dirty="0">
                <a:latin typeface="Arial" panose="020B0604020202020204" pitchFamily="34" charset="0"/>
                <a:ea typeface="楷体" panose="02010609060101010101" pitchFamily="49" charset="-122"/>
                <a:cs typeface="Arial" panose="020B0604020202020204" pitchFamily="34" charset="0"/>
              </a:rPr>
              <a:t>&lt;1，</a:t>
            </a:r>
            <a:r>
              <a:rPr kumimoji="1" lang="zh-CN" altLang="en-US" sz="2400" dirty="0">
                <a:latin typeface="Arial" panose="020B0604020202020204" pitchFamily="34" charset="0"/>
                <a:ea typeface="楷体" panose="02010609060101010101" pitchFamily="49" charset="-122"/>
                <a:cs typeface="Arial" panose="020B0604020202020204" pitchFamily="34" charset="0"/>
              </a:rPr>
              <a:t>以</a:t>
            </a:r>
            <a:r>
              <a:rPr kumimoji="1" lang="en-US" altLang="zh-CN" sz="2400" dirty="0">
                <a:latin typeface="Arial" panose="020B0604020202020204" pitchFamily="34" charset="0"/>
                <a:ea typeface="楷体" panose="02010609060101010101" pitchFamily="49" charset="-122"/>
                <a:cs typeface="Arial" panose="020B0604020202020204" pitchFamily="34" charset="0"/>
              </a:rPr>
              <a:t>M</a:t>
            </a:r>
            <a:r>
              <a:rPr kumimoji="1" lang="en-US" altLang="zh-CN" sz="2400" baseline="-30000" dirty="0">
                <a:latin typeface="Arial" panose="020B0604020202020204" pitchFamily="34" charset="0"/>
                <a:ea typeface="楷体" panose="02010609060101010101" pitchFamily="49" charset="-122"/>
                <a:cs typeface="Arial" panose="020B0604020202020204" pitchFamily="34" charset="0"/>
              </a:rPr>
              <a:t>2</a:t>
            </a:r>
            <a:r>
              <a:rPr kumimoji="1" lang="zh-CN" altLang="en-US" sz="2400" dirty="0">
                <a:latin typeface="Arial" panose="020B0604020202020204" pitchFamily="34" charset="0"/>
                <a:ea typeface="楷体" panose="02010609060101010101" pitchFamily="49" charset="-122"/>
                <a:cs typeface="Arial" panose="020B0604020202020204" pitchFamily="34" charset="0"/>
              </a:rPr>
              <a:t>为主或</a:t>
            </a:r>
            <a:r>
              <a:rPr kumimoji="1" lang="en-US" altLang="zh-CN" sz="2400" dirty="0">
                <a:latin typeface="Arial" panose="020B0604020202020204" pitchFamily="34" charset="0"/>
                <a:ea typeface="楷体" panose="02010609060101010101" pitchFamily="49" charset="-122"/>
                <a:cs typeface="Arial" panose="020B0604020202020204" pitchFamily="34" charset="0"/>
              </a:rPr>
              <a:t>M</a:t>
            </a:r>
            <a:r>
              <a:rPr kumimoji="1" lang="en-US" altLang="zh-CN" sz="2400" baseline="-30000" dirty="0">
                <a:latin typeface="Arial" panose="020B0604020202020204" pitchFamily="34" charset="0"/>
                <a:ea typeface="楷体" panose="02010609060101010101" pitchFamily="49" charset="-122"/>
                <a:cs typeface="Arial" panose="020B0604020202020204" pitchFamily="34" charset="0"/>
              </a:rPr>
              <a:t>2</a:t>
            </a:r>
            <a:r>
              <a:rPr kumimoji="1" lang="zh-CN" altLang="en-US" sz="2400" dirty="0">
                <a:latin typeface="Arial" panose="020B0604020202020204" pitchFamily="34" charset="0"/>
                <a:ea typeface="楷体" panose="02010609060101010101" pitchFamily="49" charset="-122"/>
                <a:cs typeface="Arial" panose="020B0604020202020204" pitchFamily="34" charset="0"/>
              </a:rPr>
              <a:t>含量较多的共聚物；</a:t>
            </a:r>
          </a:p>
          <a:p>
            <a:pPr marL="342900" indent="-342900" eaLnBrk="1" hangingPunct="1">
              <a:lnSpc>
                <a:spcPct val="125000"/>
              </a:lnSpc>
              <a:spcBef>
                <a:spcPct val="50000"/>
              </a:spcBef>
              <a:buSzPct val="80000"/>
              <a:buFont typeface="Wingdings" panose="05000000000000000000" pitchFamily="2" charset="2"/>
              <a:buChar char="u"/>
              <a:defRPr/>
            </a:pPr>
            <a:r>
              <a:rPr kumimoji="1" lang="en-US" altLang="zh-CN" sz="2400" dirty="0">
                <a:latin typeface="Arial" panose="020B0604020202020204" pitchFamily="34" charset="0"/>
                <a:ea typeface="楷体" panose="02010609060101010101" pitchFamily="49" charset="-122"/>
                <a:cs typeface="Arial" panose="020B0604020202020204" pitchFamily="34" charset="0"/>
              </a:rPr>
              <a:t> r</a:t>
            </a:r>
            <a:r>
              <a:rPr kumimoji="1" lang="en-US" altLang="zh-CN" sz="2400" baseline="-30000" dirty="0">
                <a:latin typeface="Arial" panose="020B0604020202020204" pitchFamily="34" charset="0"/>
                <a:ea typeface="楷体" panose="02010609060101010101" pitchFamily="49" charset="-122"/>
                <a:cs typeface="Arial" panose="020B0604020202020204" pitchFamily="34" charset="0"/>
              </a:rPr>
              <a:t>1</a:t>
            </a:r>
            <a:r>
              <a:rPr kumimoji="1" lang="en-US" altLang="zh-CN" sz="2400" dirty="0">
                <a:latin typeface="Arial" panose="020B0604020202020204" pitchFamily="34" charset="0"/>
                <a:ea typeface="楷体" panose="02010609060101010101" pitchFamily="49" charset="-122"/>
                <a:cs typeface="Arial" panose="020B0604020202020204" pitchFamily="34" charset="0"/>
              </a:rPr>
              <a:t>&lt;1，r</a:t>
            </a:r>
            <a:r>
              <a:rPr kumimoji="1" lang="en-US" altLang="zh-CN" sz="2400" baseline="-30000" dirty="0">
                <a:latin typeface="Arial" panose="020B0604020202020204" pitchFamily="34" charset="0"/>
                <a:ea typeface="楷体" panose="02010609060101010101" pitchFamily="49" charset="-122"/>
                <a:cs typeface="Arial" panose="020B0604020202020204" pitchFamily="34" charset="0"/>
              </a:rPr>
              <a:t>2</a:t>
            </a:r>
            <a:r>
              <a:rPr kumimoji="1" lang="en-US" altLang="zh-CN" sz="2400" dirty="0">
                <a:latin typeface="Arial" panose="020B0604020202020204" pitchFamily="34" charset="0"/>
                <a:ea typeface="楷体" panose="02010609060101010101" pitchFamily="49" charset="-122"/>
                <a:cs typeface="Arial" panose="020B0604020202020204" pitchFamily="34" charset="0"/>
              </a:rPr>
              <a:t>&lt;1，</a:t>
            </a:r>
            <a:r>
              <a:rPr kumimoji="1" lang="zh-CN" altLang="en-US" sz="2400" dirty="0">
                <a:latin typeface="Arial" panose="020B0604020202020204" pitchFamily="34" charset="0"/>
                <a:ea typeface="楷体" panose="02010609060101010101" pitchFamily="49" charset="-122"/>
                <a:cs typeface="Arial" panose="020B0604020202020204" pitchFamily="34" charset="0"/>
              </a:rPr>
              <a:t>配料离恒比点较远。</a:t>
            </a:r>
          </a:p>
          <a:p>
            <a:pPr eaLnBrk="1" hangingPunct="1">
              <a:lnSpc>
                <a:spcPct val="125000"/>
              </a:lnSpc>
              <a:spcBef>
                <a:spcPct val="50000"/>
              </a:spcBef>
              <a:buFontTx/>
              <a:buNone/>
              <a:defRPr/>
            </a:pPr>
            <a:endParaRPr kumimoji="1" lang="en-US" altLang="zh-CN" sz="2400" dirty="0">
              <a:latin typeface="Arial" panose="020B0604020202020204" pitchFamily="34" charset="0"/>
              <a:ea typeface="楷体" panose="02010609060101010101" pitchFamily="49" charset="-122"/>
              <a:cs typeface="Arial" panose="020B0604020202020204" pitchFamily="34" charset="0"/>
            </a:endParaRPr>
          </a:p>
          <a:p>
            <a:pPr eaLnBrk="1" hangingPunct="1">
              <a:lnSpc>
                <a:spcPct val="125000"/>
              </a:lnSpc>
              <a:spcBef>
                <a:spcPct val="50000"/>
              </a:spcBef>
              <a:buFontTx/>
              <a:buNone/>
              <a:defRPr/>
            </a:pPr>
            <a:r>
              <a:rPr kumimoji="1" lang="zh-CN" altLang="en-US" sz="2400" dirty="0">
                <a:latin typeface="Arial" panose="020B0604020202020204" pitchFamily="34" charset="0"/>
                <a:ea typeface="楷体" panose="02010609060101010101" pitchFamily="49" charset="-122"/>
                <a:cs typeface="Arial" panose="020B0604020202020204" pitchFamily="34" charset="0"/>
              </a:rPr>
              <a:t>须陆续补加活性较大的单体或其混合物，以保持体系中单体组成不变。如</a:t>
            </a:r>
            <a:r>
              <a:rPr kumimoji="1" lang="en-US" altLang="zh-CN" sz="2400" dirty="0">
                <a:latin typeface="Arial" panose="020B0604020202020204" pitchFamily="34" charset="0"/>
                <a:ea typeface="楷体" panose="02010609060101010101" pitchFamily="49" charset="-122"/>
                <a:cs typeface="Arial" panose="020B0604020202020204" pitchFamily="34" charset="0"/>
              </a:rPr>
              <a:t>VC—AN、VC</a:t>
            </a:r>
            <a:r>
              <a:rPr kumimoji="1" lang="zh-CN" altLang="en-US" sz="2400" dirty="0">
                <a:latin typeface="Arial" panose="020B0604020202020204" pitchFamily="34" charset="0"/>
                <a:ea typeface="楷体" panose="02010609060101010101" pitchFamily="49" charset="-122"/>
                <a:cs typeface="Arial" panose="020B0604020202020204" pitchFamily="34" charset="0"/>
              </a:rPr>
              <a:t>-</a:t>
            </a:r>
            <a:r>
              <a:rPr kumimoji="1" lang="en-US" altLang="zh-CN" sz="2400" dirty="0">
                <a:latin typeface="Arial" panose="020B0604020202020204" pitchFamily="34" charset="0"/>
                <a:ea typeface="楷体" panose="02010609060101010101" pitchFamily="49" charset="-122"/>
                <a:cs typeface="Arial" panose="020B0604020202020204" pitchFamily="34" charset="0"/>
              </a:rPr>
              <a:t>VDC</a:t>
            </a:r>
            <a:r>
              <a:rPr kumimoji="1" lang="zh-CN" altLang="en-US" sz="2400" dirty="0">
                <a:latin typeface="Arial" panose="020B0604020202020204" pitchFamily="34" charset="0"/>
                <a:ea typeface="楷体" panose="02010609060101010101" pitchFamily="49" charset="-122"/>
                <a:cs typeface="Arial" panose="020B0604020202020204" pitchFamily="34" charset="0"/>
              </a:rPr>
              <a:t>共聚等。 </a:t>
            </a:r>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FD204C7D-789F-4B58-A34B-078F825E78D8}"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19</a:t>
            </a:fld>
            <a:endParaRPr lang="en-US" altLang="zh-CN" sz="1400">
              <a:latin typeface="Times New Roman" panose="02020603050405020304" pitchFamily="18" charset="0"/>
              <a:ea typeface="宋体" panose="02010600030101010101" pitchFamily="2" charset="-122"/>
            </a:endParaRPr>
          </a:p>
        </p:txBody>
      </p:sp>
      <p:sp>
        <p:nvSpPr>
          <p:cNvPr id="93188" name="Text Box 2">
            <a:extLst>
              <a:ext uri="{FF2B5EF4-FFF2-40B4-BE49-F238E27FC236}">
                <a16:creationId xmlns:a16="http://schemas.microsoft.com/office/drawing/2014/main" id="{0848320A-273D-4E92-AFBC-4CE38B095AD0}"/>
              </a:ext>
            </a:extLst>
          </p:cNvPr>
          <p:cNvSpPr txBox="1">
            <a:spLocks noChangeArrowheads="1"/>
          </p:cNvSpPr>
          <p:nvPr/>
        </p:nvSpPr>
        <p:spPr bwMode="auto">
          <a:xfrm>
            <a:off x="785813" y="1441450"/>
            <a:ext cx="7620000" cy="221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00000"/>
              </a:lnSpc>
              <a:spcBef>
                <a:spcPct val="50000"/>
              </a:spcBef>
              <a:buFontTx/>
              <a:buNone/>
              <a:defRPr/>
            </a:pPr>
            <a:r>
              <a:rPr kumimoji="1" lang="zh-CN" altLang="en-US" sz="2400">
                <a:latin typeface="楷体" panose="02010609060101010101" pitchFamily="49" charset="-122"/>
                <a:ea typeface="楷体" panose="02010609060101010101" pitchFamily="49" charset="-122"/>
              </a:rPr>
              <a:t>推导共聚物组成方程时两个重要假定：</a:t>
            </a:r>
          </a:p>
          <a:p>
            <a:pPr algn="just" eaLnBrk="1" hangingPunct="1">
              <a:lnSpc>
                <a:spcPct val="125000"/>
              </a:lnSpc>
              <a:spcBef>
                <a:spcPct val="50000"/>
              </a:spcBef>
              <a:buClr>
                <a:srgbClr val="FF0000"/>
              </a:buClr>
              <a:buFont typeface="Wingdings" panose="05000000000000000000" pitchFamily="2" charset="2"/>
              <a:buChar char="Ø"/>
              <a:defRPr/>
            </a:pPr>
            <a:r>
              <a:rPr kumimoji="1" lang="zh-CN" altLang="en-US" sz="2400">
                <a:latin typeface="楷体" panose="02010609060101010101" pitchFamily="49" charset="-122"/>
                <a:ea typeface="楷体" panose="02010609060101010101" pitchFamily="49" charset="-122"/>
              </a:rPr>
              <a:t>前末端单元</a:t>
            </a:r>
            <a:r>
              <a:rPr kumimoji="1" lang="en-US" altLang="zh-CN" sz="2400">
                <a:latin typeface="楷体" panose="02010609060101010101" pitchFamily="49" charset="-122"/>
                <a:ea typeface="楷体" panose="02010609060101010101" pitchFamily="49" charset="-122"/>
              </a:rPr>
              <a:t>(</a:t>
            </a:r>
            <a:r>
              <a:rPr kumimoji="1" lang="zh-CN" altLang="en-US" sz="2400">
                <a:latin typeface="楷体" panose="02010609060101010101" pitchFamily="49" charset="-122"/>
                <a:ea typeface="楷体" panose="02010609060101010101" pitchFamily="49" charset="-122"/>
              </a:rPr>
              <a:t>末端自由基前一单元</a:t>
            </a:r>
            <a:r>
              <a:rPr kumimoji="1" lang="en-US" altLang="zh-CN" sz="2400">
                <a:latin typeface="楷体" panose="02010609060101010101" pitchFamily="49" charset="-122"/>
                <a:ea typeface="楷体" panose="02010609060101010101" pitchFamily="49" charset="-122"/>
              </a:rPr>
              <a:t>)</a:t>
            </a:r>
            <a:r>
              <a:rPr kumimoji="1" lang="zh-CN" altLang="en-US" sz="2400">
                <a:latin typeface="楷体" panose="02010609060101010101" pitchFamily="49" charset="-122"/>
                <a:ea typeface="楷体" panose="02010609060101010101" pitchFamily="49" charset="-122"/>
              </a:rPr>
              <a:t>对自由基活性无影响</a:t>
            </a:r>
            <a:r>
              <a:rPr kumimoji="1" lang="en-US" altLang="zh-CN" sz="2400">
                <a:latin typeface="楷体" panose="02010609060101010101" pitchFamily="49" charset="-122"/>
                <a:ea typeface="楷体" panose="02010609060101010101" pitchFamily="49" charset="-122"/>
              </a:rPr>
              <a:t>:</a:t>
            </a:r>
            <a:r>
              <a:rPr kumimoji="1" lang="zh-CN" altLang="en-US" sz="2400">
                <a:latin typeface="楷体" panose="02010609060101010101" pitchFamily="49" charset="-122"/>
                <a:ea typeface="楷体" panose="02010609060101010101" pitchFamily="49" charset="-122"/>
              </a:rPr>
              <a:t> </a:t>
            </a:r>
            <a:r>
              <a:rPr kumimoji="1" lang="zh-CN" altLang="en-US" sz="2400" b="1">
                <a:solidFill>
                  <a:srgbClr val="FF0000"/>
                </a:solidFill>
                <a:effectLst>
                  <a:outerShdw blurRad="38100" dist="38100" dir="2700000" algn="tl">
                    <a:srgbClr val="C0C0C0"/>
                  </a:outerShdw>
                </a:effectLst>
                <a:latin typeface="楷体" panose="02010609060101010101" pitchFamily="49" charset="-122"/>
                <a:ea typeface="楷体" panose="02010609060101010101" pitchFamily="49" charset="-122"/>
              </a:rPr>
              <a:t>动力学原因</a:t>
            </a:r>
          </a:p>
          <a:p>
            <a:pPr algn="just" eaLnBrk="1" hangingPunct="1">
              <a:lnSpc>
                <a:spcPct val="125000"/>
              </a:lnSpc>
              <a:spcBef>
                <a:spcPct val="50000"/>
              </a:spcBef>
              <a:buClr>
                <a:srgbClr val="FF0000"/>
              </a:buClr>
              <a:buFont typeface="Wingdings" panose="05000000000000000000" pitchFamily="2" charset="2"/>
              <a:buChar char="Ø"/>
              <a:defRPr/>
            </a:pPr>
            <a:r>
              <a:rPr kumimoji="1" lang="zh-CN" altLang="en-US" sz="2400">
                <a:latin typeface="楷体" panose="02010609060101010101" pitchFamily="49" charset="-122"/>
                <a:ea typeface="楷体" panose="02010609060101010101" pitchFamily="49" charset="-122"/>
              </a:rPr>
              <a:t>增长反应不可逆(无解聚）：</a:t>
            </a:r>
            <a:r>
              <a:rPr kumimoji="1" lang="zh-CN" altLang="en-US" sz="2400" b="1">
                <a:solidFill>
                  <a:srgbClr val="FF0000"/>
                </a:solidFill>
                <a:effectLst>
                  <a:outerShdw blurRad="38100" dist="38100" dir="2700000" algn="tl">
                    <a:srgbClr val="C0C0C0"/>
                  </a:outerShdw>
                </a:effectLst>
                <a:latin typeface="楷体" panose="02010609060101010101" pitchFamily="49" charset="-122"/>
                <a:ea typeface="楷体" panose="02010609060101010101" pitchFamily="49" charset="-122"/>
              </a:rPr>
              <a:t>热力学原因</a:t>
            </a:r>
          </a:p>
        </p:txBody>
      </p:sp>
      <p:sp>
        <p:nvSpPr>
          <p:cNvPr id="115716" name="Rectangle 3"/>
          <p:cNvSpPr>
            <a:spLocks noChangeArrowheads="1"/>
          </p:cNvSpPr>
          <p:nvPr/>
        </p:nvSpPr>
        <p:spPr bwMode="auto">
          <a:xfrm>
            <a:off x="539750" y="503238"/>
            <a:ext cx="480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kumimoji="1" lang="en-US" altLang="zh-CN" sz="2400" b="1">
                <a:latin typeface="Arial" panose="020B0604020202020204" pitchFamily="34" charset="0"/>
                <a:ea typeface="楷体" panose="02010609060101010101" pitchFamily="49" charset="-122"/>
                <a:cs typeface="Arial" panose="020B0604020202020204" pitchFamily="34" charset="0"/>
              </a:rPr>
              <a:t>3 </a:t>
            </a:r>
            <a:r>
              <a:rPr kumimoji="1" lang="zh-CN" altLang="en-US" sz="2400" b="1">
                <a:latin typeface="Arial" panose="020B0604020202020204" pitchFamily="34" charset="0"/>
                <a:ea typeface="楷体" panose="02010609060101010101" pitchFamily="49" charset="-122"/>
                <a:cs typeface="Arial" panose="020B0604020202020204" pitchFamily="34" charset="0"/>
              </a:rPr>
              <a:t>共聚物组成方程的偏离</a:t>
            </a:r>
          </a:p>
        </p:txBody>
      </p:sp>
      <p:sp>
        <p:nvSpPr>
          <p:cNvPr id="115717" name="Rectangle 4"/>
          <p:cNvSpPr>
            <a:spLocks noChangeArrowheads="1"/>
          </p:cNvSpPr>
          <p:nvPr/>
        </p:nvSpPr>
        <p:spPr bwMode="auto">
          <a:xfrm>
            <a:off x="785813" y="4159250"/>
            <a:ext cx="76200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FontTx/>
              <a:buNone/>
            </a:pPr>
            <a:r>
              <a:rPr kumimoji="1" lang="zh-CN" altLang="en-US" sz="2400">
                <a:latin typeface="楷体" panose="02010609060101010101" pitchFamily="49" charset="-122"/>
                <a:ea typeface="楷体" panose="02010609060101010101" pitchFamily="49" charset="-122"/>
              </a:rPr>
              <a:t>当单体或聚合条件不符合上述假定时，共聚物组成方程将产生偏离</a:t>
            </a:r>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E88EC8A7-B9D5-43AE-8D03-2E78A11A951C}"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20</a:t>
            </a:fld>
            <a:endParaRPr lang="en-US" altLang="zh-CN" sz="1400">
              <a:latin typeface="Times New Roman" panose="02020603050405020304" pitchFamily="18" charset="0"/>
              <a:ea typeface="宋体" panose="02010600030101010101" pitchFamily="2" charset="-122"/>
            </a:endParaRPr>
          </a:p>
        </p:txBody>
      </p:sp>
      <p:sp>
        <p:nvSpPr>
          <p:cNvPr id="116739" name="Text Box 2"/>
          <p:cNvSpPr txBox="1">
            <a:spLocks noChangeArrowheads="1"/>
          </p:cNvSpPr>
          <p:nvPr/>
        </p:nvSpPr>
        <p:spPr bwMode="auto">
          <a:xfrm>
            <a:off x="468313" y="515938"/>
            <a:ext cx="739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00000"/>
              </a:lnSpc>
              <a:spcBef>
                <a:spcPct val="0"/>
              </a:spcBef>
              <a:buFontTx/>
              <a:buNone/>
            </a:pP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1</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 </a:t>
            </a: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前末端效应</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(Effect of Penultimate Monomer Unit)</a:t>
            </a:r>
          </a:p>
        </p:txBody>
      </p:sp>
      <p:sp>
        <p:nvSpPr>
          <p:cNvPr id="116740" name="Text Box 3"/>
          <p:cNvSpPr txBox="1">
            <a:spLocks noChangeArrowheads="1"/>
          </p:cNvSpPr>
          <p:nvPr/>
        </p:nvSpPr>
        <p:spPr bwMode="auto">
          <a:xfrm>
            <a:off x="838200" y="1344613"/>
            <a:ext cx="7239000" cy="950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5000"/>
              </a:lnSpc>
              <a:spcBef>
                <a:spcPct val="50000"/>
              </a:spcBef>
              <a:buFontTx/>
              <a:buNone/>
            </a:pPr>
            <a:r>
              <a:rPr kumimoji="1" lang="zh-CN" altLang="en-US" sz="2400">
                <a:latin typeface="楷体" panose="02010609060101010101" pitchFamily="49" charset="-122"/>
                <a:ea typeface="楷体" panose="02010609060101010101" pitchFamily="49" charset="-122"/>
              </a:rPr>
              <a:t>大分子末端自由基的活性不仅受端基的影响，还受到前末端的影响，这一现象称为</a:t>
            </a:r>
            <a:r>
              <a:rPr kumimoji="1" lang="zh-CN" altLang="en-US" sz="2400">
                <a:solidFill>
                  <a:srgbClr val="FF0000"/>
                </a:solidFill>
                <a:latin typeface="楷体" panose="02010609060101010101" pitchFamily="49" charset="-122"/>
                <a:ea typeface="楷体" panose="02010609060101010101" pitchFamily="49" charset="-122"/>
              </a:rPr>
              <a:t>前末端效应</a:t>
            </a:r>
            <a:r>
              <a:rPr kumimoji="1" lang="zh-CN" altLang="en-US" sz="2400">
                <a:solidFill>
                  <a:schemeClr val="folHlink"/>
                </a:solidFill>
                <a:latin typeface="楷体" panose="02010609060101010101" pitchFamily="49" charset="-122"/>
                <a:ea typeface="楷体" panose="02010609060101010101" pitchFamily="49" charset="-122"/>
              </a:rPr>
              <a:t>。</a:t>
            </a:r>
            <a:endParaRPr kumimoji="1" lang="zh-CN" altLang="en-US" sz="2400">
              <a:solidFill>
                <a:srgbClr val="CC0000"/>
              </a:solidFill>
              <a:latin typeface="楷体" panose="02010609060101010101" pitchFamily="49" charset="-122"/>
              <a:ea typeface="楷体" panose="02010609060101010101" pitchFamily="49" charset="-122"/>
            </a:endParaRPr>
          </a:p>
        </p:txBody>
      </p:sp>
      <p:sp>
        <p:nvSpPr>
          <p:cNvPr id="116741" name="Rectangle 4"/>
          <p:cNvSpPr>
            <a:spLocks noChangeArrowheads="1"/>
          </p:cNvSpPr>
          <p:nvPr/>
        </p:nvSpPr>
        <p:spPr bwMode="auto">
          <a:xfrm>
            <a:off x="838200" y="2667000"/>
            <a:ext cx="7469188" cy="2862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50000"/>
              </a:lnSpc>
              <a:spcBef>
                <a:spcPct val="0"/>
              </a:spcBef>
              <a:buFontTx/>
              <a:buNone/>
            </a:pPr>
            <a:r>
              <a:rPr kumimoji="1" lang="zh-CN" altLang="en-US" sz="2400">
                <a:latin typeface="Arial" panose="020B0604020202020204" pitchFamily="34" charset="0"/>
                <a:ea typeface="楷体" panose="02010609060101010101" pitchFamily="49" charset="-122"/>
                <a:cs typeface="Arial" panose="020B0604020202020204" pitchFamily="34" charset="0"/>
              </a:rPr>
              <a:t>带有位阻或极性较大的基团的烯类单体易产生前末端效应。</a:t>
            </a:r>
          </a:p>
          <a:p>
            <a:pPr eaLnBrk="1" hangingPunct="1">
              <a:lnSpc>
                <a:spcPct val="150000"/>
              </a:lnSpc>
              <a:spcBef>
                <a:spcPct val="0"/>
              </a:spcBef>
              <a:buFontTx/>
              <a:buNone/>
            </a:pPr>
            <a:endParaRPr kumimoji="1" lang="en-US" altLang="zh-CN" sz="2400">
              <a:latin typeface="Arial" panose="020B0604020202020204" pitchFamily="34" charset="0"/>
              <a:ea typeface="楷体" panose="02010609060101010101" pitchFamily="49" charset="-122"/>
              <a:cs typeface="Arial" panose="020B0604020202020204" pitchFamily="34" charset="0"/>
            </a:endParaRPr>
          </a:p>
          <a:p>
            <a:pPr eaLnBrk="1" hangingPunct="1">
              <a:lnSpc>
                <a:spcPct val="150000"/>
              </a:lnSpc>
              <a:spcBef>
                <a:spcPct val="0"/>
              </a:spcBef>
              <a:buFontTx/>
              <a:buNone/>
            </a:pPr>
            <a:r>
              <a:rPr kumimoji="1" lang="zh-CN" altLang="en-US" sz="2400">
                <a:latin typeface="Arial" panose="020B0604020202020204" pitchFamily="34" charset="0"/>
                <a:ea typeface="楷体" panose="02010609060101010101" pitchFamily="49" charset="-122"/>
                <a:cs typeface="Arial" panose="020B0604020202020204" pitchFamily="34" charset="0"/>
              </a:rPr>
              <a:t>苯乙烯-反丁烯二腈、</a:t>
            </a:r>
            <a:r>
              <a:rPr kumimoji="1" lang="en-US" altLang="zh-CN" sz="2400">
                <a:latin typeface="Arial" panose="020B0604020202020204" pitchFamily="34" charset="0"/>
                <a:ea typeface="楷体" panose="02010609060101010101" pitchFamily="49" charset="-122"/>
                <a:cs typeface="Arial" panose="020B0604020202020204" pitchFamily="34" charset="0"/>
              </a:rPr>
              <a:t>α-</a:t>
            </a:r>
            <a:r>
              <a:rPr kumimoji="1" lang="zh-CN" altLang="en-US" sz="2400">
                <a:latin typeface="Arial" panose="020B0604020202020204" pitchFamily="34" charset="0"/>
                <a:ea typeface="楷体" panose="02010609060101010101" pitchFamily="49" charset="-122"/>
                <a:cs typeface="Arial" panose="020B0604020202020204" pitchFamily="34" charset="0"/>
              </a:rPr>
              <a:t>甲基苯乙烯-丙烯腈等自由基共聚体系均有前末端效应。</a:t>
            </a:r>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CD938017-3BBF-4AD3-97D8-C20EEF53EA48}"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21</a:t>
            </a:fld>
            <a:endParaRPr lang="en-US" altLang="zh-CN" sz="1400">
              <a:latin typeface="Times New Roman" panose="02020603050405020304" pitchFamily="18" charset="0"/>
              <a:ea typeface="宋体" panose="02010600030101010101" pitchFamily="2" charset="-122"/>
            </a:endParaRPr>
          </a:p>
        </p:txBody>
      </p:sp>
      <p:sp>
        <p:nvSpPr>
          <p:cNvPr id="117763" name="Text Box 2"/>
          <p:cNvSpPr txBox="1">
            <a:spLocks noChangeArrowheads="1"/>
          </p:cNvSpPr>
          <p:nvPr/>
        </p:nvSpPr>
        <p:spPr bwMode="auto">
          <a:xfrm>
            <a:off x="790575" y="1509713"/>
            <a:ext cx="5275263" cy="49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0000"/>
              </a:lnSpc>
              <a:spcBef>
                <a:spcPct val="50000"/>
              </a:spcBef>
              <a:buFontTx/>
              <a:buNone/>
            </a:pP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共有4 种链自由基、8个增长反应：</a:t>
            </a:r>
          </a:p>
        </p:txBody>
      </p:sp>
      <p:graphicFrame>
        <p:nvGraphicFramePr>
          <p:cNvPr id="117764" name="Object 3"/>
          <p:cNvGraphicFramePr>
            <a:graphicFrameLocks noChangeAspect="1"/>
          </p:cNvGraphicFramePr>
          <p:nvPr/>
        </p:nvGraphicFramePr>
        <p:xfrm>
          <a:off x="4148138" y="333375"/>
          <a:ext cx="1136650" cy="525463"/>
        </p:xfrm>
        <a:graphic>
          <a:graphicData uri="http://schemas.openxmlformats.org/presentationml/2006/ole">
            <mc:AlternateContent xmlns:mc="http://schemas.openxmlformats.org/markup-compatibility/2006">
              <mc:Choice xmlns:v="urn:schemas-microsoft-com:vml" Requires="v">
                <p:oleObj spid="_x0000_s197658" name="公式" r:id="rId3" imgW="520474" imgH="241195" progId="Equation.3">
                  <p:embed/>
                </p:oleObj>
              </mc:Choice>
              <mc:Fallback>
                <p:oleObj name="公式" r:id="rId3" imgW="520474" imgH="241195" progId="Equation.3">
                  <p:embed/>
                  <p:pic>
                    <p:nvPicPr>
                      <p:cNvPr id="117764"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48138" y="333375"/>
                        <a:ext cx="1136650" cy="5254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7765" name="Object 4"/>
          <p:cNvGraphicFramePr>
            <a:graphicFrameLocks noChangeAspect="1"/>
          </p:cNvGraphicFramePr>
          <p:nvPr/>
        </p:nvGraphicFramePr>
        <p:xfrm>
          <a:off x="5707063" y="344488"/>
          <a:ext cx="1111250" cy="503237"/>
        </p:xfrm>
        <a:graphic>
          <a:graphicData uri="http://schemas.openxmlformats.org/presentationml/2006/ole">
            <mc:AlternateContent xmlns:mc="http://schemas.openxmlformats.org/markup-compatibility/2006">
              <mc:Choice xmlns:v="urn:schemas-microsoft-com:vml" Requires="v">
                <p:oleObj spid="_x0000_s197659" name="公式" r:id="rId5" imgW="533169" imgH="241195" progId="Equation.3">
                  <p:embed/>
                </p:oleObj>
              </mc:Choice>
              <mc:Fallback>
                <p:oleObj name="公式" r:id="rId5" imgW="533169" imgH="241195" progId="Equation.3">
                  <p:embed/>
                  <p:pic>
                    <p:nvPicPr>
                      <p:cNvPr id="117765"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07063" y="344488"/>
                        <a:ext cx="1111250" cy="5032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7766" name="Text Box 5"/>
          <p:cNvSpPr txBox="1">
            <a:spLocks noChangeArrowheads="1"/>
          </p:cNvSpPr>
          <p:nvPr/>
        </p:nvSpPr>
        <p:spPr bwMode="auto">
          <a:xfrm>
            <a:off x="790575" y="373063"/>
            <a:ext cx="379095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kumimoji="1" lang="zh-CN" altLang="en-US" sz="2400">
                <a:latin typeface="Arial" panose="020B0604020202020204" pitchFamily="34" charset="0"/>
                <a:ea typeface="楷体" panose="02010609060101010101" pitchFamily="49" charset="-122"/>
                <a:cs typeface="Arial" panose="020B0604020202020204" pitchFamily="34" charset="0"/>
              </a:rPr>
              <a:t>末端为         的自由基：</a:t>
            </a:r>
          </a:p>
        </p:txBody>
      </p:sp>
      <p:graphicFrame>
        <p:nvGraphicFramePr>
          <p:cNvPr id="117767" name="Object 6"/>
          <p:cNvGraphicFramePr>
            <a:graphicFrameLocks noChangeAspect="1"/>
          </p:cNvGraphicFramePr>
          <p:nvPr/>
        </p:nvGraphicFramePr>
        <p:xfrm>
          <a:off x="1930400" y="363538"/>
          <a:ext cx="431800" cy="482600"/>
        </p:xfrm>
        <a:graphic>
          <a:graphicData uri="http://schemas.openxmlformats.org/presentationml/2006/ole">
            <mc:AlternateContent xmlns:mc="http://schemas.openxmlformats.org/markup-compatibility/2006">
              <mc:Choice xmlns:v="urn:schemas-microsoft-com:vml" Requires="v">
                <p:oleObj spid="_x0000_s197660" name="公式" r:id="rId7" imgW="215713" imgH="241091" progId="Equation.3">
                  <p:embed/>
                </p:oleObj>
              </mc:Choice>
              <mc:Fallback>
                <p:oleObj name="公式" r:id="rId7" imgW="215713" imgH="241091" progId="Equation.3">
                  <p:embed/>
                  <p:pic>
                    <p:nvPicPr>
                      <p:cNvPr id="117767"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30400" y="363538"/>
                        <a:ext cx="431800" cy="482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7768" name="Object 7"/>
          <p:cNvGraphicFramePr>
            <a:graphicFrameLocks noChangeAspect="1"/>
          </p:cNvGraphicFramePr>
          <p:nvPr/>
        </p:nvGraphicFramePr>
        <p:xfrm>
          <a:off x="4148138" y="908050"/>
          <a:ext cx="1135062" cy="525463"/>
        </p:xfrm>
        <a:graphic>
          <a:graphicData uri="http://schemas.openxmlformats.org/presentationml/2006/ole">
            <mc:AlternateContent xmlns:mc="http://schemas.openxmlformats.org/markup-compatibility/2006">
              <mc:Choice xmlns:v="urn:schemas-microsoft-com:vml" Requires="v">
                <p:oleObj spid="_x0000_s197661" name="公式" r:id="rId9" imgW="520474" imgH="241195" progId="Equation.3">
                  <p:embed/>
                </p:oleObj>
              </mc:Choice>
              <mc:Fallback>
                <p:oleObj name="公式" r:id="rId9" imgW="520474" imgH="241195" progId="Equation.3">
                  <p:embed/>
                  <p:pic>
                    <p:nvPicPr>
                      <p:cNvPr id="117768"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48138" y="908050"/>
                        <a:ext cx="1135062" cy="5254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7769" name="Object 8"/>
          <p:cNvGraphicFramePr>
            <a:graphicFrameLocks noChangeAspect="1"/>
          </p:cNvGraphicFramePr>
          <p:nvPr/>
        </p:nvGraphicFramePr>
        <p:xfrm>
          <a:off x="5672138" y="901700"/>
          <a:ext cx="1112837" cy="504825"/>
        </p:xfrm>
        <a:graphic>
          <a:graphicData uri="http://schemas.openxmlformats.org/presentationml/2006/ole">
            <mc:AlternateContent xmlns:mc="http://schemas.openxmlformats.org/markup-compatibility/2006">
              <mc:Choice xmlns:v="urn:schemas-microsoft-com:vml" Requires="v">
                <p:oleObj spid="_x0000_s197662" name="公式" r:id="rId11" imgW="533169" imgH="241195" progId="Equation.3">
                  <p:embed/>
                </p:oleObj>
              </mc:Choice>
              <mc:Fallback>
                <p:oleObj name="公式" r:id="rId11" imgW="533169" imgH="241195" progId="Equation.3">
                  <p:embed/>
                  <p:pic>
                    <p:nvPicPr>
                      <p:cNvPr id="117769"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672138" y="901700"/>
                        <a:ext cx="1112837" cy="504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7770" name="Object 10"/>
          <p:cNvGraphicFramePr>
            <a:graphicFrameLocks noChangeAspect="1"/>
          </p:cNvGraphicFramePr>
          <p:nvPr/>
        </p:nvGraphicFramePr>
        <p:xfrm>
          <a:off x="1917700" y="930275"/>
          <a:ext cx="431800" cy="482600"/>
        </p:xfrm>
        <a:graphic>
          <a:graphicData uri="http://schemas.openxmlformats.org/presentationml/2006/ole">
            <mc:AlternateContent xmlns:mc="http://schemas.openxmlformats.org/markup-compatibility/2006">
              <mc:Choice xmlns:v="urn:schemas-microsoft-com:vml" Requires="v">
                <p:oleObj spid="_x0000_s197663" name="公式" r:id="rId13" imgW="215713" imgH="241091" progId="Equation.3">
                  <p:embed/>
                </p:oleObj>
              </mc:Choice>
              <mc:Fallback>
                <p:oleObj name="公式" r:id="rId13" imgW="215713" imgH="241091" progId="Equation.3">
                  <p:embed/>
                  <p:pic>
                    <p:nvPicPr>
                      <p:cNvPr id="117770" name="Object 1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917700" y="930275"/>
                        <a:ext cx="431800" cy="482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7771" name="Object 12"/>
          <p:cNvGraphicFramePr>
            <a:graphicFrameLocks noChangeAspect="1"/>
          </p:cNvGraphicFramePr>
          <p:nvPr/>
        </p:nvGraphicFramePr>
        <p:xfrm>
          <a:off x="971550" y="2097088"/>
          <a:ext cx="4586288" cy="1933575"/>
        </p:xfrm>
        <a:graphic>
          <a:graphicData uri="http://schemas.openxmlformats.org/presentationml/2006/ole">
            <mc:AlternateContent xmlns:mc="http://schemas.openxmlformats.org/markup-compatibility/2006">
              <mc:Choice xmlns:v="urn:schemas-microsoft-com:vml" Requires="v">
                <p:oleObj spid="_x0000_s197664" name="公式" r:id="rId15" imgW="2413000" imgH="1016000" progId="Equation.3">
                  <p:embed/>
                </p:oleObj>
              </mc:Choice>
              <mc:Fallback>
                <p:oleObj name="公式" r:id="rId15" imgW="2413000" imgH="1016000" progId="Equation.3">
                  <p:embed/>
                  <p:pic>
                    <p:nvPicPr>
                      <p:cNvPr id="117771" name="Object 1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71550" y="2097088"/>
                        <a:ext cx="4586288" cy="19335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7772" name="Object 16"/>
          <p:cNvGraphicFramePr>
            <a:graphicFrameLocks noChangeAspect="1"/>
          </p:cNvGraphicFramePr>
          <p:nvPr/>
        </p:nvGraphicFramePr>
        <p:xfrm>
          <a:off x="971550" y="4241800"/>
          <a:ext cx="4608513" cy="1920875"/>
        </p:xfrm>
        <a:graphic>
          <a:graphicData uri="http://schemas.openxmlformats.org/presentationml/2006/ole">
            <mc:AlternateContent xmlns:mc="http://schemas.openxmlformats.org/markup-compatibility/2006">
              <mc:Choice xmlns:v="urn:schemas-microsoft-com:vml" Requires="v">
                <p:oleObj spid="_x0000_s197665" name="公式" r:id="rId17" imgW="2438400" imgH="1016000" progId="Equation.3">
                  <p:embed/>
                </p:oleObj>
              </mc:Choice>
              <mc:Fallback>
                <p:oleObj name="公式" r:id="rId17" imgW="2438400" imgH="1016000" progId="Equation.3">
                  <p:embed/>
                  <p:pic>
                    <p:nvPicPr>
                      <p:cNvPr id="117772" name="Object 1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971550" y="4241800"/>
                        <a:ext cx="4608513" cy="19208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7773" name="Text Box 5"/>
          <p:cNvSpPr txBox="1">
            <a:spLocks noChangeArrowheads="1"/>
          </p:cNvSpPr>
          <p:nvPr/>
        </p:nvSpPr>
        <p:spPr bwMode="auto">
          <a:xfrm>
            <a:off x="790575" y="950913"/>
            <a:ext cx="3790950"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kumimoji="1" lang="zh-CN" altLang="en-US" sz="2400">
                <a:latin typeface="Arial" panose="020B0604020202020204" pitchFamily="34" charset="0"/>
                <a:ea typeface="楷体" panose="02010609060101010101" pitchFamily="49" charset="-122"/>
                <a:cs typeface="Arial" panose="020B0604020202020204" pitchFamily="34" charset="0"/>
              </a:rPr>
              <a:t>末端为         的自由基：</a:t>
            </a:r>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2E6168D9-EB38-4A97-A5EA-BC70CB9063EA}"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22</a:t>
            </a:fld>
            <a:endParaRPr lang="en-US" altLang="zh-CN" sz="1400">
              <a:latin typeface="Times New Roman" panose="02020603050405020304" pitchFamily="18" charset="0"/>
              <a:ea typeface="宋体" panose="02010600030101010101" pitchFamily="2" charset="-122"/>
            </a:endParaRPr>
          </a:p>
        </p:txBody>
      </p:sp>
      <p:sp>
        <p:nvSpPr>
          <p:cNvPr id="118787" name="Text Box 2"/>
          <p:cNvSpPr txBox="1">
            <a:spLocks noChangeArrowheads="1"/>
          </p:cNvSpPr>
          <p:nvPr/>
        </p:nvSpPr>
        <p:spPr bwMode="auto">
          <a:xfrm>
            <a:off x="593725" y="311150"/>
            <a:ext cx="1997075" cy="534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0000"/>
              </a:lnSpc>
              <a:spcBef>
                <a:spcPct val="50000"/>
              </a:spcBef>
              <a:buFontTx/>
              <a:buNone/>
            </a:pPr>
            <a:r>
              <a:rPr kumimoji="1"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rPr>
              <a:t>4个竞聚率：</a:t>
            </a:r>
          </a:p>
        </p:txBody>
      </p:sp>
      <p:graphicFrame>
        <p:nvGraphicFramePr>
          <p:cNvPr id="118788" name="Object 3"/>
          <p:cNvGraphicFramePr>
            <a:graphicFrameLocks noChangeAspect="1"/>
          </p:cNvGraphicFramePr>
          <p:nvPr/>
        </p:nvGraphicFramePr>
        <p:xfrm>
          <a:off x="973138" y="1154113"/>
          <a:ext cx="1236662" cy="850900"/>
        </p:xfrm>
        <a:graphic>
          <a:graphicData uri="http://schemas.openxmlformats.org/presentationml/2006/ole">
            <mc:AlternateContent xmlns:mc="http://schemas.openxmlformats.org/markup-compatibility/2006">
              <mc:Choice xmlns:v="urn:schemas-microsoft-com:vml" Requires="v">
                <p:oleObj spid="_x0000_s198682" name="公式" r:id="rId3" imgW="647419" imgH="444307" progId="Equation.3">
                  <p:embed/>
                </p:oleObj>
              </mc:Choice>
              <mc:Fallback>
                <p:oleObj name="公式" r:id="rId3" imgW="647419" imgH="444307" progId="Equation.3">
                  <p:embed/>
                  <p:pic>
                    <p:nvPicPr>
                      <p:cNvPr id="118788"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3138" y="1154113"/>
                        <a:ext cx="1236662" cy="8509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8789" name="Object 4"/>
          <p:cNvGraphicFramePr>
            <a:graphicFrameLocks noChangeAspect="1"/>
          </p:cNvGraphicFramePr>
          <p:nvPr/>
        </p:nvGraphicFramePr>
        <p:xfrm>
          <a:off x="5068888" y="1117600"/>
          <a:ext cx="1292225" cy="881063"/>
        </p:xfrm>
        <a:graphic>
          <a:graphicData uri="http://schemas.openxmlformats.org/presentationml/2006/ole">
            <mc:AlternateContent xmlns:mc="http://schemas.openxmlformats.org/markup-compatibility/2006">
              <mc:Choice xmlns:v="urn:schemas-microsoft-com:vml" Requires="v">
                <p:oleObj spid="_x0000_s198683" name="公式" r:id="rId5" imgW="660113" imgH="444307" progId="Equation.3">
                  <p:embed/>
                </p:oleObj>
              </mc:Choice>
              <mc:Fallback>
                <p:oleObj name="公式" r:id="rId5" imgW="660113" imgH="444307" progId="Equation.3">
                  <p:embed/>
                  <p:pic>
                    <p:nvPicPr>
                      <p:cNvPr id="118789"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68888" y="1117600"/>
                        <a:ext cx="1292225" cy="8810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8790" name="Object 5"/>
          <p:cNvGraphicFramePr>
            <a:graphicFrameLocks noChangeAspect="1"/>
          </p:cNvGraphicFramePr>
          <p:nvPr/>
        </p:nvGraphicFramePr>
        <p:xfrm>
          <a:off x="977900" y="2247900"/>
          <a:ext cx="1228725" cy="822325"/>
        </p:xfrm>
        <a:graphic>
          <a:graphicData uri="http://schemas.openxmlformats.org/presentationml/2006/ole">
            <mc:AlternateContent xmlns:mc="http://schemas.openxmlformats.org/markup-compatibility/2006">
              <mc:Choice xmlns:v="urn:schemas-microsoft-com:vml" Requires="v">
                <p:oleObj spid="_x0000_s198684" name="公式" r:id="rId7" imgW="672808" imgH="444307" progId="Equation.3">
                  <p:embed/>
                </p:oleObj>
              </mc:Choice>
              <mc:Fallback>
                <p:oleObj name="公式" r:id="rId7" imgW="672808" imgH="444307" progId="Equation.3">
                  <p:embed/>
                  <p:pic>
                    <p:nvPicPr>
                      <p:cNvPr id="11879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77900" y="2247900"/>
                        <a:ext cx="1228725" cy="8223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8791" name="Object 6"/>
          <p:cNvGraphicFramePr>
            <a:graphicFrameLocks noChangeAspect="1"/>
          </p:cNvGraphicFramePr>
          <p:nvPr/>
        </p:nvGraphicFramePr>
        <p:xfrm>
          <a:off x="5068888" y="2232025"/>
          <a:ext cx="1317625" cy="881063"/>
        </p:xfrm>
        <a:graphic>
          <a:graphicData uri="http://schemas.openxmlformats.org/presentationml/2006/ole">
            <mc:AlternateContent xmlns:mc="http://schemas.openxmlformats.org/markup-compatibility/2006">
              <mc:Choice xmlns:v="urn:schemas-microsoft-com:vml" Requires="v">
                <p:oleObj spid="_x0000_s198685" name="公式" r:id="rId9" imgW="672808" imgH="444307" progId="Equation.3">
                  <p:embed/>
                </p:oleObj>
              </mc:Choice>
              <mc:Fallback>
                <p:oleObj name="公式" r:id="rId9" imgW="672808" imgH="444307" progId="Equation.3">
                  <p:embed/>
                  <p:pic>
                    <p:nvPicPr>
                      <p:cNvPr id="118791"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68888" y="2232025"/>
                        <a:ext cx="1317625" cy="8810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8792" name="Object 7"/>
          <p:cNvGraphicFramePr>
            <a:graphicFrameLocks noChangeAspect="1"/>
          </p:cNvGraphicFramePr>
          <p:nvPr/>
        </p:nvGraphicFramePr>
        <p:xfrm>
          <a:off x="3105150" y="1733550"/>
          <a:ext cx="1158875" cy="846138"/>
        </p:xfrm>
        <a:graphic>
          <a:graphicData uri="http://schemas.openxmlformats.org/presentationml/2006/ole">
            <mc:AlternateContent xmlns:mc="http://schemas.openxmlformats.org/markup-compatibility/2006">
              <mc:Choice xmlns:v="urn:schemas-microsoft-com:vml" Requires="v">
                <p:oleObj spid="_x0000_s198686" name="公式" r:id="rId11" imgW="609336" imgH="444307" progId="Equation.3">
                  <p:embed/>
                </p:oleObj>
              </mc:Choice>
              <mc:Fallback>
                <p:oleObj name="公式" r:id="rId11" imgW="609336" imgH="444307" progId="Equation.3">
                  <p:embed/>
                  <p:pic>
                    <p:nvPicPr>
                      <p:cNvPr id="118792"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05150" y="1733550"/>
                        <a:ext cx="1158875" cy="8461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8793" name="Object 8"/>
          <p:cNvGraphicFramePr>
            <a:graphicFrameLocks noChangeAspect="1"/>
          </p:cNvGraphicFramePr>
          <p:nvPr/>
        </p:nvGraphicFramePr>
        <p:xfrm>
          <a:off x="7308850" y="1649413"/>
          <a:ext cx="1128713" cy="815975"/>
        </p:xfrm>
        <a:graphic>
          <a:graphicData uri="http://schemas.openxmlformats.org/presentationml/2006/ole">
            <mc:AlternateContent xmlns:mc="http://schemas.openxmlformats.org/markup-compatibility/2006">
              <mc:Choice xmlns:v="urn:schemas-microsoft-com:vml" Requires="v">
                <p:oleObj spid="_x0000_s198687" name="公式" r:id="rId13" imgW="622030" imgH="444307" progId="Equation.3">
                  <p:embed/>
                </p:oleObj>
              </mc:Choice>
              <mc:Fallback>
                <p:oleObj name="公式" r:id="rId13" imgW="622030" imgH="444307" progId="Equation.3">
                  <p:embed/>
                  <p:pic>
                    <p:nvPicPr>
                      <p:cNvPr id="118793"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308850" y="1649413"/>
                        <a:ext cx="1128713" cy="8159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8794" name="AutoShape 9"/>
          <p:cNvSpPr>
            <a:spLocks noChangeArrowheads="1"/>
          </p:cNvSpPr>
          <p:nvPr/>
        </p:nvSpPr>
        <p:spPr bwMode="auto">
          <a:xfrm>
            <a:off x="2420938" y="1906588"/>
            <a:ext cx="523875" cy="407987"/>
          </a:xfrm>
          <a:prstGeom prst="notchedRightArrow">
            <a:avLst>
              <a:gd name="adj1" fmla="val 50000"/>
              <a:gd name="adj2" fmla="val 31245"/>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zh-CN" altLang="en-US" sz="2400">
              <a:latin typeface="Times New Roman" panose="02020603050405020304" pitchFamily="18" charset="0"/>
              <a:ea typeface="宋体" panose="02010600030101010101" pitchFamily="2" charset="-122"/>
            </a:endParaRPr>
          </a:p>
        </p:txBody>
      </p:sp>
      <p:sp>
        <p:nvSpPr>
          <p:cNvPr id="118795" name="AutoShape 10"/>
          <p:cNvSpPr>
            <a:spLocks noChangeArrowheads="1"/>
          </p:cNvSpPr>
          <p:nvPr/>
        </p:nvSpPr>
        <p:spPr bwMode="auto">
          <a:xfrm>
            <a:off x="6577013" y="1906588"/>
            <a:ext cx="546100" cy="357187"/>
          </a:xfrm>
          <a:prstGeom prst="notchedRightArrow">
            <a:avLst>
              <a:gd name="adj1" fmla="val 50000"/>
              <a:gd name="adj2" fmla="val 31271"/>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zh-CN" altLang="en-US" sz="2400">
              <a:latin typeface="Times New Roman" panose="02020603050405020304" pitchFamily="18" charset="0"/>
              <a:ea typeface="宋体" panose="02010600030101010101" pitchFamily="2" charset="-122"/>
            </a:endParaRPr>
          </a:p>
        </p:txBody>
      </p:sp>
      <p:sp>
        <p:nvSpPr>
          <p:cNvPr id="118796" name="Text Box 11"/>
          <p:cNvSpPr txBox="1">
            <a:spLocks noChangeArrowheads="1"/>
          </p:cNvSpPr>
          <p:nvPr/>
        </p:nvSpPr>
        <p:spPr bwMode="auto">
          <a:xfrm>
            <a:off x="755650" y="3268663"/>
            <a:ext cx="7488238"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FontTx/>
              <a:buNone/>
            </a:pPr>
            <a:r>
              <a:rPr kumimoji="1" lang="zh-CN" altLang="en-US" sz="2400">
                <a:latin typeface="楷体" panose="02010609060101010101" pitchFamily="49" charset="-122"/>
                <a:ea typeface="楷体" panose="02010609060101010101" pitchFamily="49" charset="-122"/>
              </a:rPr>
              <a:t>每种单体对应有2种竞聚率，一种竞聚率代表增长种末端和前末端单元相同，另一</a:t>
            </a:r>
            <a:r>
              <a:rPr kumimoji="1" lang="zh-CN" altLang="en-GB" sz="2400">
                <a:latin typeface="楷体" panose="02010609060101010101" pitchFamily="49" charset="-122"/>
                <a:ea typeface="楷体" panose="02010609060101010101" pitchFamily="49" charset="-122"/>
              </a:rPr>
              <a:t>种</a:t>
            </a:r>
            <a:r>
              <a:rPr kumimoji="1" lang="zh-CN" altLang="en-US" sz="2400">
                <a:latin typeface="楷体" panose="02010609060101010101" pitchFamily="49" charset="-122"/>
                <a:ea typeface="楷体" panose="02010609060101010101" pitchFamily="49" charset="-122"/>
              </a:rPr>
              <a:t>则不同。</a:t>
            </a:r>
          </a:p>
        </p:txBody>
      </p:sp>
      <p:graphicFrame>
        <p:nvGraphicFramePr>
          <p:cNvPr id="118797" name="Object 12"/>
          <p:cNvGraphicFramePr>
            <a:graphicFrameLocks noChangeAspect="1"/>
          </p:cNvGraphicFramePr>
          <p:nvPr/>
        </p:nvGraphicFramePr>
        <p:xfrm>
          <a:off x="788988" y="4430713"/>
          <a:ext cx="4773612" cy="874712"/>
        </p:xfrm>
        <a:graphic>
          <a:graphicData uri="http://schemas.openxmlformats.org/presentationml/2006/ole">
            <mc:AlternateContent xmlns:mc="http://schemas.openxmlformats.org/markup-compatibility/2006">
              <mc:Choice xmlns:v="urn:schemas-microsoft-com:vml" Requires="v">
                <p:oleObj spid="_x0000_s198688" name="公式" r:id="rId15" imgW="2222500" imgH="444500" progId="Equation.3">
                  <p:embed/>
                </p:oleObj>
              </mc:Choice>
              <mc:Fallback>
                <p:oleObj name="公式" r:id="rId15" imgW="2222500" imgH="444500" progId="Equation.3">
                  <p:embed/>
                  <p:pic>
                    <p:nvPicPr>
                      <p:cNvPr id="118797" name="Object 12"/>
                      <p:cNvPicPr>
                        <a:picLocks noChangeAspect="1" noChangeArrowheads="1"/>
                      </p:cNvPicPr>
                      <p:nvPr/>
                    </p:nvPicPr>
                    <p:blipFill>
                      <a:blip r:embed="rId16">
                        <a:extLst>
                          <a:ext uri="{28A0092B-C50C-407E-A947-70E740481C1C}">
                            <a14:useLocalDpi xmlns:a14="http://schemas.microsoft.com/office/drawing/2010/main" val="0"/>
                          </a:ext>
                        </a:extLst>
                      </a:blip>
                      <a:srcRect l="-900" r="-900"/>
                      <a:stretch>
                        <a:fillRect/>
                      </a:stretch>
                    </p:blipFill>
                    <p:spPr bwMode="auto">
                      <a:xfrm>
                        <a:off x="788988" y="4430713"/>
                        <a:ext cx="4773612" cy="87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8798" name="Object 14"/>
          <p:cNvGraphicFramePr>
            <a:graphicFrameLocks noChangeAspect="1"/>
          </p:cNvGraphicFramePr>
          <p:nvPr/>
        </p:nvGraphicFramePr>
        <p:xfrm>
          <a:off x="782638" y="5518150"/>
          <a:ext cx="4735512" cy="858838"/>
        </p:xfrm>
        <a:graphic>
          <a:graphicData uri="http://schemas.openxmlformats.org/presentationml/2006/ole">
            <mc:AlternateContent xmlns:mc="http://schemas.openxmlformats.org/markup-compatibility/2006">
              <mc:Choice xmlns:v="urn:schemas-microsoft-com:vml" Requires="v">
                <p:oleObj spid="_x0000_s198689" name="公式" r:id="rId17" imgW="2247900" imgH="444500" progId="Equation.3">
                  <p:embed/>
                </p:oleObj>
              </mc:Choice>
              <mc:Fallback>
                <p:oleObj name="公式" r:id="rId17" imgW="2247900" imgH="444500" progId="Equation.3">
                  <p:embed/>
                  <p:pic>
                    <p:nvPicPr>
                      <p:cNvPr id="118798" name="Object 14"/>
                      <p:cNvPicPr>
                        <a:picLocks noChangeAspect="1" noChangeArrowheads="1"/>
                      </p:cNvPicPr>
                      <p:nvPr/>
                    </p:nvPicPr>
                    <p:blipFill>
                      <a:blip r:embed="rId18">
                        <a:extLst>
                          <a:ext uri="{28A0092B-C50C-407E-A947-70E740481C1C}">
                            <a14:useLocalDpi xmlns:a14="http://schemas.microsoft.com/office/drawing/2010/main" val="0"/>
                          </a:ext>
                        </a:extLst>
                      </a:blip>
                      <a:srcRect l="-777" r="-777"/>
                      <a:stretch>
                        <a:fillRect/>
                      </a:stretch>
                    </p:blipFill>
                    <p:spPr bwMode="auto">
                      <a:xfrm>
                        <a:off x="782638" y="5518150"/>
                        <a:ext cx="4735512" cy="858838"/>
                      </a:xfrm>
                      <a:prstGeom prst="rect">
                        <a:avLst/>
                      </a:prstGeom>
                      <a:noFill/>
                      <a:ln>
                        <a:noFill/>
                      </a:ln>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mc:AlternateContent xmlns:mc="http://schemas.openxmlformats.org/markup-compatibility/2006" xmlns:a14="http://schemas.microsoft.com/office/drawing/2010/main">
        <mc:Choice Requires="a14">
          <p:sp>
            <p:nvSpPr>
              <p:cNvPr id="2" name="文本框 1"/>
              <p:cNvSpPr txBox="1"/>
              <p:nvPr/>
            </p:nvSpPr>
            <p:spPr>
              <a:xfrm>
                <a:off x="5993650" y="5098916"/>
                <a:ext cx="2630399" cy="112114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CN" i="1" smtClean="0">
                              <a:latin typeface="Cambria Math" panose="02040503050406030204" pitchFamily="18" charset="0"/>
                            </a:rPr>
                          </m:ctrlPr>
                        </m:fPr>
                        <m:num>
                          <m:r>
                            <a:rPr lang="en-US" altLang="zh-CN" b="0" i="1" smtClean="0">
                              <a:latin typeface="Cambria Math" panose="02040503050406030204" pitchFamily="18" charset="0"/>
                            </a:rPr>
                            <m:t>𝑑</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𝑀</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num>
                        <m:den>
                          <m:r>
                            <a:rPr lang="en-US" altLang="zh-CN" b="0" i="1" smtClean="0">
                              <a:latin typeface="Cambria Math" panose="02040503050406030204" pitchFamily="18" charset="0"/>
                            </a:rPr>
                            <m:t>𝑑</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𝑀</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f>
                            <m:fPr>
                              <m:ctrlPr>
                                <a:rPr lang="en-US" altLang="zh-CN" b="0" i="1" smtClean="0">
                                  <a:latin typeface="Cambria Math" panose="02040503050406030204" pitchFamily="18" charset="0"/>
                                </a:rPr>
                              </m:ctrlPr>
                            </m:fPr>
                            <m:num>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1</m:t>
                                  </m:r>
                                </m:sub>
                                <m:sup>
                                  <m:r>
                                    <a:rPr lang="en-US" altLang="zh-CN" b="0" i="1" smtClean="0">
                                      <a:latin typeface="Cambria Math" panose="02040503050406030204" pitchFamily="18" charset="0"/>
                                    </a:rPr>
                                    <m:t>′</m:t>
                                  </m:r>
                                </m:sup>
                              </m:sSubSup>
                              <m:r>
                                <a:rPr lang="en-US" altLang="zh-CN" b="0" i="1" smtClean="0">
                                  <a:latin typeface="Cambria Math" panose="02040503050406030204" pitchFamily="18" charset="0"/>
                                </a:rPr>
                                <m:t>𝑋</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𝑋</m:t>
                              </m:r>
                              <m:r>
                                <a:rPr lang="en-US" altLang="zh-CN" b="0" i="1" smtClean="0">
                                  <a:latin typeface="Cambria Math" panose="02040503050406030204" pitchFamily="18" charset="0"/>
                                </a:rPr>
                                <m:t>+1)</m:t>
                              </m:r>
                            </m:num>
                            <m:den>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𝑟</m:t>
                                  </m:r>
                                </m:e>
                                <m:sub>
                                  <m:r>
                                    <a:rPr lang="en-US" altLang="zh-CN" i="1">
                                      <a:latin typeface="Cambria Math" panose="02040503050406030204" pitchFamily="18" charset="0"/>
                                    </a:rPr>
                                    <m:t>1</m:t>
                                  </m:r>
                                </m:sub>
                                <m:sup>
                                  <m:r>
                                    <a:rPr lang="en-US" altLang="zh-CN" i="1">
                                      <a:latin typeface="Cambria Math" panose="02040503050406030204" pitchFamily="18" charset="0"/>
                                    </a:rPr>
                                    <m:t>′</m:t>
                                  </m:r>
                                </m:sup>
                              </m:sSubSup>
                              <m:r>
                                <a:rPr lang="en-US" altLang="zh-CN" b="0" i="1" smtClean="0">
                                  <a:latin typeface="Cambria Math" panose="02040503050406030204" pitchFamily="18" charset="0"/>
                                </a:rPr>
                                <m:t>𝑋</m:t>
                              </m:r>
                              <m:r>
                                <a:rPr lang="en-US" altLang="zh-CN" b="0" i="1" smtClean="0">
                                  <a:latin typeface="Cambria Math" panose="02040503050406030204" pitchFamily="18" charset="0"/>
                                </a:rPr>
                                <m:t>+1</m:t>
                              </m:r>
                            </m:den>
                          </m:f>
                        </m:num>
                        <m:den>
                          <m:r>
                            <a:rPr lang="en-US" altLang="zh-CN" i="1">
                              <a:latin typeface="Cambria Math" panose="02040503050406030204" pitchFamily="18" charset="0"/>
                            </a:rPr>
                            <m:t>1+</m:t>
                          </m:r>
                          <m:f>
                            <m:fPr>
                              <m:ctrlPr>
                                <a:rPr lang="en-US" altLang="zh-CN" i="1">
                                  <a:latin typeface="Cambria Math" panose="02040503050406030204" pitchFamily="18" charset="0"/>
                                </a:rPr>
                              </m:ctrlPr>
                            </m:fPr>
                            <m:num>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𝑟</m:t>
                                  </m:r>
                                </m:e>
                                <m:sub>
                                  <m:r>
                                    <a:rPr lang="en-US" altLang="zh-CN" b="0" i="1" smtClean="0">
                                      <a:latin typeface="Cambria Math" panose="02040503050406030204" pitchFamily="18" charset="0"/>
                                    </a:rPr>
                                    <m:t>2</m:t>
                                  </m:r>
                                </m:sub>
                                <m:sup>
                                  <m:r>
                                    <a:rPr lang="en-US" altLang="zh-CN" i="1">
                                      <a:latin typeface="Cambria Math" panose="02040503050406030204" pitchFamily="18" charset="0"/>
                                    </a:rPr>
                                    <m:t>′</m:t>
                                  </m:r>
                                </m:sup>
                              </m:sSubSup>
                              <m:r>
                                <a:rPr lang="en-US" altLang="zh-CN" i="1">
                                  <a:latin typeface="Cambria Math" panose="02040503050406030204" pitchFamily="18" charset="0"/>
                                </a:rPr>
                                <m:t>𝑋</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b="0" i="1" smtClean="0">
                                      <a:latin typeface="Cambria Math" panose="02040503050406030204" pitchFamily="18" charset="0"/>
                                    </a:rPr>
                                    <m:t>2</m:t>
                                  </m:r>
                                </m:sub>
                              </m:sSub>
                              <m:r>
                                <a:rPr lang="en-US" altLang="zh-CN" i="1">
                                  <a:latin typeface="Cambria Math" panose="02040503050406030204" pitchFamily="18" charset="0"/>
                                </a:rPr>
                                <m:t>𝑋</m:t>
                              </m:r>
                              <m:r>
                                <a:rPr lang="en-US" altLang="zh-CN" i="1">
                                  <a:latin typeface="Cambria Math" panose="02040503050406030204" pitchFamily="18" charset="0"/>
                                </a:rPr>
                                <m:t>+1)</m:t>
                              </m:r>
                            </m:num>
                            <m:den>
                              <m:r>
                                <a:rPr lang="en-US" altLang="zh-CN" b="0" i="1" smtClean="0">
                                  <a:latin typeface="Cambria Math" panose="02040503050406030204" pitchFamily="18" charset="0"/>
                                </a:rPr>
                                <m:t>𝑋</m:t>
                              </m:r>
                              <m:r>
                                <a:rPr lang="en-US" altLang="zh-CN" b="0" i="1" smtClean="0">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𝑟</m:t>
                                  </m:r>
                                </m:e>
                                <m:sub>
                                  <m:r>
                                    <a:rPr lang="en-US" altLang="zh-CN" b="0" i="1" smtClean="0">
                                      <a:latin typeface="Cambria Math" panose="02040503050406030204" pitchFamily="18" charset="0"/>
                                    </a:rPr>
                                    <m:t>2</m:t>
                                  </m:r>
                                </m:sub>
                                <m:sup>
                                  <m:r>
                                    <a:rPr lang="en-US" altLang="zh-CN" i="1">
                                      <a:latin typeface="Cambria Math" panose="02040503050406030204" pitchFamily="18" charset="0"/>
                                    </a:rPr>
                                    <m:t>′</m:t>
                                  </m:r>
                                </m:sup>
                              </m:sSubSup>
                              <m:r>
                                <a:rPr lang="en-US" altLang="zh-CN" i="1">
                                  <a:latin typeface="Cambria Math" panose="02040503050406030204" pitchFamily="18" charset="0"/>
                                </a:rPr>
                                <m:t>+</m:t>
                              </m:r>
                              <m:r>
                                <a:rPr lang="en-US" altLang="zh-CN" b="0" i="1" smtClean="0">
                                  <a:latin typeface="Cambria Math" panose="02040503050406030204" pitchFamily="18" charset="0"/>
                                </a:rPr>
                                <m:t>𝑋</m:t>
                              </m:r>
                              <m:r>
                                <a:rPr lang="en-US" altLang="zh-CN" b="0" i="1" smtClean="0">
                                  <a:latin typeface="Cambria Math" panose="02040503050406030204" pitchFamily="18" charset="0"/>
                                </a:rPr>
                                <m:t>)</m:t>
                              </m:r>
                            </m:den>
                          </m:f>
                        </m:den>
                      </m:f>
                    </m:oMath>
                  </m:oMathPara>
                </a14:m>
                <a:endParaRPr lang="zh-CN" altLang="en-US" dirty="0"/>
              </a:p>
            </p:txBody>
          </p:sp>
        </mc:Choice>
        <mc:Fallback xmlns="">
          <p:sp>
            <p:nvSpPr>
              <p:cNvPr id="2" name="文本框 1"/>
              <p:cNvSpPr txBox="1">
                <a:spLocks noRot="1" noChangeAspect="1" noMove="1" noResize="1" noEditPoints="1" noAdjustHandles="1" noChangeArrowheads="1" noChangeShapeType="1" noTextEdit="1"/>
              </p:cNvSpPr>
              <p:nvPr/>
            </p:nvSpPr>
            <p:spPr>
              <a:xfrm>
                <a:off x="5993650" y="5098916"/>
                <a:ext cx="2630399" cy="1121141"/>
              </a:xfrm>
              <a:prstGeom prst="rect">
                <a:avLst/>
              </a:prstGeom>
              <a:blipFill>
                <a:blip r:embed="rId19"/>
                <a:stretch>
                  <a:fillRect/>
                </a:stretch>
              </a:blipFill>
            </p:spPr>
            <p:txBody>
              <a:bodyPr/>
              <a:lstStyle/>
              <a:p>
                <a:r>
                  <a:rPr lang="zh-CN" altLang="en-US">
                    <a:noFill/>
                  </a:rPr>
                  <a:t> </a:t>
                </a:r>
              </a:p>
            </p:txBody>
          </p:sp>
        </mc:Fallback>
      </mc:AlternateContent>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9810"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1F014BD0-14BC-4237-9FDE-E3331DF8FDC4}"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23</a:t>
            </a:fld>
            <a:endParaRPr lang="en-US" altLang="zh-CN" sz="1400">
              <a:latin typeface="Times New Roman" panose="02020603050405020304" pitchFamily="18" charset="0"/>
              <a:ea typeface="宋体" panose="02010600030101010101" pitchFamily="2" charset="-122"/>
            </a:endParaRPr>
          </a:p>
        </p:txBody>
      </p:sp>
      <p:sp>
        <p:nvSpPr>
          <p:cNvPr id="119811" name="Text Box 2"/>
          <p:cNvSpPr txBox="1">
            <a:spLocks noChangeArrowheads="1"/>
          </p:cNvSpPr>
          <p:nvPr/>
        </p:nvSpPr>
        <p:spPr bwMode="auto">
          <a:xfrm>
            <a:off x="658813" y="620713"/>
            <a:ext cx="6172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00000"/>
              </a:lnSpc>
              <a:spcBef>
                <a:spcPct val="50000"/>
              </a:spcBef>
              <a:buFontTx/>
              <a:buNone/>
            </a:pP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2</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 </a:t>
            </a: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解聚</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(Depolymerization)</a:t>
            </a:r>
          </a:p>
        </p:txBody>
      </p:sp>
      <p:sp>
        <p:nvSpPr>
          <p:cNvPr id="119812" name="Rectangle 3"/>
          <p:cNvSpPr>
            <a:spLocks noChangeArrowheads="1"/>
          </p:cNvSpPr>
          <p:nvPr/>
        </p:nvSpPr>
        <p:spPr bwMode="auto">
          <a:xfrm>
            <a:off x="827088" y="1628775"/>
            <a:ext cx="7842250" cy="2770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FontTx/>
              <a:buNone/>
            </a:pPr>
            <a:r>
              <a:rPr kumimoji="1" lang="zh-CN" altLang="en-US" sz="2400">
                <a:solidFill>
                  <a:srgbClr val="FF0000"/>
                </a:solidFill>
                <a:latin typeface="楷体" panose="02010609060101010101" pitchFamily="49" charset="-122"/>
                <a:ea typeface="楷体" panose="02010609060101010101" pitchFamily="49" charset="-122"/>
              </a:rPr>
              <a:t>共聚时发生解聚使组成方程偏离。</a:t>
            </a:r>
          </a:p>
          <a:p>
            <a:pPr eaLnBrk="1" hangingPunct="1">
              <a:lnSpc>
                <a:spcPct val="125000"/>
              </a:lnSpc>
              <a:spcBef>
                <a:spcPct val="50000"/>
              </a:spcBef>
              <a:buFontTx/>
              <a:buNone/>
            </a:pPr>
            <a:r>
              <a:rPr kumimoji="1" lang="zh-CN" altLang="en-US" sz="2400">
                <a:latin typeface="Arial" panose="020B0604020202020204" pitchFamily="34" charset="0"/>
                <a:ea typeface="楷体" panose="02010609060101010101" pitchFamily="49" charset="-122"/>
                <a:cs typeface="Arial" panose="020B0604020202020204" pitchFamily="34" charset="0"/>
              </a:rPr>
              <a:t>乙烯基单体在常温下解聚倾向较小，但</a:t>
            </a:r>
            <a:r>
              <a:rPr kumimoji="1" lang="en-US" altLang="zh-CN" sz="2400">
                <a:solidFill>
                  <a:srgbClr val="90109E"/>
                </a:solidFill>
                <a:latin typeface="Arial" panose="020B0604020202020204" pitchFamily="34" charset="0"/>
                <a:ea typeface="楷体" panose="02010609060101010101" pitchFamily="49" charset="-122"/>
                <a:cs typeface="Arial" panose="020B0604020202020204" pitchFamily="34" charset="0"/>
              </a:rPr>
              <a:t>α-</a:t>
            </a:r>
            <a:r>
              <a:rPr kumimoji="1" lang="zh-CN" altLang="en-US" sz="2400">
                <a:solidFill>
                  <a:srgbClr val="90109E"/>
                </a:solidFill>
                <a:latin typeface="Arial" panose="020B0604020202020204" pitchFamily="34" charset="0"/>
                <a:ea typeface="楷体" panose="02010609060101010101" pitchFamily="49" charset="-122"/>
                <a:cs typeface="Arial" panose="020B0604020202020204" pitchFamily="34" charset="0"/>
              </a:rPr>
              <a:t>甲基苯乙烯</a:t>
            </a:r>
            <a:r>
              <a:rPr kumimoji="1" lang="zh-CN" altLang="en-US" sz="2400">
                <a:latin typeface="Arial" panose="020B0604020202020204" pitchFamily="34" charset="0"/>
                <a:ea typeface="楷体" panose="02010609060101010101" pitchFamily="49" charset="-122"/>
                <a:cs typeface="Arial" panose="020B0604020202020204" pitchFamily="34" charset="0"/>
              </a:rPr>
              <a:t>的聚合上限温度为61℃，有明显解聚倾向。</a:t>
            </a:r>
          </a:p>
          <a:p>
            <a:pPr eaLnBrk="1" hangingPunct="1">
              <a:lnSpc>
                <a:spcPct val="125000"/>
              </a:lnSpc>
              <a:spcBef>
                <a:spcPct val="50000"/>
              </a:spcBef>
              <a:buFontTx/>
              <a:buNone/>
            </a:pPr>
            <a:r>
              <a:rPr kumimoji="1" lang="zh-CN" altLang="en-US" sz="2400">
                <a:latin typeface="Arial" panose="020B0604020202020204" pitchFamily="34" charset="0"/>
                <a:ea typeface="楷体" panose="02010609060101010101" pitchFamily="49" charset="-122"/>
                <a:cs typeface="Arial" panose="020B0604020202020204" pitchFamily="34" charset="0"/>
              </a:rPr>
              <a:t>聚合—解聚平衡与温度有关，故共聚物组成也决定于温度，温度升高，单体浓度降低，有利于解聚</a:t>
            </a: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文本框 3"/>
          <p:cNvSpPr txBox="1">
            <a:spLocks noChangeArrowheads="1"/>
          </p:cNvSpPr>
          <p:nvPr/>
        </p:nvSpPr>
        <p:spPr bwMode="auto">
          <a:xfrm>
            <a:off x="257175" y="188913"/>
            <a:ext cx="8569325"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50000"/>
              </a:lnSpc>
              <a:spcBef>
                <a:spcPct val="0"/>
              </a:spcBef>
              <a:buFontTx/>
              <a:buNone/>
            </a:pPr>
            <a:r>
              <a:rPr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例</a:t>
            </a:r>
            <a:r>
              <a:rPr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1.</a:t>
            </a:r>
            <a:r>
              <a:rPr lang="en-US" altLang="zh-CN" sz="2400">
                <a:latin typeface="Arial" panose="020B0604020202020204" pitchFamily="34" charset="0"/>
                <a:ea typeface="楷体" panose="02010609060101010101" pitchFamily="49" charset="-122"/>
                <a:cs typeface="Arial" panose="020B0604020202020204" pitchFamily="34" charset="0"/>
              </a:rPr>
              <a:t> </a:t>
            </a:r>
            <a:r>
              <a:rPr lang="zh-CN" altLang="en-US" sz="2400">
                <a:latin typeface="Arial" panose="020B0604020202020204" pitchFamily="34" charset="0"/>
                <a:ea typeface="楷体" panose="02010609060101010101" pitchFamily="49" charset="-122"/>
                <a:cs typeface="Arial" panose="020B0604020202020204" pitchFamily="34" charset="0"/>
              </a:rPr>
              <a:t>丙烯腈</a:t>
            </a:r>
            <a:r>
              <a:rPr lang="en-US" altLang="zh-CN" sz="2400">
                <a:latin typeface="Arial" panose="020B0604020202020204" pitchFamily="34" charset="0"/>
                <a:ea typeface="楷体" panose="02010609060101010101" pitchFamily="49" charset="-122"/>
                <a:cs typeface="Arial" panose="020B0604020202020204" pitchFamily="34" charset="0"/>
              </a:rPr>
              <a:t>-</a:t>
            </a:r>
            <a:r>
              <a:rPr lang="zh-CN" altLang="en-US" sz="2400">
                <a:latin typeface="Arial" panose="020B0604020202020204" pitchFamily="34" charset="0"/>
                <a:ea typeface="楷体" panose="02010609060101010101" pitchFamily="49" charset="-122"/>
                <a:cs typeface="Arial" panose="020B0604020202020204" pitchFamily="34" charset="0"/>
              </a:rPr>
              <a:t>苯乙烯的竞聚率</a:t>
            </a:r>
            <a:r>
              <a:rPr lang="en-US" altLang="zh-CN" sz="2400">
                <a:latin typeface="Arial" panose="020B0604020202020204" pitchFamily="34" charset="0"/>
                <a:ea typeface="楷体" panose="02010609060101010101" pitchFamily="49" charset="-122"/>
                <a:cs typeface="Arial" panose="020B0604020202020204" pitchFamily="34" charset="0"/>
              </a:rPr>
              <a:t>r</a:t>
            </a:r>
            <a:r>
              <a:rPr lang="en-US" altLang="zh-CN" sz="2400" baseline="-25000">
                <a:latin typeface="Arial" panose="020B0604020202020204" pitchFamily="34" charset="0"/>
                <a:ea typeface="楷体" panose="02010609060101010101" pitchFamily="49" charset="-122"/>
                <a:cs typeface="Arial" panose="020B0604020202020204" pitchFamily="34" charset="0"/>
              </a:rPr>
              <a:t>1</a:t>
            </a:r>
            <a:r>
              <a:rPr lang="en-US" altLang="zh-CN" sz="2400">
                <a:latin typeface="Arial" panose="020B0604020202020204" pitchFamily="34" charset="0"/>
                <a:ea typeface="楷体" panose="02010609060101010101" pitchFamily="49" charset="-122"/>
                <a:cs typeface="Arial" panose="020B0604020202020204" pitchFamily="34" charset="0"/>
              </a:rPr>
              <a:t> = 0.04</a:t>
            </a:r>
            <a:r>
              <a:rPr lang="zh-CN" altLang="en-US" sz="2400">
                <a:latin typeface="Arial" panose="020B0604020202020204" pitchFamily="34" charset="0"/>
                <a:ea typeface="楷体" panose="02010609060101010101" pitchFamily="49" charset="-122"/>
                <a:cs typeface="Arial" panose="020B0604020202020204" pitchFamily="34" charset="0"/>
              </a:rPr>
              <a:t>，</a:t>
            </a:r>
            <a:r>
              <a:rPr lang="en-US" altLang="zh-CN" sz="2400">
                <a:latin typeface="Arial" panose="020B0604020202020204" pitchFamily="34" charset="0"/>
                <a:ea typeface="楷体" panose="02010609060101010101" pitchFamily="49" charset="-122"/>
                <a:cs typeface="Arial" panose="020B0604020202020204" pitchFamily="34" charset="0"/>
              </a:rPr>
              <a:t>r</a:t>
            </a:r>
            <a:r>
              <a:rPr lang="en-US" altLang="zh-CN" sz="2400" baseline="-25000">
                <a:latin typeface="Arial" panose="020B0604020202020204" pitchFamily="34" charset="0"/>
                <a:ea typeface="楷体" panose="02010609060101010101" pitchFamily="49" charset="-122"/>
                <a:cs typeface="Arial" panose="020B0604020202020204" pitchFamily="34" charset="0"/>
              </a:rPr>
              <a:t>2</a:t>
            </a:r>
            <a:r>
              <a:rPr lang="en-US" altLang="zh-CN" sz="2400">
                <a:latin typeface="Arial" panose="020B0604020202020204" pitchFamily="34" charset="0"/>
                <a:ea typeface="楷体" panose="02010609060101010101" pitchFamily="49" charset="-122"/>
                <a:cs typeface="Arial" panose="020B0604020202020204" pitchFamily="34" charset="0"/>
              </a:rPr>
              <a:t> = 0.40</a:t>
            </a:r>
            <a:r>
              <a:rPr lang="zh-CN" altLang="en-US" sz="2400">
                <a:latin typeface="Arial" panose="020B0604020202020204" pitchFamily="34" charset="0"/>
                <a:ea typeface="楷体" panose="02010609060101010101" pitchFamily="49" charset="-122"/>
                <a:cs typeface="Arial" panose="020B0604020202020204" pitchFamily="34" charset="0"/>
              </a:rPr>
              <a:t>，若所采用的丙烯腈（</a:t>
            </a:r>
            <a:r>
              <a:rPr lang="en-US" altLang="zh-CN" sz="2400">
                <a:latin typeface="Arial" panose="020B0604020202020204" pitchFamily="34" charset="0"/>
                <a:ea typeface="楷体" panose="02010609060101010101" pitchFamily="49" charset="-122"/>
                <a:cs typeface="Arial" panose="020B0604020202020204" pitchFamily="34" charset="0"/>
              </a:rPr>
              <a:t>M</a:t>
            </a:r>
            <a:r>
              <a:rPr lang="en-US" altLang="zh-CN" sz="2400" baseline="-25000">
                <a:latin typeface="Arial" panose="020B0604020202020204" pitchFamily="34" charset="0"/>
                <a:ea typeface="楷体" panose="02010609060101010101" pitchFamily="49" charset="-122"/>
                <a:cs typeface="Arial" panose="020B0604020202020204" pitchFamily="34" charset="0"/>
              </a:rPr>
              <a:t>1</a:t>
            </a:r>
            <a:r>
              <a:rPr lang="zh-CN" altLang="en-US" sz="2400">
                <a:latin typeface="Arial" panose="020B0604020202020204" pitchFamily="34" charset="0"/>
                <a:ea typeface="楷体" panose="02010609060101010101" pitchFamily="49" charset="-122"/>
                <a:cs typeface="Arial" panose="020B0604020202020204" pitchFamily="34" charset="0"/>
              </a:rPr>
              <a:t>）和苯乙烯（</a:t>
            </a:r>
            <a:r>
              <a:rPr lang="en-US" altLang="zh-CN" sz="2400">
                <a:latin typeface="Arial" panose="020B0604020202020204" pitchFamily="34" charset="0"/>
                <a:ea typeface="楷体" panose="02010609060101010101" pitchFamily="49" charset="-122"/>
                <a:cs typeface="Arial" panose="020B0604020202020204" pitchFamily="34" charset="0"/>
              </a:rPr>
              <a:t>M</a:t>
            </a:r>
            <a:r>
              <a:rPr lang="en-US" altLang="zh-CN" sz="2400" baseline="-25000">
                <a:latin typeface="Arial" panose="020B0604020202020204" pitchFamily="34" charset="0"/>
                <a:ea typeface="楷体" panose="02010609060101010101" pitchFamily="49" charset="-122"/>
                <a:cs typeface="Arial" panose="020B0604020202020204" pitchFamily="34" charset="0"/>
              </a:rPr>
              <a:t>2</a:t>
            </a:r>
            <a:r>
              <a:rPr lang="zh-CN" altLang="en-US" sz="2400">
                <a:latin typeface="Arial" panose="020B0604020202020204" pitchFamily="34" charset="0"/>
                <a:ea typeface="楷体" panose="02010609060101010101" pitchFamily="49" charset="-122"/>
                <a:cs typeface="Arial" panose="020B0604020202020204" pitchFamily="34" charset="0"/>
              </a:rPr>
              <a:t>）的投料质量比为</a:t>
            </a:r>
            <a:r>
              <a:rPr lang="en-US" altLang="zh-CN" sz="2400">
                <a:latin typeface="Arial" panose="020B0604020202020204" pitchFamily="34" charset="0"/>
                <a:ea typeface="楷体" panose="02010609060101010101" pitchFamily="49" charset="-122"/>
                <a:cs typeface="Arial" panose="020B0604020202020204" pitchFamily="34" charset="0"/>
              </a:rPr>
              <a:t>24:76</a:t>
            </a:r>
            <a:r>
              <a:rPr lang="zh-CN" altLang="en-US" sz="2400">
                <a:latin typeface="Arial" panose="020B0604020202020204" pitchFamily="34" charset="0"/>
                <a:ea typeface="楷体" panose="02010609060101010101" pitchFamily="49" charset="-122"/>
                <a:cs typeface="Arial" panose="020B0604020202020204" pitchFamily="34" charset="0"/>
              </a:rPr>
              <a:t>，在生产中采用单体一次投料的聚合工艺，并在高转化率下才停止反应。试求</a:t>
            </a:r>
            <a:r>
              <a:rPr lang="en-US" altLang="zh-CN" sz="2400">
                <a:latin typeface="Arial" panose="020B0604020202020204" pitchFamily="34" charset="0"/>
                <a:ea typeface="楷体" panose="02010609060101010101" pitchFamily="49" charset="-122"/>
                <a:cs typeface="Arial" panose="020B0604020202020204" pitchFamily="34" charset="0"/>
              </a:rPr>
              <a:t>: (1)</a:t>
            </a:r>
            <a:r>
              <a:rPr lang="zh-CN" altLang="en-US" sz="2400">
                <a:latin typeface="Arial" panose="020B0604020202020204" pitchFamily="34" charset="0"/>
                <a:ea typeface="楷体" panose="02010609060101010101" pitchFamily="49" charset="-122"/>
                <a:cs typeface="Arial" panose="020B0604020202020204" pitchFamily="34" charset="0"/>
              </a:rPr>
              <a:t>画出</a:t>
            </a:r>
            <a:r>
              <a:rPr lang="en-US" altLang="zh-CN" sz="2400">
                <a:latin typeface="Arial" panose="020B0604020202020204" pitchFamily="34" charset="0"/>
                <a:ea typeface="楷体" panose="02010609060101010101" pitchFamily="49" charset="-122"/>
                <a:cs typeface="Arial" panose="020B0604020202020204" pitchFamily="34" charset="0"/>
              </a:rPr>
              <a:t>F-f</a:t>
            </a:r>
            <a:r>
              <a:rPr lang="zh-CN" altLang="en-US" sz="2400">
                <a:latin typeface="Arial" panose="020B0604020202020204" pitchFamily="34" charset="0"/>
                <a:ea typeface="楷体" panose="02010609060101010101" pitchFamily="49" charset="-122"/>
                <a:cs typeface="Arial" panose="020B0604020202020204" pitchFamily="34" charset="0"/>
              </a:rPr>
              <a:t>的关系图</a:t>
            </a:r>
            <a:r>
              <a:rPr lang="en-US" altLang="zh-CN" sz="2400">
                <a:latin typeface="Arial" panose="020B0604020202020204" pitchFamily="34" charset="0"/>
                <a:ea typeface="楷体" panose="02010609060101010101" pitchFamily="49" charset="-122"/>
                <a:cs typeface="Arial" panose="020B0604020202020204" pitchFamily="34" charset="0"/>
              </a:rPr>
              <a:t>; (2)</a:t>
            </a:r>
            <a:r>
              <a:rPr lang="zh-CN" altLang="en-US" sz="2400">
                <a:latin typeface="Arial" panose="020B0604020202020204" pitchFamily="34" charset="0"/>
                <a:ea typeface="楷体" panose="02010609060101010101" pitchFamily="49" charset="-122"/>
                <a:cs typeface="Arial" panose="020B0604020202020204" pitchFamily="34" charset="0"/>
              </a:rPr>
              <a:t>计算恒比点，并讨论所得共聚物的均匀性</a:t>
            </a:r>
            <a:r>
              <a:rPr lang="en-US" altLang="zh-CN" sz="2400">
                <a:latin typeface="Arial" panose="020B0604020202020204" pitchFamily="34" charset="0"/>
                <a:ea typeface="楷体" panose="02010609060101010101" pitchFamily="49" charset="-122"/>
                <a:cs typeface="Arial" panose="020B0604020202020204" pitchFamily="34" charset="0"/>
              </a:rPr>
              <a:t>; (3)</a:t>
            </a:r>
            <a:r>
              <a:rPr lang="zh-CN" altLang="en-US" sz="2400">
                <a:latin typeface="Arial" panose="020B0604020202020204" pitchFamily="34" charset="0"/>
                <a:ea typeface="楷体" panose="02010609060101010101" pitchFamily="49" charset="-122"/>
                <a:cs typeface="Arial" panose="020B0604020202020204" pitchFamily="34" charset="0"/>
              </a:rPr>
              <a:t>所需的共聚物组成中含苯乙烯单体单元的质量分数为</a:t>
            </a:r>
            <a:r>
              <a:rPr lang="en-US" altLang="zh-CN" sz="2400">
                <a:latin typeface="Arial" panose="020B0604020202020204" pitchFamily="34" charset="0"/>
                <a:ea typeface="楷体" panose="02010609060101010101" pitchFamily="49" charset="-122"/>
                <a:cs typeface="Arial" panose="020B0604020202020204" pitchFamily="34" charset="0"/>
              </a:rPr>
              <a:t>70%</a:t>
            </a:r>
            <a:r>
              <a:rPr lang="zh-CN" altLang="en-US" sz="2400">
                <a:latin typeface="Arial" panose="020B0604020202020204" pitchFamily="34" charset="0"/>
                <a:ea typeface="楷体" panose="02010609060101010101" pitchFamily="49" charset="-122"/>
                <a:cs typeface="Arial" panose="020B0604020202020204" pitchFamily="34" charset="0"/>
              </a:rPr>
              <a:t>，问起始单体配料比及投料方法又如何</a:t>
            </a:r>
            <a:r>
              <a:rPr lang="en-US" altLang="zh-CN" sz="2400">
                <a:latin typeface="Arial" panose="020B0604020202020204" pitchFamily="34" charset="0"/>
                <a:ea typeface="楷体" panose="02010609060101010101" pitchFamily="49" charset="-122"/>
                <a:cs typeface="Arial" panose="020B0604020202020204" pitchFamily="34" charset="0"/>
              </a:rPr>
              <a:t>? </a:t>
            </a:r>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41838" y="3541713"/>
            <a:ext cx="4122737" cy="309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a:spLocks noChangeArrowheads="1"/>
          </p:cNvSpPr>
          <p:nvPr/>
        </p:nvSpPr>
        <p:spPr bwMode="auto">
          <a:xfrm>
            <a:off x="257175" y="3789363"/>
            <a:ext cx="4243388"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0000"/>
              </a:lnSpc>
              <a:spcBef>
                <a:spcPct val="0"/>
              </a:spcBef>
              <a:buFontTx/>
              <a:buNone/>
            </a:pPr>
            <a:r>
              <a:rPr lang="zh-CN" altLang="en-US" sz="2000">
                <a:solidFill>
                  <a:srgbClr val="FF0000"/>
                </a:solidFill>
                <a:latin typeface="Arial" panose="020B0604020202020204" pitchFamily="34" charset="0"/>
                <a:ea typeface="楷体" panose="02010609060101010101" pitchFamily="49" charset="-122"/>
                <a:cs typeface="Arial" panose="020B0604020202020204" pitchFamily="34" charset="0"/>
              </a:rPr>
              <a:t>解：（</a:t>
            </a:r>
            <a:r>
              <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1</a:t>
            </a:r>
            <a:r>
              <a:rPr lang="zh-CN" altLang="en-US" sz="2000">
                <a:solidFill>
                  <a:srgbClr val="FF0000"/>
                </a:solidFill>
                <a:latin typeface="Arial" panose="020B0604020202020204" pitchFamily="34" charset="0"/>
                <a:ea typeface="楷体" panose="02010609060101010101" pitchFamily="49" charset="-122"/>
                <a:cs typeface="Arial" panose="020B0604020202020204" pitchFamily="34" charset="0"/>
              </a:rPr>
              <a:t>）由于</a:t>
            </a:r>
            <a:r>
              <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r</a:t>
            </a:r>
            <a:r>
              <a:rPr lang="en-US" altLang="zh-CN" sz="2000" baseline="-25000">
                <a:solidFill>
                  <a:srgbClr val="FF0000"/>
                </a:solidFill>
                <a:latin typeface="Arial" panose="020B0604020202020204" pitchFamily="34" charset="0"/>
                <a:ea typeface="楷体" panose="02010609060101010101" pitchFamily="49" charset="-122"/>
                <a:cs typeface="Arial" panose="020B0604020202020204" pitchFamily="34" charset="0"/>
              </a:rPr>
              <a:t>1</a:t>
            </a:r>
            <a:r>
              <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&lt;1</a:t>
            </a:r>
            <a:r>
              <a:rPr lang="zh-CN" altLang="en-US" sz="2000">
                <a:solidFill>
                  <a:srgbClr val="FF0000"/>
                </a:solidFill>
                <a:latin typeface="Arial" panose="020B0604020202020204" pitchFamily="34" charset="0"/>
                <a:ea typeface="楷体" panose="02010609060101010101" pitchFamily="49" charset="-122"/>
                <a:cs typeface="Arial" panose="020B0604020202020204" pitchFamily="34" charset="0"/>
              </a:rPr>
              <a:t>，</a:t>
            </a:r>
            <a:r>
              <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r</a:t>
            </a:r>
            <a:r>
              <a:rPr lang="en-US" altLang="zh-CN" sz="2000" baseline="-25000">
                <a:solidFill>
                  <a:srgbClr val="FF0000"/>
                </a:solidFill>
                <a:latin typeface="Arial" panose="020B0604020202020204" pitchFamily="34" charset="0"/>
                <a:ea typeface="楷体" panose="02010609060101010101" pitchFamily="49" charset="-122"/>
                <a:cs typeface="Arial" panose="020B0604020202020204" pitchFamily="34" charset="0"/>
              </a:rPr>
              <a:t>2</a:t>
            </a:r>
            <a:r>
              <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&lt;1</a:t>
            </a:r>
            <a:r>
              <a:rPr lang="zh-CN" altLang="en-US" sz="2000">
                <a:solidFill>
                  <a:srgbClr val="FF0000"/>
                </a:solidFill>
                <a:latin typeface="Arial" panose="020B0604020202020204" pitchFamily="34" charset="0"/>
                <a:ea typeface="楷体" panose="02010609060101010101" pitchFamily="49" charset="-122"/>
                <a:cs typeface="Arial" panose="020B0604020202020204" pitchFamily="34" charset="0"/>
              </a:rPr>
              <a:t>，此共聚体系属于有恒比点的共聚体系，其</a:t>
            </a:r>
            <a:r>
              <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F</a:t>
            </a:r>
            <a:r>
              <a:rPr lang="en-US" altLang="zh-CN" sz="2000" baseline="-25000">
                <a:solidFill>
                  <a:srgbClr val="FF0000"/>
                </a:solidFill>
                <a:latin typeface="Arial" panose="020B0604020202020204" pitchFamily="34" charset="0"/>
                <a:ea typeface="楷体" panose="02010609060101010101" pitchFamily="49" charset="-122"/>
                <a:cs typeface="Arial" panose="020B0604020202020204" pitchFamily="34" charset="0"/>
              </a:rPr>
              <a:t>1</a:t>
            </a:r>
            <a:r>
              <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-f</a:t>
            </a:r>
            <a:r>
              <a:rPr lang="en-US" altLang="zh-CN" sz="2000" baseline="-25000">
                <a:solidFill>
                  <a:srgbClr val="FF0000"/>
                </a:solidFill>
                <a:latin typeface="Arial" panose="020B0604020202020204" pitchFamily="34" charset="0"/>
                <a:ea typeface="楷体" panose="02010609060101010101" pitchFamily="49" charset="-122"/>
                <a:cs typeface="Arial" panose="020B0604020202020204" pitchFamily="34" charset="0"/>
              </a:rPr>
              <a:t>1</a:t>
            </a:r>
            <a:r>
              <a:rPr lang="zh-CN" altLang="en-US" sz="2000">
                <a:solidFill>
                  <a:srgbClr val="FF0000"/>
                </a:solidFill>
                <a:latin typeface="Arial" panose="020B0604020202020204" pitchFamily="34" charset="0"/>
                <a:ea typeface="楷体" panose="02010609060101010101" pitchFamily="49" charset="-122"/>
                <a:cs typeface="Arial" panose="020B0604020202020204" pitchFamily="34" charset="0"/>
              </a:rPr>
              <a:t>的关系图如下：</a:t>
            </a:r>
            <a:endPar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endParaRPr>
          </a:p>
          <a:p>
            <a:pPr algn="just">
              <a:lnSpc>
                <a:spcPct val="100000"/>
              </a:lnSpc>
              <a:spcBef>
                <a:spcPct val="0"/>
              </a:spcBef>
              <a:buFontTx/>
              <a:buNone/>
            </a:pPr>
            <a:endPar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endParaRPr>
          </a:p>
          <a:p>
            <a:pPr algn="just">
              <a:lnSpc>
                <a:spcPct val="100000"/>
              </a:lnSpc>
              <a:spcBef>
                <a:spcPct val="0"/>
              </a:spcBef>
              <a:buFontTx/>
              <a:buNone/>
            </a:pPr>
            <a:endPar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endParaRPr>
          </a:p>
          <a:p>
            <a:pPr algn="just">
              <a:lnSpc>
                <a:spcPct val="100000"/>
              </a:lnSpc>
              <a:spcBef>
                <a:spcPct val="0"/>
              </a:spcBef>
              <a:buFontTx/>
              <a:buNone/>
            </a:pPr>
            <a:endPar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endParaRPr>
          </a:p>
          <a:p>
            <a:pPr algn="just">
              <a:lnSpc>
                <a:spcPct val="100000"/>
              </a:lnSpc>
              <a:spcBef>
                <a:spcPct val="0"/>
              </a:spcBef>
              <a:buFontTx/>
              <a:buNone/>
            </a:pPr>
            <a:endPar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endParaRPr>
          </a:p>
          <a:p>
            <a:pPr algn="just">
              <a:lnSpc>
                <a:spcPct val="100000"/>
              </a:lnSpc>
              <a:spcBef>
                <a:spcPct val="0"/>
              </a:spcBef>
              <a:buFontTx/>
              <a:buNone/>
            </a:pPr>
            <a:endPar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endParaRPr>
          </a:p>
          <a:p>
            <a:pPr algn="just">
              <a:lnSpc>
                <a:spcPct val="100000"/>
              </a:lnSpc>
              <a:spcBef>
                <a:spcPct val="0"/>
              </a:spcBef>
              <a:buFontTx/>
              <a:buNone/>
            </a:pPr>
            <a:endPar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01757911-3F64-47AE-8CB6-8921A3807F20}"/>
              </a:ext>
            </a:extLst>
          </p:cNvPr>
          <p:cNvSpPr>
            <a:spLocks noGrp="1"/>
          </p:cNvSpPr>
          <p:nvPr>
            <p:ph type="sldNum" sz="quarter" idx="12"/>
          </p:nvPr>
        </p:nvSpPr>
        <p:spPr/>
        <p:txBody>
          <a:bodyPr/>
          <a:lstStyle/>
          <a:p>
            <a:pPr>
              <a:defRPr/>
            </a:pPr>
            <a:fld id="{C7A25A52-F533-4B6F-BD50-310EF6ECDF22}" type="slidenum">
              <a:rPr lang="zh-CN" altLang="en-US" smtClean="0"/>
              <a:pPr>
                <a:defRPr/>
              </a:pPr>
              <a:t>25</a:t>
            </a:fld>
            <a:endParaRPr lang="en-US" altLang="zh-CN"/>
          </a:p>
        </p:txBody>
      </p:sp>
      <p:sp>
        <p:nvSpPr>
          <p:cNvPr id="5" name="矩形 4">
            <a:extLst>
              <a:ext uri="{FF2B5EF4-FFF2-40B4-BE49-F238E27FC236}">
                <a16:creationId xmlns:a16="http://schemas.microsoft.com/office/drawing/2014/main" id="{D45510BE-4853-4D06-9070-A19F8981B502}"/>
              </a:ext>
            </a:extLst>
          </p:cNvPr>
          <p:cNvSpPr>
            <a:spLocks noRot="1" noChangeAspect="1" noMove="1" noResize="1" noEditPoints="1" noAdjustHandles="1" noChangeArrowheads="1" noChangeShapeType="1" noTextEdit="1"/>
          </p:cNvSpPr>
          <p:nvPr/>
        </p:nvSpPr>
        <p:spPr>
          <a:xfrm>
            <a:off x="467544" y="692696"/>
            <a:ext cx="8047806" cy="4378699"/>
          </a:xfrm>
          <a:prstGeom prst="rect">
            <a:avLst/>
          </a:prstGeom>
          <a:blipFill>
            <a:blip r:embed="rId3"/>
            <a:stretch>
              <a:fillRect l="-1212" r="-1136" b="-1950"/>
            </a:stretch>
          </a:blipFill>
        </p:spPr>
        <p:txBody>
          <a:bodyPr/>
          <a:lstStyle/>
          <a:p>
            <a:pPr>
              <a:defRPr/>
            </a:pPr>
            <a:r>
              <a:rPr lang="zh-CN" altLang="en-US">
                <a:noFill/>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charRg st="2" end="2"/>
                                            </p:txEl>
                                          </p:spTgt>
                                        </p:tgtEl>
                                        <p:attrNameLst>
                                          <p:attrName>style.visibility</p:attrName>
                                        </p:attrNameLst>
                                      </p:cBhvr>
                                      <p:to>
                                        <p:strVal val="visible"/>
                                      </p:to>
                                    </p:set>
                                    <p:anim calcmode="lin" valueType="num">
                                      <p:cBhvr additive="base">
                                        <p:cTn id="7" dur="500" fill="hold"/>
                                        <p:tgtEl>
                                          <p:spTgt spid="5">
                                            <p:txEl>
                                              <p:char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char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charRg st="2" end="2"/>
                                            </p:txEl>
                                          </p:spTgt>
                                        </p:tgtEl>
                                        <p:attrNameLst>
                                          <p:attrName>style.visibility</p:attrName>
                                        </p:attrNameLst>
                                      </p:cBhvr>
                                      <p:to>
                                        <p:strVal val="visible"/>
                                      </p:to>
                                    </p:set>
                                    <p:anim calcmode="lin" valueType="num">
                                      <p:cBhvr additive="base">
                                        <p:cTn id="13" dur="500" fill="hold"/>
                                        <p:tgtEl>
                                          <p:spTgt spid="5">
                                            <p:txEl>
                                              <p:char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char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5">
                                            <p:txEl>
                                              <p:charRg st="2" end="2"/>
                                            </p:txEl>
                                          </p:spTgt>
                                        </p:tgtEl>
                                        <p:attrNameLst>
                                          <p:attrName>style.visibility</p:attrName>
                                        </p:attrNameLst>
                                      </p:cBhvr>
                                      <p:to>
                                        <p:strVal val="visible"/>
                                      </p:to>
                                    </p:set>
                                    <p:animEffect transition="in" filter="fade">
                                      <p:cBhvr>
                                        <p:cTn id="19" dur="1000"/>
                                        <p:tgtEl>
                                          <p:spTgt spid="5">
                                            <p:txEl>
                                              <p:charRg st="2" end="2"/>
                                            </p:txEl>
                                          </p:spTgt>
                                        </p:tgtEl>
                                      </p:cBhvr>
                                    </p:animEffect>
                                    <p:anim calcmode="lin" valueType="num">
                                      <p:cBhvr>
                                        <p:cTn id="20" dur="1000" fill="hold"/>
                                        <p:tgtEl>
                                          <p:spTgt spid="5">
                                            <p:txEl>
                                              <p:char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5">
                                            <p:txEl>
                                              <p:char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948336E-DBBE-40C0-AE27-AB09C763A5FB}"/>
              </a:ext>
            </a:extLst>
          </p:cNvPr>
          <p:cNvSpPr txBox="1">
            <a:spLocks noRot="1" noChangeAspect="1" noMove="1" noResize="1" noEditPoints="1" noAdjustHandles="1" noChangeArrowheads="1" noChangeShapeType="1" noTextEdit="1"/>
          </p:cNvSpPr>
          <p:nvPr/>
        </p:nvSpPr>
        <p:spPr>
          <a:xfrm>
            <a:off x="395536" y="116632"/>
            <a:ext cx="8254388" cy="7172348"/>
          </a:xfrm>
          <a:prstGeom prst="rect">
            <a:avLst/>
          </a:prstGeom>
          <a:blipFill>
            <a:blip r:embed="rId2"/>
            <a:stretch>
              <a:fillRect l="-1182" t="-680" r="-1108" b="-935"/>
            </a:stretch>
          </a:blipFill>
        </p:spPr>
        <p:txBody>
          <a:bodyPr/>
          <a:lstStyle/>
          <a:p>
            <a:pPr>
              <a:defRPr/>
            </a:pPr>
            <a:r>
              <a:rPr lang="zh-CN" altLang="en-US" dirty="0">
                <a:noFill/>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charRg st="2" end="2"/>
                                            </p:txEl>
                                          </p:spTgt>
                                        </p:tgtEl>
                                        <p:attrNameLst>
                                          <p:attrName>style.visibility</p:attrName>
                                        </p:attrNameLst>
                                      </p:cBhvr>
                                      <p:to>
                                        <p:strVal val="visible"/>
                                      </p:to>
                                    </p:set>
                                    <p:anim calcmode="lin" valueType="num">
                                      <p:cBhvr additive="base">
                                        <p:cTn id="7" dur="500" fill="hold"/>
                                        <p:tgtEl>
                                          <p:spTgt spid="5">
                                            <p:txEl>
                                              <p:char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char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xEl>
                                              <p:charRg st="2" end="2"/>
                                            </p:txEl>
                                          </p:spTgt>
                                        </p:tgtEl>
                                        <p:attrNameLst>
                                          <p:attrName>style.visibility</p:attrName>
                                        </p:attrNameLst>
                                      </p:cBhvr>
                                      <p:to>
                                        <p:strVal val="visible"/>
                                      </p:to>
                                    </p:set>
                                    <p:anim calcmode="lin" valueType="num">
                                      <p:cBhvr additive="base">
                                        <p:cTn id="11" dur="500" fill="hold"/>
                                        <p:tgtEl>
                                          <p:spTgt spid="5">
                                            <p:txEl>
                                              <p:char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char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
                                            <p:txEl>
                                              <p:charRg st="2" end="2"/>
                                            </p:txEl>
                                          </p:spTgt>
                                        </p:tgtEl>
                                        <p:attrNameLst>
                                          <p:attrName>style.visibility</p:attrName>
                                        </p:attrNameLst>
                                      </p:cBhvr>
                                      <p:to>
                                        <p:strVal val="visible"/>
                                      </p:to>
                                    </p:set>
                                    <p:anim calcmode="lin" valueType="num">
                                      <p:cBhvr additive="base">
                                        <p:cTn id="17" dur="500" fill="hold"/>
                                        <p:tgtEl>
                                          <p:spTgt spid="5">
                                            <p:txEl>
                                              <p:char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
                                            <p:txEl>
                                              <p:char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5">
                                            <p:txEl>
                                              <p:charRg st="2" end="2"/>
                                            </p:txEl>
                                          </p:spTgt>
                                        </p:tgtEl>
                                        <p:attrNameLst>
                                          <p:attrName>style.visibility</p:attrName>
                                        </p:attrNameLst>
                                      </p:cBhvr>
                                      <p:to>
                                        <p:strVal val="visible"/>
                                      </p:to>
                                    </p:set>
                                    <p:anim calcmode="lin" valueType="num">
                                      <p:cBhvr additive="base">
                                        <p:cTn id="21" dur="500" fill="hold"/>
                                        <p:tgtEl>
                                          <p:spTgt spid="5">
                                            <p:txEl>
                                              <p:char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
                                            <p:txEl>
                                              <p:charRg st="2" end="2"/>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5">
                                            <p:txEl>
                                              <p:charRg st="2" end="2"/>
                                            </p:txEl>
                                          </p:spTgt>
                                        </p:tgtEl>
                                        <p:attrNameLst>
                                          <p:attrName>style.visibility</p:attrName>
                                        </p:attrNameLst>
                                      </p:cBhvr>
                                      <p:to>
                                        <p:strVal val="visible"/>
                                      </p:to>
                                    </p:set>
                                    <p:anim calcmode="lin" valueType="num">
                                      <p:cBhvr additive="base">
                                        <p:cTn id="27" dur="500" fill="hold"/>
                                        <p:tgtEl>
                                          <p:spTgt spid="5">
                                            <p:txEl>
                                              <p:charRg st="2" end="2"/>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
                                            <p:txEl>
                                              <p:charRg st="2" end="2"/>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5">
                                            <p:txEl>
                                              <p:charRg st="2" end="2"/>
                                            </p:txEl>
                                          </p:spTgt>
                                        </p:tgtEl>
                                        <p:attrNameLst>
                                          <p:attrName>style.visibility</p:attrName>
                                        </p:attrNameLst>
                                      </p:cBhvr>
                                      <p:to>
                                        <p:strVal val="visible"/>
                                      </p:to>
                                    </p:set>
                                    <p:anim calcmode="lin" valueType="num">
                                      <p:cBhvr additive="base">
                                        <p:cTn id="31" dur="500" fill="hold"/>
                                        <p:tgtEl>
                                          <p:spTgt spid="5">
                                            <p:txEl>
                                              <p:charRg st="2" end="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charRg st="2" end="2"/>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nodeType="clickEffect">
                                  <p:stCondLst>
                                    <p:cond delay="0"/>
                                  </p:stCondLst>
                                  <p:childTnLst>
                                    <p:set>
                                      <p:cBhvr>
                                        <p:cTn id="36" dur="1" fill="hold">
                                          <p:stCondLst>
                                            <p:cond delay="0"/>
                                          </p:stCondLst>
                                        </p:cTn>
                                        <p:tgtEl>
                                          <p:spTgt spid="5">
                                            <p:txEl>
                                              <p:charRg st="2" end="2"/>
                                            </p:txEl>
                                          </p:spTgt>
                                        </p:tgtEl>
                                        <p:attrNameLst>
                                          <p:attrName>style.visibility</p:attrName>
                                        </p:attrNameLst>
                                      </p:cBhvr>
                                      <p:to>
                                        <p:strVal val="visible"/>
                                      </p:to>
                                    </p:set>
                                    <p:animEffect transition="in" filter="fade">
                                      <p:cBhvr>
                                        <p:cTn id="37" dur="1000"/>
                                        <p:tgtEl>
                                          <p:spTgt spid="5">
                                            <p:txEl>
                                              <p:charRg st="2" end="2"/>
                                            </p:txEl>
                                          </p:spTgt>
                                        </p:tgtEl>
                                      </p:cBhvr>
                                    </p:animEffect>
                                    <p:anim calcmode="lin" valueType="num">
                                      <p:cBhvr>
                                        <p:cTn id="38" dur="1000" fill="hold"/>
                                        <p:tgtEl>
                                          <p:spTgt spid="5">
                                            <p:txEl>
                                              <p:charRg st="2" end="2"/>
                                            </p:txEl>
                                          </p:spTgt>
                                        </p:tgtEl>
                                        <p:attrNameLst>
                                          <p:attrName>ppt_x</p:attrName>
                                        </p:attrNameLst>
                                      </p:cBhvr>
                                      <p:tavLst>
                                        <p:tav tm="0">
                                          <p:val>
                                            <p:strVal val="#ppt_x"/>
                                          </p:val>
                                        </p:tav>
                                        <p:tav tm="100000">
                                          <p:val>
                                            <p:strVal val="#ppt_x"/>
                                          </p:val>
                                        </p:tav>
                                      </p:tavLst>
                                    </p:anim>
                                    <p:anim calcmode="lin" valueType="num">
                                      <p:cBhvr>
                                        <p:cTn id="39" dur="1000" fill="hold"/>
                                        <p:tgtEl>
                                          <p:spTgt spid="5">
                                            <p:txEl>
                                              <p:char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D8E73A1-1FAA-46AF-8DB0-FB6EA9414884}"/>
              </a:ext>
            </a:extLst>
          </p:cNvPr>
          <p:cNvSpPr txBox="1">
            <a:spLocks noRot="1" noChangeAspect="1" noMove="1" noResize="1" noEditPoints="1" noAdjustHandles="1" noChangeArrowheads="1" noChangeShapeType="1" noTextEdit="1"/>
          </p:cNvSpPr>
          <p:nvPr/>
        </p:nvSpPr>
        <p:spPr>
          <a:xfrm>
            <a:off x="395536" y="260648"/>
            <a:ext cx="8496944" cy="6790898"/>
          </a:xfrm>
          <a:prstGeom prst="rect">
            <a:avLst/>
          </a:prstGeom>
          <a:blipFill>
            <a:blip r:embed="rId3"/>
            <a:stretch>
              <a:fillRect l="-1148" r="-1076"/>
            </a:stretch>
          </a:blipFill>
        </p:spPr>
        <p:txBody>
          <a:bodyPr/>
          <a:lstStyle/>
          <a:p>
            <a:pPr>
              <a:defRPr/>
            </a:pPr>
            <a:r>
              <a:rPr lang="zh-CN" altLang="en-US">
                <a:noFill/>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charRg st="2" end="2"/>
                                            </p:txEl>
                                          </p:spTgt>
                                        </p:tgtEl>
                                        <p:attrNameLst>
                                          <p:attrName>style.visibility</p:attrName>
                                        </p:attrNameLst>
                                      </p:cBhvr>
                                      <p:to>
                                        <p:strVal val="visible"/>
                                      </p:to>
                                    </p:set>
                                    <p:anim calcmode="lin" valueType="num">
                                      <p:cBhvr additive="base">
                                        <p:cTn id="7" dur="500" fill="hold"/>
                                        <p:tgtEl>
                                          <p:spTgt spid="4">
                                            <p:txEl>
                                              <p:char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char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charRg st="2" end="2"/>
                                            </p:txEl>
                                          </p:spTgt>
                                        </p:tgtEl>
                                        <p:attrNameLst>
                                          <p:attrName>style.visibility</p:attrName>
                                        </p:attrNameLst>
                                      </p:cBhvr>
                                      <p:to>
                                        <p:strVal val="visible"/>
                                      </p:to>
                                    </p:set>
                                    <p:anim calcmode="lin" valueType="num">
                                      <p:cBhvr additive="base">
                                        <p:cTn id="11" dur="500" fill="hold"/>
                                        <p:tgtEl>
                                          <p:spTgt spid="4">
                                            <p:txEl>
                                              <p:char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char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charRg st="2" end="2"/>
                                            </p:txEl>
                                          </p:spTgt>
                                        </p:tgtEl>
                                        <p:attrNameLst>
                                          <p:attrName>style.visibility</p:attrName>
                                        </p:attrNameLst>
                                      </p:cBhvr>
                                      <p:to>
                                        <p:strVal val="visible"/>
                                      </p:to>
                                    </p:set>
                                    <p:anim calcmode="lin" valueType="num">
                                      <p:cBhvr additive="base">
                                        <p:cTn id="15" dur="500" fill="hold"/>
                                        <p:tgtEl>
                                          <p:spTgt spid="4">
                                            <p:txEl>
                                              <p:char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char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
                                            <p:txEl>
                                              <p:charRg st="2" end="2"/>
                                            </p:txEl>
                                          </p:spTgt>
                                        </p:tgtEl>
                                        <p:attrNameLst>
                                          <p:attrName>style.visibility</p:attrName>
                                        </p:attrNameLst>
                                      </p:cBhvr>
                                      <p:to>
                                        <p:strVal val="visible"/>
                                      </p:to>
                                    </p:set>
                                    <p:anim calcmode="lin" valueType="num">
                                      <p:cBhvr additive="base">
                                        <p:cTn id="19" dur="500" fill="hold"/>
                                        <p:tgtEl>
                                          <p:spTgt spid="4">
                                            <p:txEl>
                                              <p:char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char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E401FA7-2904-4E9D-8DA1-B6E8688FED5D}"/>
              </a:ext>
            </a:extLst>
          </p:cNvPr>
          <p:cNvSpPr>
            <a:spLocks noGrp="1" noRot="1" noChangeAspect="1" noMove="1" noResize="1" noEditPoints="1" noAdjustHandles="1" noChangeArrowheads="1" noChangeShapeType="1" noTextEdit="1"/>
          </p:cNvSpPr>
          <p:nvPr>
            <p:ph idx="1"/>
          </p:nvPr>
        </p:nvSpPr>
        <p:spPr>
          <a:xfrm>
            <a:off x="663043" y="620688"/>
            <a:ext cx="7886700" cy="5400600"/>
          </a:xfrm>
          <a:blipFill>
            <a:blip r:embed="rId2"/>
            <a:stretch>
              <a:fillRect l="-1236" r="-1159"/>
            </a:stretch>
          </a:blipFill>
          <a:extLst/>
        </p:spPr>
        <p:txBody>
          <a:bodyPr/>
          <a:lstStyle/>
          <a:p>
            <a:pPr>
              <a:defRPr/>
            </a:pPr>
            <a:r>
              <a:rPr lang="zh-CN" altLang="en-US">
                <a:noFill/>
              </a:rPr>
              <a:t> </a:t>
            </a:r>
          </a:p>
        </p:txBody>
      </p:sp>
      <p:sp>
        <p:nvSpPr>
          <p:cNvPr id="4" name="灯片编号占位符 3">
            <a:extLst>
              <a:ext uri="{FF2B5EF4-FFF2-40B4-BE49-F238E27FC236}">
                <a16:creationId xmlns:a16="http://schemas.microsoft.com/office/drawing/2014/main" id="{98EAD141-A295-4144-8D2E-4BF6B1150D5D}"/>
              </a:ext>
            </a:extLst>
          </p:cNvPr>
          <p:cNvSpPr>
            <a:spLocks noGrp="1"/>
          </p:cNvSpPr>
          <p:nvPr>
            <p:ph type="sldNum" sz="quarter" idx="12"/>
          </p:nvPr>
        </p:nvSpPr>
        <p:spPr/>
        <p:txBody>
          <a:bodyPr/>
          <a:lstStyle/>
          <a:p>
            <a:pPr>
              <a:defRPr/>
            </a:pPr>
            <a:fld id="{5944AB09-9172-49BA-AE95-F54736D9FE45}" type="slidenum">
              <a:rPr lang="zh-CN" altLang="en-US" smtClean="0"/>
              <a:pPr>
                <a:defRPr/>
              </a:pPr>
              <a:t>28</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charRg st="2" end="2"/>
                                            </p:txEl>
                                          </p:spTgt>
                                        </p:tgtEl>
                                        <p:attrNameLst>
                                          <p:attrName>style.visibility</p:attrName>
                                        </p:attrNameLst>
                                      </p:cBhvr>
                                      <p:to>
                                        <p:strVal val="visible"/>
                                      </p:to>
                                    </p:set>
                                    <p:anim calcmode="lin" valueType="num">
                                      <p:cBhvr additive="base">
                                        <p:cTn id="13" dur="500" fill="hold"/>
                                        <p:tgtEl>
                                          <p:spTgt spid="3">
                                            <p:txEl>
                                              <p:char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char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6" name="直接连接符 5">
            <a:extLst>
              <a:ext uri="{FF2B5EF4-FFF2-40B4-BE49-F238E27FC236}">
                <a16:creationId xmlns:a16="http://schemas.microsoft.com/office/drawing/2014/main" id="{0180FCAA-CE76-4EAB-9F84-54536CB7A54F}"/>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128003"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E086E274-FA94-46DF-B199-B842F62756E3}"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29</a:t>
            </a:fld>
            <a:endParaRPr lang="en-US" altLang="zh-CN" sz="1200">
              <a:solidFill>
                <a:srgbClr val="FFFFFF"/>
              </a:solidFill>
              <a:latin typeface="Century Schoolbook" panose="02040604050505020304" pitchFamily="18" charset="0"/>
              <a:ea typeface="宋体" panose="02010600030101010101" pitchFamily="2" charset="-122"/>
            </a:endParaRPr>
          </a:p>
        </p:txBody>
      </p:sp>
      <p:sp>
        <p:nvSpPr>
          <p:cNvPr id="128004" name="Text Box 2"/>
          <p:cNvSpPr txBox="1">
            <a:spLocks noChangeArrowheads="1"/>
          </p:cNvSpPr>
          <p:nvPr/>
        </p:nvSpPr>
        <p:spPr bwMode="auto">
          <a:xfrm>
            <a:off x="179388" y="333375"/>
            <a:ext cx="792162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0000"/>
              </a:lnSpc>
              <a:spcBef>
                <a:spcPct val="0"/>
              </a:spcBef>
              <a:buFontTx/>
              <a:buNone/>
            </a:pPr>
            <a:r>
              <a:rPr lang="en-US" altLang="zh-CN" sz="2400" b="1">
                <a:latin typeface="Arial" panose="020B0604020202020204" pitchFamily="34" charset="0"/>
                <a:ea typeface="楷体" panose="02010609060101010101" pitchFamily="49" charset="-122"/>
                <a:cs typeface="Arial" panose="020B0604020202020204" pitchFamily="34" charset="0"/>
              </a:rPr>
              <a:t>§4.5</a:t>
            </a:r>
            <a:r>
              <a:rPr lang="zh-CN" altLang="en-US" sz="2400" b="1">
                <a:latin typeface="Arial" panose="020B0604020202020204" pitchFamily="34" charset="0"/>
                <a:ea typeface="楷体" panose="02010609060101010101" pitchFamily="49" charset="-122"/>
                <a:cs typeface="Arial" panose="020B0604020202020204" pitchFamily="34" charset="0"/>
              </a:rPr>
              <a:t> 共聚物微结构和链段分布</a:t>
            </a:r>
            <a:r>
              <a:rPr lang="en-US" altLang="zh-CN" sz="2400">
                <a:latin typeface="Arial" panose="020B0604020202020204" pitchFamily="34" charset="0"/>
                <a:ea typeface="楷体" panose="02010609060101010101" pitchFamily="49" charset="-122"/>
                <a:cs typeface="Arial" panose="020B0604020202020204" pitchFamily="34" charset="0"/>
              </a:rPr>
              <a:t>(Microstructure and</a:t>
            </a:r>
          </a:p>
          <a:p>
            <a:pPr algn="just">
              <a:lnSpc>
                <a:spcPct val="100000"/>
              </a:lnSpc>
              <a:spcBef>
                <a:spcPct val="0"/>
              </a:spcBef>
              <a:buFontTx/>
              <a:buNone/>
            </a:pPr>
            <a:r>
              <a:rPr lang="en-US" altLang="zh-CN" sz="2400">
                <a:latin typeface="Arial" panose="020B0604020202020204" pitchFamily="34" charset="0"/>
                <a:ea typeface="楷体" panose="02010609060101010101" pitchFamily="49" charset="-122"/>
                <a:cs typeface="Arial" panose="020B0604020202020204" pitchFamily="34" charset="0"/>
              </a:rPr>
              <a:t>          sequence-length distribution of copolymer)</a:t>
            </a:r>
          </a:p>
        </p:txBody>
      </p:sp>
      <p:sp>
        <p:nvSpPr>
          <p:cNvPr id="128005" name="Text Box 3"/>
          <p:cNvSpPr txBox="1">
            <a:spLocks noChangeArrowheads="1"/>
          </p:cNvSpPr>
          <p:nvPr/>
        </p:nvSpPr>
        <p:spPr bwMode="auto">
          <a:xfrm>
            <a:off x="915988" y="1420813"/>
            <a:ext cx="6608762" cy="356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20000"/>
              </a:lnSpc>
              <a:spcBef>
                <a:spcPct val="0"/>
              </a:spcBef>
              <a:buFontTx/>
              <a:buNone/>
            </a:pPr>
            <a:r>
              <a:rPr lang="zh-CN" altLang="en-US" sz="2400">
                <a:latin typeface="Arial" panose="020B0604020202020204" pitchFamily="34" charset="0"/>
                <a:ea typeface="楷体" panose="02010609060101010101" pitchFamily="49" charset="-122"/>
                <a:cs typeface="Arial" panose="020B0604020202020204" pitchFamily="34" charset="0"/>
              </a:rPr>
              <a:t>链段分布</a:t>
            </a:r>
            <a:r>
              <a:rPr lang="zh-CN" altLang="en-US" sz="240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zh-CN" altLang="en-US" sz="2400" b="1">
                <a:latin typeface="Arial" panose="020B0604020202020204" pitchFamily="34" charset="0"/>
                <a:ea typeface="楷体" panose="02010609060101010101" pitchFamily="49" charset="-122"/>
                <a:cs typeface="Arial" panose="020B0604020202020204" pitchFamily="34" charset="0"/>
              </a:rPr>
              <a:t>序列分布</a:t>
            </a:r>
          </a:p>
          <a:p>
            <a:pPr algn="just">
              <a:lnSpc>
                <a:spcPct val="120000"/>
              </a:lnSpc>
              <a:spcBef>
                <a:spcPct val="0"/>
              </a:spcBef>
              <a:buFontTx/>
              <a:buNone/>
            </a:pPr>
            <a:endParaRPr lang="zh-CN" altLang="en-US" sz="2400">
              <a:latin typeface="Arial" panose="020B0604020202020204" pitchFamily="34" charset="0"/>
              <a:ea typeface="楷体" panose="02010609060101010101" pitchFamily="49" charset="-122"/>
              <a:cs typeface="Arial" panose="020B0604020202020204" pitchFamily="34" charset="0"/>
            </a:endParaRPr>
          </a:p>
          <a:p>
            <a:pPr algn="just">
              <a:lnSpc>
                <a:spcPct val="140000"/>
              </a:lnSpc>
              <a:spcBef>
                <a:spcPct val="0"/>
              </a:spcBef>
              <a:buFontTx/>
              <a:buNone/>
            </a:pPr>
            <a:r>
              <a:rPr lang="zh-CN" altLang="en-US" sz="2400">
                <a:latin typeface="Arial" panose="020B0604020202020204" pitchFamily="34" charset="0"/>
                <a:ea typeface="楷体" panose="02010609060101010101" pitchFamily="49" charset="-122"/>
                <a:cs typeface="Arial" panose="020B0604020202020204" pitchFamily="34" charset="0"/>
              </a:rPr>
              <a:t>序列 </a:t>
            </a:r>
            <a:r>
              <a:rPr lang="zh-CN" altLang="en-US" sz="240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zh-CN" altLang="en-US" sz="2400">
                <a:latin typeface="Arial" panose="020B0604020202020204" pitchFamily="34" charset="0"/>
                <a:ea typeface="楷体" panose="02010609060101010101" pitchFamily="49" charset="-122"/>
                <a:cs typeface="Arial" panose="020B0604020202020204" pitchFamily="34" charset="0"/>
              </a:rPr>
              <a:t> 相同单体单元顺序连接形成的链段；</a:t>
            </a:r>
          </a:p>
          <a:p>
            <a:pPr algn="just">
              <a:lnSpc>
                <a:spcPct val="140000"/>
              </a:lnSpc>
              <a:spcBef>
                <a:spcPct val="0"/>
              </a:spcBef>
              <a:buFontTx/>
              <a:buNone/>
            </a:pPr>
            <a:r>
              <a:rPr lang="zh-CN" altLang="en-US" sz="2400">
                <a:latin typeface="Arial" panose="020B0604020202020204" pitchFamily="34" charset="0"/>
                <a:ea typeface="楷体" panose="02010609060101010101" pitchFamily="49" charset="-122"/>
                <a:cs typeface="Arial" panose="020B0604020202020204" pitchFamily="34" charset="0"/>
              </a:rPr>
              <a:t>序列长度 </a:t>
            </a:r>
            <a:r>
              <a:rPr lang="zh-CN" altLang="en-US" sz="240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zh-CN" altLang="en-US" sz="2400">
                <a:latin typeface="Arial" panose="020B0604020202020204" pitchFamily="34" charset="0"/>
                <a:ea typeface="楷体" panose="02010609060101010101" pitchFamily="49" charset="-122"/>
                <a:cs typeface="Arial" panose="020B0604020202020204" pitchFamily="34" charset="0"/>
              </a:rPr>
              <a:t> 构成序列的单体单元数</a:t>
            </a:r>
            <a:r>
              <a:rPr lang="en-US" altLang="zh-CN" sz="2400">
                <a:latin typeface="Arial" panose="020B0604020202020204" pitchFamily="34" charset="0"/>
                <a:ea typeface="楷体" panose="02010609060101010101" pitchFamily="49" charset="-122"/>
                <a:cs typeface="Arial" panose="020B0604020202020204" pitchFamily="34" charset="0"/>
              </a:rPr>
              <a:t>(n)；</a:t>
            </a:r>
          </a:p>
          <a:p>
            <a:pPr algn="just">
              <a:lnSpc>
                <a:spcPct val="140000"/>
              </a:lnSpc>
              <a:spcBef>
                <a:spcPct val="0"/>
              </a:spcBef>
              <a:buFontTx/>
              <a:buNone/>
            </a:pPr>
            <a:r>
              <a:rPr lang="zh-CN" altLang="en-US" sz="2400">
                <a:latin typeface="Arial" panose="020B0604020202020204" pitchFamily="34" charset="0"/>
                <a:ea typeface="楷体" panose="02010609060101010101" pitchFamily="49" charset="-122"/>
                <a:cs typeface="Arial" panose="020B0604020202020204" pitchFamily="34" charset="0"/>
              </a:rPr>
              <a:t>只含有1个</a:t>
            </a:r>
            <a:r>
              <a:rPr lang="en-US" altLang="zh-CN" sz="2400">
                <a:latin typeface="Arial" panose="020B0604020202020204" pitchFamily="34" charset="0"/>
                <a:ea typeface="楷体" panose="02010609060101010101" pitchFamily="49" charset="-122"/>
                <a:cs typeface="Arial" panose="020B0604020202020204" pitchFamily="34" charset="0"/>
              </a:rPr>
              <a:t>M</a:t>
            </a:r>
            <a:r>
              <a:rPr lang="en-US" altLang="zh-CN" sz="2400" baseline="-25000">
                <a:latin typeface="Arial" panose="020B0604020202020204" pitchFamily="34" charset="0"/>
                <a:ea typeface="楷体" panose="02010609060101010101" pitchFamily="49" charset="-122"/>
                <a:cs typeface="Arial" panose="020B0604020202020204" pitchFamily="34" charset="0"/>
              </a:rPr>
              <a:t>1</a:t>
            </a:r>
            <a:r>
              <a:rPr lang="zh-CN" altLang="en-US" sz="2400">
                <a:latin typeface="Arial" panose="020B0604020202020204" pitchFamily="34" charset="0"/>
                <a:ea typeface="楷体" panose="02010609060101010101" pitchFamily="49" charset="-122"/>
                <a:cs typeface="Arial" panose="020B0604020202020204" pitchFamily="34" charset="0"/>
              </a:rPr>
              <a:t>的链段称</a:t>
            </a:r>
            <a:r>
              <a:rPr lang="en-US" altLang="zh-CN" sz="2400">
                <a:latin typeface="Arial" panose="020B0604020202020204" pitchFamily="34" charset="0"/>
                <a:ea typeface="楷体" panose="02010609060101010101" pitchFamily="49" charset="-122"/>
                <a:cs typeface="Arial" panose="020B0604020202020204" pitchFamily="34" charset="0"/>
              </a:rPr>
              <a:t>M</a:t>
            </a:r>
            <a:r>
              <a:rPr lang="en-US" altLang="zh-CN" sz="2400" baseline="-25000">
                <a:latin typeface="Arial" panose="020B0604020202020204" pitchFamily="34" charset="0"/>
                <a:ea typeface="楷体" panose="02010609060101010101" pitchFamily="49" charset="-122"/>
                <a:cs typeface="Arial" panose="020B0604020202020204" pitchFamily="34" charset="0"/>
              </a:rPr>
              <a:t>1</a:t>
            </a:r>
            <a:r>
              <a:rPr lang="zh-CN" altLang="en-US" sz="2400">
                <a:latin typeface="Arial" panose="020B0604020202020204" pitchFamily="34" charset="0"/>
                <a:ea typeface="楷体" panose="02010609060101010101" pitchFamily="49" charset="-122"/>
                <a:cs typeface="Arial" panose="020B0604020202020204" pitchFamily="34" charset="0"/>
              </a:rPr>
              <a:t>序列，长度 </a:t>
            </a:r>
            <a:r>
              <a:rPr lang="en-US" altLang="zh-CN" sz="2400">
                <a:latin typeface="Arial" panose="020B0604020202020204" pitchFamily="34" charset="0"/>
                <a:ea typeface="楷体" panose="02010609060101010101" pitchFamily="49" charset="-122"/>
                <a:cs typeface="Arial" panose="020B0604020202020204" pitchFamily="34" charset="0"/>
              </a:rPr>
              <a:t>n = 1；</a:t>
            </a:r>
          </a:p>
          <a:p>
            <a:pPr algn="just">
              <a:lnSpc>
                <a:spcPct val="140000"/>
              </a:lnSpc>
              <a:spcBef>
                <a:spcPct val="0"/>
              </a:spcBef>
              <a:buFontTx/>
              <a:buNone/>
            </a:pPr>
            <a:r>
              <a:rPr lang="zh-CN" altLang="en-US" sz="2400">
                <a:latin typeface="Arial" panose="020B0604020202020204" pitchFamily="34" charset="0"/>
                <a:ea typeface="楷体" panose="02010609060101010101" pitchFamily="49" charset="-122"/>
                <a:cs typeface="Arial" panose="020B0604020202020204" pitchFamily="34" charset="0"/>
              </a:rPr>
              <a:t>只含有2个</a:t>
            </a:r>
            <a:r>
              <a:rPr lang="en-US" altLang="zh-CN" sz="2400">
                <a:latin typeface="Arial" panose="020B0604020202020204" pitchFamily="34" charset="0"/>
                <a:ea typeface="楷体" panose="02010609060101010101" pitchFamily="49" charset="-122"/>
                <a:cs typeface="Arial" panose="020B0604020202020204" pitchFamily="34" charset="0"/>
              </a:rPr>
              <a:t>M</a:t>
            </a:r>
            <a:r>
              <a:rPr lang="en-US" altLang="zh-CN" sz="2400" baseline="-25000">
                <a:latin typeface="Arial" panose="020B0604020202020204" pitchFamily="34" charset="0"/>
                <a:ea typeface="楷体" panose="02010609060101010101" pitchFamily="49" charset="-122"/>
                <a:cs typeface="Arial" panose="020B0604020202020204" pitchFamily="34" charset="0"/>
              </a:rPr>
              <a:t>1</a:t>
            </a:r>
            <a:r>
              <a:rPr lang="zh-CN" altLang="en-US" sz="2400">
                <a:latin typeface="Arial" panose="020B0604020202020204" pitchFamily="34" charset="0"/>
                <a:ea typeface="楷体" panose="02010609060101010101" pitchFamily="49" charset="-122"/>
                <a:cs typeface="Arial" panose="020B0604020202020204" pitchFamily="34" charset="0"/>
              </a:rPr>
              <a:t>的链段称 2 </a:t>
            </a:r>
            <a:r>
              <a:rPr lang="en-US" altLang="zh-CN" sz="2400">
                <a:latin typeface="Arial" panose="020B0604020202020204" pitchFamily="34" charset="0"/>
                <a:ea typeface="楷体" panose="02010609060101010101" pitchFamily="49" charset="-122"/>
                <a:cs typeface="Arial" panose="020B0604020202020204" pitchFamily="34" charset="0"/>
              </a:rPr>
              <a:t>M</a:t>
            </a:r>
            <a:r>
              <a:rPr lang="en-US" altLang="zh-CN" sz="2400" baseline="-25000">
                <a:latin typeface="Arial" panose="020B0604020202020204" pitchFamily="34" charset="0"/>
                <a:ea typeface="楷体" panose="02010609060101010101" pitchFamily="49" charset="-122"/>
                <a:cs typeface="Arial" panose="020B0604020202020204" pitchFamily="34" charset="0"/>
              </a:rPr>
              <a:t>1</a:t>
            </a:r>
            <a:r>
              <a:rPr lang="zh-CN" altLang="en-US" sz="2400">
                <a:latin typeface="Arial" panose="020B0604020202020204" pitchFamily="34" charset="0"/>
                <a:ea typeface="楷体" panose="02010609060101010101" pitchFamily="49" charset="-122"/>
                <a:cs typeface="Arial" panose="020B0604020202020204" pitchFamily="34" charset="0"/>
              </a:rPr>
              <a:t>序列，</a:t>
            </a:r>
            <a:r>
              <a:rPr lang="en-US" altLang="zh-CN" sz="2400">
                <a:latin typeface="Arial" panose="020B0604020202020204" pitchFamily="34" charset="0"/>
                <a:ea typeface="楷体" panose="02010609060101010101" pitchFamily="49" charset="-122"/>
                <a:cs typeface="Arial" panose="020B0604020202020204" pitchFamily="34" charset="0"/>
              </a:rPr>
              <a:t>n = 2；</a:t>
            </a:r>
          </a:p>
          <a:p>
            <a:pPr algn="just">
              <a:lnSpc>
                <a:spcPct val="140000"/>
              </a:lnSpc>
              <a:spcBef>
                <a:spcPct val="0"/>
              </a:spcBef>
              <a:buFontTx/>
              <a:buNone/>
            </a:pPr>
            <a:r>
              <a:rPr lang="zh-CN" altLang="en-US" sz="2400">
                <a:latin typeface="Arial" panose="020B0604020202020204" pitchFamily="34" charset="0"/>
                <a:ea typeface="楷体" panose="02010609060101010101" pitchFamily="49" charset="-122"/>
                <a:cs typeface="Arial" panose="020B0604020202020204" pitchFamily="34" charset="0"/>
              </a:rPr>
              <a:t>含有</a:t>
            </a:r>
            <a:r>
              <a:rPr lang="en-US" altLang="zh-CN" sz="2400">
                <a:latin typeface="Arial" panose="020B0604020202020204" pitchFamily="34" charset="0"/>
                <a:ea typeface="楷体" panose="02010609060101010101" pitchFamily="49" charset="-122"/>
                <a:cs typeface="Arial" panose="020B0604020202020204" pitchFamily="34" charset="0"/>
              </a:rPr>
              <a:t>n</a:t>
            </a:r>
            <a:r>
              <a:rPr lang="zh-CN" altLang="en-US" sz="2400">
                <a:latin typeface="Arial" panose="020B0604020202020204" pitchFamily="34" charset="0"/>
                <a:ea typeface="楷体" panose="02010609060101010101" pitchFamily="49" charset="-122"/>
                <a:cs typeface="Arial" panose="020B0604020202020204" pitchFamily="34" charset="0"/>
              </a:rPr>
              <a:t>个</a:t>
            </a:r>
            <a:r>
              <a:rPr lang="en-US" altLang="zh-CN" sz="2400">
                <a:latin typeface="Arial" panose="020B0604020202020204" pitchFamily="34" charset="0"/>
                <a:ea typeface="楷体" panose="02010609060101010101" pitchFamily="49" charset="-122"/>
                <a:cs typeface="Arial" panose="020B0604020202020204" pitchFamily="34" charset="0"/>
              </a:rPr>
              <a:t>M</a:t>
            </a:r>
            <a:r>
              <a:rPr lang="en-US" altLang="zh-CN" sz="2400" baseline="-25000">
                <a:latin typeface="Arial" panose="020B0604020202020204" pitchFamily="34" charset="0"/>
                <a:ea typeface="楷体" panose="02010609060101010101" pitchFamily="49" charset="-122"/>
                <a:cs typeface="Arial" panose="020B0604020202020204" pitchFamily="34" charset="0"/>
              </a:rPr>
              <a:t>1</a:t>
            </a:r>
            <a:r>
              <a:rPr lang="zh-CN" altLang="en-US" sz="2400">
                <a:latin typeface="Arial" panose="020B0604020202020204" pitchFamily="34" charset="0"/>
                <a:ea typeface="楷体" panose="02010609060101010101" pitchFamily="49" charset="-122"/>
                <a:cs typeface="Arial" panose="020B0604020202020204" pitchFamily="34" charset="0"/>
              </a:rPr>
              <a:t>的链段称 </a:t>
            </a:r>
            <a:r>
              <a:rPr lang="en-US" altLang="zh-CN" sz="2400">
                <a:latin typeface="Arial" panose="020B0604020202020204" pitchFamily="34" charset="0"/>
                <a:ea typeface="楷体" panose="02010609060101010101" pitchFamily="49" charset="-122"/>
                <a:cs typeface="Arial" panose="020B0604020202020204" pitchFamily="34" charset="0"/>
              </a:rPr>
              <a:t>n M</a:t>
            </a:r>
            <a:r>
              <a:rPr lang="en-US" altLang="zh-CN" sz="2400" baseline="-25000">
                <a:latin typeface="Arial" panose="020B0604020202020204" pitchFamily="34" charset="0"/>
                <a:ea typeface="楷体" panose="02010609060101010101" pitchFamily="49" charset="-122"/>
                <a:cs typeface="Arial" panose="020B0604020202020204" pitchFamily="34" charset="0"/>
              </a:rPr>
              <a:t>1</a:t>
            </a:r>
            <a:r>
              <a:rPr lang="zh-CN" altLang="en-US" sz="2400">
                <a:latin typeface="Arial" panose="020B0604020202020204" pitchFamily="34" charset="0"/>
                <a:ea typeface="楷体" panose="02010609060101010101" pitchFamily="49" charset="-122"/>
                <a:cs typeface="Arial" panose="020B0604020202020204" pitchFamily="34" charset="0"/>
              </a:rPr>
              <a:t>序列，长度为 </a:t>
            </a:r>
            <a:r>
              <a:rPr lang="en-US" altLang="zh-CN" sz="2400">
                <a:latin typeface="Arial" panose="020B0604020202020204" pitchFamily="34" charset="0"/>
                <a:ea typeface="楷体" panose="02010609060101010101" pitchFamily="49" charset="-122"/>
                <a:cs typeface="Arial" panose="020B0604020202020204" pitchFamily="34" charset="0"/>
              </a:rPr>
              <a:t>n；</a:t>
            </a:r>
            <a:endParaRPr lang="zh-CN" altLang="en-US" sz="2400">
              <a:latin typeface="Arial" panose="020B0604020202020204" pitchFamily="34" charset="0"/>
              <a:ea typeface="楷体" panose="02010609060101010101" pitchFamily="49" charset="-122"/>
              <a:cs typeface="Arial" panose="020B0604020202020204" pitchFamily="34" charset="0"/>
            </a:endParaRPr>
          </a:p>
        </p:txBody>
      </p:sp>
      <p:sp>
        <p:nvSpPr>
          <p:cNvPr id="128006" name="Text Box 5"/>
          <p:cNvSpPr txBox="1">
            <a:spLocks noChangeArrowheads="1"/>
          </p:cNvSpPr>
          <p:nvPr/>
        </p:nvSpPr>
        <p:spPr bwMode="auto">
          <a:xfrm>
            <a:off x="908050" y="5173663"/>
            <a:ext cx="7767638"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20000"/>
              </a:lnSpc>
              <a:spcBef>
                <a:spcPct val="0"/>
              </a:spcBef>
              <a:buFontTx/>
              <a:buNone/>
            </a:pPr>
            <a:r>
              <a:rPr lang="zh-CN" altLang="en-US" sz="2400" b="1">
                <a:solidFill>
                  <a:srgbClr val="FF0000"/>
                </a:solidFill>
                <a:latin typeface="楷体" panose="02010609060101010101" pitchFamily="49" charset="-122"/>
                <a:ea typeface="楷体" panose="02010609060101010101" pitchFamily="49" charset="-122"/>
              </a:rPr>
              <a:t>共聚物的序列分布</a:t>
            </a:r>
            <a:r>
              <a:rPr lang="zh-CN" altLang="en-US" sz="2400">
                <a:latin typeface="楷体" panose="02010609060101010101" pitchFamily="49" charset="-122"/>
                <a:ea typeface="楷体" panose="02010609060101010101" pitchFamily="49" charset="-122"/>
              </a:rPr>
              <a:t>：</a:t>
            </a:r>
          </a:p>
          <a:p>
            <a:pPr algn="just">
              <a:lnSpc>
                <a:spcPct val="120000"/>
              </a:lnSpc>
              <a:spcBef>
                <a:spcPct val="0"/>
              </a:spcBef>
              <a:buFontTx/>
              <a:buNone/>
            </a:pPr>
            <a:r>
              <a:rPr lang="zh-CN" altLang="en-US" sz="2400">
                <a:latin typeface="楷体" panose="02010609060101010101" pitchFamily="49" charset="-122"/>
                <a:ea typeface="楷体" panose="02010609060101010101" pitchFamily="49" charset="-122"/>
              </a:rPr>
              <a:t>各种不同长度的单体序列在共聚物链中所占的相对比例</a:t>
            </a:r>
            <a:r>
              <a:rPr lang="zh-CN" altLang="en-US" sz="1800">
                <a:latin typeface="Century Schoolbook" panose="02040604050505020304" pitchFamily="18" charset="0"/>
                <a:ea typeface="宋体" panose="02010600030101010101" pitchFamily="2" charset="-122"/>
              </a:rPr>
              <a:t>。</a:t>
            </a:r>
            <a:endParaRPr lang="zh-CN" altLang="en-US" sz="2400">
              <a:latin typeface="楷体" panose="02010609060101010101" pitchFamily="49" charset="-122"/>
              <a:ea typeface="楷体" panose="02010609060101010101" pitchFamily="49" charset="-122"/>
              <a:sym typeface="Symbol" panose="05050102010706020507" pitchFamily="18" charset="2"/>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descr="Large confetti"/>
          <p:cNvSpPr>
            <a:spLocks noGrp="1"/>
          </p:cNvSpPr>
          <p:nvPr>
            <p:ph type="title"/>
          </p:nvPr>
        </p:nvSpPr>
        <p:spPr>
          <a:xfrm>
            <a:off x="933450" y="333375"/>
            <a:ext cx="7705725" cy="633413"/>
          </a:xfrm>
        </p:spPr>
        <p:txBody>
          <a:bodyPr/>
          <a:lstStyle/>
          <a:p>
            <a:pPr eaLnBrk="1" hangingPunct="1"/>
            <a:r>
              <a:rPr lang="zh-CN" altLang="en-US" sz="2400" b="1">
                <a:latin typeface="楷体" panose="02010609060101010101" pitchFamily="49" charset="-122"/>
                <a:ea typeface="楷体" panose="02010609060101010101" pitchFamily="49" charset="-122"/>
              </a:rPr>
              <a:t>传统自由基共聚中聚合物链的序列及其长度：</a:t>
            </a:r>
          </a:p>
        </p:txBody>
      </p:sp>
      <p:sp>
        <p:nvSpPr>
          <p:cNvPr id="129027"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C0365E47-0CB1-48FF-B3A5-A1A0B541900B}"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30</a:t>
            </a:fld>
            <a:endParaRPr lang="en-US" altLang="zh-CN" sz="1400">
              <a:latin typeface="Times New Roman" panose="02020603050405020304" pitchFamily="18" charset="0"/>
              <a:ea typeface="宋体" panose="02010600030101010101" pitchFamily="2" charset="-122"/>
            </a:endParaRPr>
          </a:p>
        </p:txBody>
      </p:sp>
      <p:grpSp>
        <p:nvGrpSpPr>
          <p:cNvPr id="129028" name="Group 3"/>
          <p:cNvGrpSpPr>
            <a:grpSpLocks/>
          </p:cNvGrpSpPr>
          <p:nvPr/>
        </p:nvGrpSpPr>
        <p:grpSpPr bwMode="auto">
          <a:xfrm>
            <a:off x="989013" y="981075"/>
            <a:ext cx="6858000" cy="838200"/>
            <a:chOff x="672" y="1056"/>
            <a:chExt cx="4320" cy="528"/>
          </a:xfrm>
        </p:grpSpPr>
        <p:sp>
          <p:nvSpPr>
            <p:cNvPr id="129585" name="Line 4"/>
            <p:cNvSpPr>
              <a:spLocks noChangeShapeType="1"/>
            </p:cNvSpPr>
            <p:nvPr/>
          </p:nvSpPr>
          <p:spPr bwMode="auto">
            <a:xfrm>
              <a:off x="4992" y="124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29586" name="Group 5"/>
            <p:cNvGrpSpPr>
              <a:grpSpLocks/>
            </p:cNvGrpSpPr>
            <p:nvPr/>
          </p:nvGrpSpPr>
          <p:grpSpPr bwMode="auto">
            <a:xfrm>
              <a:off x="672" y="1056"/>
              <a:ext cx="4320" cy="528"/>
              <a:chOff x="672" y="1056"/>
              <a:chExt cx="4320" cy="528"/>
            </a:xfrm>
          </p:grpSpPr>
          <p:sp>
            <p:nvSpPr>
              <p:cNvPr id="129587" name="Line 6"/>
              <p:cNvSpPr>
                <a:spLocks noChangeShapeType="1"/>
              </p:cNvSpPr>
              <p:nvPr/>
            </p:nvSpPr>
            <p:spPr bwMode="auto">
              <a:xfrm>
                <a:off x="672" y="1488"/>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29588" name="Group 7"/>
              <p:cNvGrpSpPr>
                <a:grpSpLocks/>
              </p:cNvGrpSpPr>
              <p:nvPr/>
            </p:nvGrpSpPr>
            <p:grpSpPr bwMode="auto">
              <a:xfrm>
                <a:off x="768" y="1056"/>
                <a:ext cx="4224" cy="528"/>
                <a:chOff x="768" y="1056"/>
                <a:chExt cx="4224" cy="528"/>
              </a:xfrm>
            </p:grpSpPr>
            <p:grpSp>
              <p:nvGrpSpPr>
                <p:cNvPr id="129589" name="Group 8"/>
                <p:cNvGrpSpPr>
                  <a:grpSpLocks/>
                </p:cNvGrpSpPr>
                <p:nvPr/>
              </p:nvGrpSpPr>
              <p:grpSpPr bwMode="auto">
                <a:xfrm>
                  <a:off x="912" y="1488"/>
                  <a:ext cx="4013" cy="77"/>
                  <a:chOff x="912" y="1008"/>
                  <a:chExt cx="4013" cy="77"/>
                </a:xfrm>
              </p:grpSpPr>
              <p:sp>
                <p:nvSpPr>
                  <p:cNvPr id="129594" name="Oval 9"/>
                  <p:cNvSpPr>
                    <a:spLocks noChangeArrowheads="1"/>
                  </p:cNvSpPr>
                  <p:nvPr/>
                </p:nvSpPr>
                <p:spPr bwMode="auto">
                  <a:xfrm>
                    <a:off x="912"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95" name="Oval 10"/>
                  <p:cNvSpPr>
                    <a:spLocks noChangeArrowheads="1"/>
                  </p:cNvSpPr>
                  <p:nvPr/>
                </p:nvSpPr>
                <p:spPr bwMode="auto">
                  <a:xfrm>
                    <a:off x="982"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96" name="Oval 11"/>
                  <p:cNvSpPr>
                    <a:spLocks noChangeArrowheads="1"/>
                  </p:cNvSpPr>
                  <p:nvPr/>
                </p:nvSpPr>
                <p:spPr bwMode="auto">
                  <a:xfrm>
                    <a:off x="1056"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97" name="Oval 12"/>
                  <p:cNvSpPr>
                    <a:spLocks noChangeArrowheads="1"/>
                  </p:cNvSpPr>
                  <p:nvPr/>
                </p:nvSpPr>
                <p:spPr bwMode="auto">
                  <a:xfrm>
                    <a:off x="1126" y="100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Arial" panose="020B0604020202020204" pitchFamily="34" charset="0"/>
                      <a:ea typeface="宋体" panose="02010600030101010101" pitchFamily="2" charset="-122"/>
                    </a:endParaRPr>
                  </a:p>
                </p:txBody>
              </p:sp>
              <p:sp>
                <p:nvSpPr>
                  <p:cNvPr id="129598" name="Oval 13"/>
                  <p:cNvSpPr>
                    <a:spLocks noChangeArrowheads="1"/>
                  </p:cNvSpPr>
                  <p:nvPr/>
                </p:nvSpPr>
                <p:spPr bwMode="auto">
                  <a:xfrm>
                    <a:off x="1200" y="100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Arial" panose="020B0604020202020204" pitchFamily="34" charset="0"/>
                      <a:ea typeface="宋体" panose="02010600030101010101" pitchFamily="2" charset="-122"/>
                    </a:endParaRPr>
                  </a:p>
                </p:txBody>
              </p:sp>
              <p:sp>
                <p:nvSpPr>
                  <p:cNvPr id="129599" name="Oval 14"/>
                  <p:cNvSpPr>
                    <a:spLocks noChangeArrowheads="1"/>
                  </p:cNvSpPr>
                  <p:nvPr/>
                </p:nvSpPr>
                <p:spPr bwMode="auto">
                  <a:xfrm>
                    <a:off x="1270"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00" name="Oval 15"/>
                  <p:cNvSpPr>
                    <a:spLocks noChangeArrowheads="1"/>
                  </p:cNvSpPr>
                  <p:nvPr/>
                </p:nvSpPr>
                <p:spPr bwMode="auto">
                  <a:xfrm>
                    <a:off x="1344"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01" name="Oval 16"/>
                  <p:cNvSpPr>
                    <a:spLocks noChangeArrowheads="1"/>
                  </p:cNvSpPr>
                  <p:nvPr/>
                </p:nvSpPr>
                <p:spPr bwMode="auto">
                  <a:xfrm>
                    <a:off x="1414" y="100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02" name="Oval 17"/>
                  <p:cNvSpPr>
                    <a:spLocks noChangeArrowheads="1"/>
                  </p:cNvSpPr>
                  <p:nvPr/>
                </p:nvSpPr>
                <p:spPr bwMode="auto">
                  <a:xfrm>
                    <a:off x="1488" y="100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03" name="Oval 18"/>
                  <p:cNvSpPr>
                    <a:spLocks noChangeArrowheads="1"/>
                  </p:cNvSpPr>
                  <p:nvPr/>
                </p:nvSpPr>
                <p:spPr bwMode="auto">
                  <a:xfrm>
                    <a:off x="1558" y="100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04" name="Oval 19"/>
                  <p:cNvSpPr>
                    <a:spLocks noChangeArrowheads="1"/>
                  </p:cNvSpPr>
                  <p:nvPr/>
                </p:nvSpPr>
                <p:spPr bwMode="auto">
                  <a:xfrm>
                    <a:off x="1632"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05" name="Oval 20"/>
                  <p:cNvSpPr>
                    <a:spLocks noChangeArrowheads="1"/>
                  </p:cNvSpPr>
                  <p:nvPr/>
                </p:nvSpPr>
                <p:spPr bwMode="auto">
                  <a:xfrm>
                    <a:off x="1702"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06" name="Oval 21"/>
                  <p:cNvSpPr>
                    <a:spLocks noChangeArrowheads="1"/>
                  </p:cNvSpPr>
                  <p:nvPr/>
                </p:nvSpPr>
                <p:spPr bwMode="auto">
                  <a:xfrm>
                    <a:off x="1776"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07" name="Oval 22"/>
                  <p:cNvSpPr>
                    <a:spLocks noChangeArrowheads="1"/>
                  </p:cNvSpPr>
                  <p:nvPr/>
                </p:nvSpPr>
                <p:spPr bwMode="auto">
                  <a:xfrm>
                    <a:off x="1846" y="100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08" name="Oval 23"/>
                  <p:cNvSpPr>
                    <a:spLocks noChangeArrowheads="1"/>
                  </p:cNvSpPr>
                  <p:nvPr/>
                </p:nvSpPr>
                <p:spPr bwMode="auto">
                  <a:xfrm>
                    <a:off x="1920"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09" name="Oval 24"/>
                  <p:cNvSpPr>
                    <a:spLocks noChangeArrowheads="1"/>
                  </p:cNvSpPr>
                  <p:nvPr/>
                </p:nvSpPr>
                <p:spPr bwMode="auto">
                  <a:xfrm>
                    <a:off x="1990"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10" name="Oval 25"/>
                  <p:cNvSpPr>
                    <a:spLocks noChangeArrowheads="1"/>
                  </p:cNvSpPr>
                  <p:nvPr/>
                </p:nvSpPr>
                <p:spPr bwMode="auto">
                  <a:xfrm>
                    <a:off x="2064" y="100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11" name="Oval 26"/>
                  <p:cNvSpPr>
                    <a:spLocks noChangeArrowheads="1"/>
                  </p:cNvSpPr>
                  <p:nvPr/>
                </p:nvSpPr>
                <p:spPr bwMode="auto">
                  <a:xfrm>
                    <a:off x="2134" y="100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12" name="Oval 27"/>
                  <p:cNvSpPr>
                    <a:spLocks noChangeArrowheads="1"/>
                  </p:cNvSpPr>
                  <p:nvPr/>
                </p:nvSpPr>
                <p:spPr bwMode="auto">
                  <a:xfrm>
                    <a:off x="2208" y="100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13" name="Oval 28"/>
                  <p:cNvSpPr>
                    <a:spLocks noChangeArrowheads="1"/>
                  </p:cNvSpPr>
                  <p:nvPr/>
                </p:nvSpPr>
                <p:spPr bwMode="auto">
                  <a:xfrm>
                    <a:off x="2278" y="100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14" name="Oval 29"/>
                  <p:cNvSpPr>
                    <a:spLocks noChangeArrowheads="1"/>
                  </p:cNvSpPr>
                  <p:nvPr/>
                </p:nvSpPr>
                <p:spPr bwMode="auto">
                  <a:xfrm>
                    <a:off x="2352" y="100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15" name="Oval 30"/>
                  <p:cNvSpPr>
                    <a:spLocks noChangeArrowheads="1"/>
                  </p:cNvSpPr>
                  <p:nvPr/>
                </p:nvSpPr>
                <p:spPr bwMode="auto">
                  <a:xfrm>
                    <a:off x="2422"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16" name="Oval 31"/>
                  <p:cNvSpPr>
                    <a:spLocks noChangeArrowheads="1"/>
                  </p:cNvSpPr>
                  <p:nvPr/>
                </p:nvSpPr>
                <p:spPr bwMode="auto">
                  <a:xfrm>
                    <a:off x="2496"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17" name="Oval 32"/>
                  <p:cNvSpPr>
                    <a:spLocks noChangeArrowheads="1"/>
                  </p:cNvSpPr>
                  <p:nvPr/>
                </p:nvSpPr>
                <p:spPr bwMode="auto">
                  <a:xfrm>
                    <a:off x="2566"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18" name="Oval 33"/>
                  <p:cNvSpPr>
                    <a:spLocks noChangeArrowheads="1"/>
                  </p:cNvSpPr>
                  <p:nvPr/>
                </p:nvSpPr>
                <p:spPr bwMode="auto">
                  <a:xfrm>
                    <a:off x="2640" y="100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19" name="Oval 34"/>
                  <p:cNvSpPr>
                    <a:spLocks noChangeArrowheads="1"/>
                  </p:cNvSpPr>
                  <p:nvPr/>
                </p:nvSpPr>
                <p:spPr bwMode="auto">
                  <a:xfrm>
                    <a:off x="2710"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20" name="Oval 35"/>
                  <p:cNvSpPr>
                    <a:spLocks noChangeArrowheads="1"/>
                  </p:cNvSpPr>
                  <p:nvPr/>
                </p:nvSpPr>
                <p:spPr bwMode="auto">
                  <a:xfrm>
                    <a:off x="2784"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21" name="Oval 36"/>
                  <p:cNvSpPr>
                    <a:spLocks noChangeArrowheads="1"/>
                  </p:cNvSpPr>
                  <p:nvPr/>
                </p:nvSpPr>
                <p:spPr bwMode="auto">
                  <a:xfrm>
                    <a:off x="2854" y="100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22" name="Oval 37"/>
                  <p:cNvSpPr>
                    <a:spLocks noChangeArrowheads="1"/>
                  </p:cNvSpPr>
                  <p:nvPr/>
                </p:nvSpPr>
                <p:spPr bwMode="auto">
                  <a:xfrm>
                    <a:off x="2928" y="100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23" name="Oval 38"/>
                  <p:cNvSpPr>
                    <a:spLocks noChangeArrowheads="1"/>
                  </p:cNvSpPr>
                  <p:nvPr/>
                </p:nvSpPr>
                <p:spPr bwMode="auto">
                  <a:xfrm>
                    <a:off x="2998" y="100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24" name="Oval 39"/>
                  <p:cNvSpPr>
                    <a:spLocks noChangeArrowheads="1"/>
                  </p:cNvSpPr>
                  <p:nvPr/>
                </p:nvSpPr>
                <p:spPr bwMode="auto">
                  <a:xfrm>
                    <a:off x="3072"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25" name="Oval 40"/>
                  <p:cNvSpPr>
                    <a:spLocks noChangeArrowheads="1"/>
                  </p:cNvSpPr>
                  <p:nvPr/>
                </p:nvSpPr>
                <p:spPr bwMode="auto">
                  <a:xfrm>
                    <a:off x="3142"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26" name="Oval 41"/>
                  <p:cNvSpPr>
                    <a:spLocks noChangeArrowheads="1"/>
                  </p:cNvSpPr>
                  <p:nvPr/>
                </p:nvSpPr>
                <p:spPr bwMode="auto">
                  <a:xfrm>
                    <a:off x="3194"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27" name="Oval 42"/>
                  <p:cNvSpPr>
                    <a:spLocks noChangeArrowheads="1"/>
                  </p:cNvSpPr>
                  <p:nvPr/>
                </p:nvSpPr>
                <p:spPr bwMode="auto">
                  <a:xfrm>
                    <a:off x="3264" y="100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28" name="Oval 43"/>
                  <p:cNvSpPr>
                    <a:spLocks noChangeArrowheads="1"/>
                  </p:cNvSpPr>
                  <p:nvPr/>
                </p:nvSpPr>
                <p:spPr bwMode="auto">
                  <a:xfrm>
                    <a:off x="3338" y="100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29" name="Oval 44"/>
                  <p:cNvSpPr>
                    <a:spLocks noChangeArrowheads="1"/>
                  </p:cNvSpPr>
                  <p:nvPr/>
                </p:nvSpPr>
                <p:spPr bwMode="auto">
                  <a:xfrm>
                    <a:off x="3408"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30" name="Oval 45"/>
                  <p:cNvSpPr>
                    <a:spLocks noChangeArrowheads="1"/>
                  </p:cNvSpPr>
                  <p:nvPr/>
                </p:nvSpPr>
                <p:spPr bwMode="auto">
                  <a:xfrm>
                    <a:off x="3482"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31" name="Oval 46"/>
                  <p:cNvSpPr>
                    <a:spLocks noChangeArrowheads="1"/>
                  </p:cNvSpPr>
                  <p:nvPr/>
                </p:nvSpPr>
                <p:spPr bwMode="auto">
                  <a:xfrm>
                    <a:off x="3552" y="100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32" name="Oval 47"/>
                  <p:cNvSpPr>
                    <a:spLocks noChangeArrowheads="1"/>
                  </p:cNvSpPr>
                  <p:nvPr/>
                </p:nvSpPr>
                <p:spPr bwMode="auto">
                  <a:xfrm>
                    <a:off x="3626" y="100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33" name="Oval 48"/>
                  <p:cNvSpPr>
                    <a:spLocks noChangeArrowheads="1"/>
                  </p:cNvSpPr>
                  <p:nvPr/>
                </p:nvSpPr>
                <p:spPr bwMode="auto">
                  <a:xfrm>
                    <a:off x="3696" y="100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34" name="Oval 49"/>
                  <p:cNvSpPr>
                    <a:spLocks noChangeArrowheads="1"/>
                  </p:cNvSpPr>
                  <p:nvPr/>
                </p:nvSpPr>
                <p:spPr bwMode="auto">
                  <a:xfrm>
                    <a:off x="3770" y="100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35" name="Oval 50"/>
                  <p:cNvSpPr>
                    <a:spLocks noChangeArrowheads="1"/>
                  </p:cNvSpPr>
                  <p:nvPr/>
                </p:nvSpPr>
                <p:spPr bwMode="auto">
                  <a:xfrm>
                    <a:off x="3840"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36" name="Oval 51"/>
                  <p:cNvSpPr>
                    <a:spLocks noChangeArrowheads="1"/>
                  </p:cNvSpPr>
                  <p:nvPr/>
                </p:nvSpPr>
                <p:spPr bwMode="auto">
                  <a:xfrm>
                    <a:off x="3914"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37" name="Oval 52"/>
                  <p:cNvSpPr>
                    <a:spLocks noChangeArrowheads="1"/>
                  </p:cNvSpPr>
                  <p:nvPr/>
                </p:nvSpPr>
                <p:spPr bwMode="auto">
                  <a:xfrm>
                    <a:off x="3984"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38" name="Oval 53"/>
                  <p:cNvSpPr>
                    <a:spLocks noChangeArrowheads="1"/>
                  </p:cNvSpPr>
                  <p:nvPr/>
                </p:nvSpPr>
                <p:spPr bwMode="auto">
                  <a:xfrm>
                    <a:off x="4058"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39" name="Oval 54"/>
                  <p:cNvSpPr>
                    <a:spLocks noChangeArrowheads="1"/>
                  </p:cNvSpPr>
                  <p:nvPr/>
                </p:nvSpPr>
                <p:spPr bwMode="auto">
                  <a:xfrm>
                    <a:off x="4128"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40" name="Oval 55"/>
                  <p:cNvSpPr>
                    <a:spLocks noChangeArrowheads="1"/>
                  </p:cNvSpPr>
                  <p:nvPr/>
                </p:nvSpPr>
                <p:spPr bwMode="auto">
                  <a:xfrm>
                    <a:off x="4202" y="100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41" name="Oval 56"/>
                  <p:cNvSpPr>
                    <a:spLocks noChangeArrowheads="1"/>
                  </p:cNvSpPr>
                  <p:nvPr/>
                </p:nvSpPr>
                <p:spPr bwMode="auto">
                  <a:xfrm>
                    <a:off x="4272" y="100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42" name="Oval 57"/>
                  <p:cNvSpPr>
                    <a:spLocks noChangeArrowheads="1"/>
                  </p:cNvSpPr>
                  <p:nvPr/>
                </p:nvSpPr>
                <p:spPr bwMode="auto">
                  <a:xfrm>
                    <a:off x="4346" y="100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43" name="Oval 58"/>
                  <p:cNvSpPr>
                    <a:spLocks noChangeArrowheads="1"/>
                  </p:cNvSpPr>
                  <p:nvPr/>
                </p:nvSpPr>
                <p:spPr bwMode="auto">
                  <a:xfrm>
                    <a:off x="4416"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44" name="Oval 59"/>
                  <p:cNvSpPr>
                    <a:spLocks noChangeArrowheads="1"/>
                  </p:cNvSpPr>
                  <p:nvPr/>
                </p:nvSpPr>
                <p:spPr bwMode="auto">
                  <a:xfrm>
                    <a:off x="4490"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45" name="Oval 60"/>
                  <p:cNvSpPr>
                    <a:spLocks noChangeArrowheads="1"/>
                  </p:cNvSpPr>
                  <p:nvPr/>
                </p:nvSpPr>
                <p:spPr bwMode="auto">
                  <a:xfrm>
                    <a:off x="4560"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46" name="Oval 61"/>
                  <p:cNvSpPr>
                    <a:spLocks noChangeArrowheads="1"/>
                  </p:cNvSpPr>
                  <p:nvPr/>
                </p:nvSpPr>
                <p:spPr bwMode="auto">
                  <a:xfrm>
                    <a:off x="4634" y="100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47" name="Oval 62"/>
                  <p:cNvSpPr>
                    <a:spLocks noChangeArrowheads="1"/>
                  </p:cNvSpPr>
                  <p:nvPr/>
                </p:nvSpPr>
                <p:spPr bwMode="auto">
                  <a:xfrm>
                    <a:off x="4704" y="100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48" name="Oval 63"/>
                  <p:cNvSpPr>
                    <a:spLocks noChangeArrowheads="1"/>
                  </p:cNvSpPr>
                  <p:nvPr/>
                </p:nvSpPr>
                <p:spPr bwMode="auto">
                  <a:xfrm>
                    <a:off x="4778" y="100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49" name="Oval 64"/>
                  <p:cNvSpPr>
                    <a:spLocks noChangeArrowheads="1"/>
                  </p:cNvSpPr>
                  <p:nvPr/>
                </p:nvSpPr>
                <p:spPr bwMode="auto">
                  <a:xfrm>
                    <a:off x="4848" y="100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129590" name="Line 65"/>
                <p:cNvSpPr>
                  <a:spLocks noChangeShapeType="1"/>
                </p:cNvSpPr>
                <p:nvPr/>
              </p:nvSpPr>
              <p:spPr bwMode="auto">
                <a:xfrm>
                  <a:off x="912" y="124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cxnSp>
              <p:nvCxnSpPr>
                <p:cNvPr id="129591" name="AutoShape 66"/>
                <p:cNvCxnSpPr>
                  <a:cxnSpLocks noChangeShapeType="1"/>
                </p:cNvCxnSpPr>
                <p:nvPr/>
              </p:nvCxnSpPr>
              <p:spPr bwMode="auto">
                <a:xfrm>
                  <a:off x="912" y="1344"/>
                  <a:ext cx="4080" cy="0"/>
                </a:xfrm>
                <a:prstGeom prst="straightConnector1">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9592" name="Text Box 67"/>
                <p:cNvSpPr txBox="1">
                  <a:spLocks noChangeArrowheads="1"/>
                </p:cNvSpPr>
                <p:nvPr/>
              </p:nvSpPr>
              <p:spPr bwMode="auto">
                <a:xfrm>
                  <a:off x="2496" y="1056"/>
                  <a:ext cx="90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kumimoji="1" lang="en-US" altLang="zh-CN" sz="2400" b="1">
                      <a:latin typeface="Arial" panose="020B0604020202020204" pitchFamily="34" charset="0"/>
                      <a:ea typeface="宋体" panose="02010600030101010101" pitchFamily="2" charset="-122"/>
                      <a:cs typeface="Arial" panose="020B0604020202020204" pitchFamily="34" charset="0"/>
                    </a:rPr>
                    <a:t>seconds</a:t>
                  </a:r>
                </a:p>
              </p:txBody>
            </p:sp>
            <p:sp>
              <p:nvSpPr>
                <p:cNvPr id="129593" name="Line 68"/>
                <p:cNvSpPr>
                  <a:spLocks noChangeShapeType="1"/>
                </p:cNvSpPr>
                <p:nvPr/>
              </p:nvSpPr>
              <p:spPr bwMode="auto">
                <a:xfrm>
                  <a:off x="768" y="1488"/>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grpSp>
        <p:nvGrpSpPr>
          <p:cNvPr id="129029" name="Group 69"/>
          <p:cNvGrpSpPr>
            <a:grpSpLocks/>
          </p:cNvGrpSpPr>
          <p:nvPr/>
        </p:nvGrpSpPr>
        <p:grpSpPr bwMode="auto">
          <a:xfrm>
            <a:off x="1141413" y="1819275"/>
            <a:ext cx="5148262" cy="274638"/>
            <a:chOff x="768" y="1584"/>
            <a:chExt cx="3243" cy="173"/>
          </a:xfrm>
        </p:grpSpPr>
        <p:sp>
          <p:nvSpPr>
            <p:cNvPr id="129541" name="Oval 70"/>
            <p:cNvSpPr>
              <a:spLocks noChangeArrowheads="1"/>
            </p:cNvSpPr>
            <p:nvPr/>
          </p:nvSpPr>
          <p:spPr bwMode="auto">
            <a:xfrm>
              <a:off x="912" y="16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42" name="Oval 71"/>
            <p:cNvSpPr>
              <a:spLocks noChangeArrowheads="1"/>
            </p:cNvSpPr>
            <p:nvPr/>
          </p:nvSpPr>
          <p:spPr bwMode="auto">
            <a:xfrm>
              <a:off x="982" y="16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43" name="Oval 72"/>
            <p:cNvSpPr>
              <a:spLocks noChangeArrowheads="1"/>
            </p:cNvSpPr>
            <p:nvPr/>
          </p:nvSpPr>
          <p:spPr bwMode="auto">
            <a:xfrm>
              <a:off x="1056" y="1680"/>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44" name="Oval 73"/>
            <p:cNvSpPr>
              <a:spLocks noChangeArrowheads="1"/>
            </p:cNvSpPr>
            <p:nvPr/>
          </p:nvSpPr>
          <p:spPr bwMode="auto">
            <a:xfrm>
              <a:off x="1126" y="16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Arial" panose="020B0604020202020204" pitchFamily="34" charset="0"/>
                <a:ea typeface="宋体" panose="02010600030101010101" pitchFamily="2" charset="-122"/>
              </a:endParaRPr>
            </a:p>
          </p:txBody>
        </p:sp>
        <p:sp>
          <p:nvSpPr>
            <p:cNvPr id="129545" name="Oval 74"/>
            <p:cNvSpPr>
              <a:spLocks noChangeArrowheads="1"/>
            </p:cNvSpPr>
            <p:nvPr/>
          </p:nvSpPr>
          <p:spPr bwMode="auto">
            <a:xfrm>
              <a:off x="1200" y="1680"/>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Arial" panose="020B0604020202020204" pitchFamily="34" charset="0"/>
                <a:ea typeface="宋体" panose="02010600030101010101" pitchFamily="2" charset="-122"/>
              </a:endParaRPr>
            </a:p>
          </p:txBody>
        </p:sp>
        <p:sp>
          <p:nvSpPr>
            <p:cNvPr id="129546" name="Oval 75"/>
            <p:cNvSpPr>
              <a:spLocks noChangeArrowheads="1"/>
            </p:cNvSpPr>
            <p:nvPr/>
          </p:nvSpPr>
          <p:spPr bwMode="auto">
            <a:xfrm>
              <a:off x="1270" y="1680"/>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47" name="Oval 76"/>
            <p:cNvSpPr>
              <a:spLocks noChangeArrowheads="1"/>
            </p:cNvSpPr>
            <p:nvPr/>
          </p:nvSpPr>
          <p:spPr bwMode="auto">
            <a:xfrm>
              <a:off x="1344" y="16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48" name="Oval 77"/>
            <p:cNvSpPr>
              <a:spLocks noChangeArrowheads="1"/>
            </p:cNvSpPr>
            <p:nvPr/>
          </p:nvSpPr>
          <p:spPr bwMode="auto">
            <a:xfrm>
              <a:off x="1414" y="1680"/>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49" name="Oval 78"/>
            <p:cNvSpPr>
              <a:spLocks noChangeArrowheads="1"/>
            </p:cNvSpPr>
            <p:nvPr/>
          </p:nvSpPr>
          <p:spPr bwMode="auto">
            <a:xfrm>
              <a:off x="1488" y="16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50" name="Oval 79"/>
            <p:cNvSpPr>
              <a:spLocks noChangeArrowheads="1"/>
            </p:cNvSpPr>
            <p:nvPr/>
          </p:nvSpPr>
          <p:spPr bwMode="auto">
            <a:xfrm>
              <a:off x="1558" y="16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51" name="Oval 80"/>
            <p:cNvSpPr>
              <a:spLocks noChangeArrowheads="1"/>
            </p:cNvSpPr>
            <p:nvPr/>
          </p:nvSpPr>
          <p:spPr bwMode="auto">
            <a:xfrm>
              <a:off x="1632" y="16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52" name="Oval 81"/>
            <p:cNvSpPr>
              <a:spLocks noChangeArrowheads="1"/>
            </p:cNvSpPr>
            <p:nvPr/>
          </p:nvSpPr>
          <p:spPr bwMode="auto">
            <a:xfrm>
              <a:off x="1702" y="16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53" name="Oval 82"/>
            <p:cNvSpPr>
              <a:spLocks noChangeArrowheads="1"/>
            </p:cNvSpPr>
            <p:nvPr/>
          </p:nvSpPr>
          <p:spPr bwMode="auto">
            <a:xfrm>
              <a:off x="1776" y="16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54" name="Oval 83"/>
            <p:cNvSpPr>
              <a:spLocks noChangeArrowheads="1"/>
            </p:cNvSpPr>
            <p:nvPr/>
          </p:nvSpPr>
          <p:spPr bwMode="auto">
            <a:xfrm>
              <a:off x="1846" y="16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55" name="Oval 84"/>
            <p:cNvSpPr>
              <a:spLocks noChangeArrowheads="1"/>
            </p:cNvSpPr>
            <p:nvPr/>
          </p:nvSpPr>
          <p:spPr bwMode="auto">
            <a:xfrm>
              <a:off x="1920" y="16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56" name="Oval 85"/>
            <p:cNvSpPr>
              <a:spLocks noChangeArrowheads="1"/>
            </p:cNvSpPr>
            <p:nvPr/>
          </p:nvSpPr>
          <p:spPr bwMode="auto">
            <a:xfrm>
              <a:off x="1990" y="16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57" name="Oval 86"/>
            <p:cNvSpPr>
              <a:spLocks noChangeArrowheads="1"/>
            </p:cNvSpPr>
            <p:nvPr/>
          </p:nvSpPr>
          <p:spPr bwMode="auto">
            <a:xfrm>
              <a:off x="2064" y="16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58" name="Oval 87"/>
            <p:cNvSpPr>
              <a:spLocks noChangeArrowheads="1"/>
            </p:cNvSpPr>
            <p:nvPr/>
          </p:nvSpPr>
          <p:spPr bwMode="auto">
            <a:xfrm>
              <a:off x="2134" y="16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59" name="Oval 88"/>
            <p:cNvSpPr>
              <a:spLocks noChangeArrowheads="1"/>
            </p:cNvSpPr>
            <p:nvPr/>
          </p:nvSpPr>
          <p:spPr bwMode="auto">
            <a:xfrm>
              <a:off x="2208" y="1680"/>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60" name="Oval 89"/>
            <p:cNvSpPr>
              <a:spLocks noChangeArrowheads="1"/>
            </p:cNvSpPr>
            <p:nvPr/>
          </p:nvSpPr>
          <p:spPr bwMode="auto">
            <a:xfrm>
              <a:off x="2278" y="16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61" name="Oval 90"/>
            <p:cNvSpPr>
              <a:spLocks noChangeArrowheads="1"/>
            </p:cNvSpPr>
            <p:nvPr/>
          </p:nvSpPr>
          <p:spPr bwMode="auto">
            <a:xfrm>
              <a:off x="2352" y="16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62" name="Oval 91"/>
            <p:cNvSpPr>
              <a:spLocks noChangeArrowheads="1"/>
            </p:cNvSpPr>
            <p:nvPr/>
          </p:nvSpPr>
          <p:spPr bwMode="auto">
            <a:xfrm>
              <a:off x="2422" y="16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63" name="Oval 92"/>
            <p:cNvSpPr>
              <a:spLocks noChangeArrowheads="1"/>
            </p:cNvSpPr>
            <p:nvPr/>
          </p:nvSpPr>
          <p:spPr bwMode="auto">
            <a:xfrm>
              <a:off x="2496" y="16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64" name="Oval 93"/>
            <p:cNvSpPr>
              <a:spLocks noChangeArrowheads="1"/>
            </p:cNvSpPr>
            <p:nvPr/>
          </p:nvSpPr>
          <p:spPr bwMode="auto">
            <a:xfrm>
              <a:off x="2566" y="1680"/>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65" name="Oval 94"/>
            <p:cNvSpPr>
              <a:spLocks noChangeArrowheads="1"/>
            </p:cNvSpPr>
            <p:nvPr/>
          </p:nvSpPr>
          <p:spPr bwMode="auto">
            <a:xfrm>
              <a:off x="2640" y="16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66" name="Oval 95"/>
            <p:cNvSpPr>
              <a:spLocks noChangeArrowheads="1"/>
            </p:cNvSpPr>
            <p:nvPr/>
          </p:nvSpPr>
          <p:spPr bwMode="auto">
            <a:xfrm>
              <a:off x="2710" y="1680"/>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67" name="Oval 96"/>
            <p:cNvSpPr>
              <a:spLocks noChangeArrowheads="1"/>
            </p:cNvSpPr>
            <p:nvPr/>
          </p:nvSpPr>
          <p:spPr bwMode="auto">
            <a:xfrm>
              <a:off x="2784" y="1680"/>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68" name="Oval 97"/>
            <p:cNvSpPr>
              <a:spLocks noChangeArrowheads="1"/>
            </p:cNvSpPr>
            <p:nvPr/>
          </p:nvSpPr>
          <p:spPr bwMode="auto">
            <a:xfrm>
              <a:off x="2854" y="1680"/>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69" name="Oval 98"/>
            <p:cNvSpPr>
              <a:spLocks noChangeArrowheads="1"/>
            </p:cNvSpPr>
            <p:nvPr/>
          </p:nvSpPr>
          <p:spPr bwMode="auto">
            <a:xfrm>
              <a:off x="2928" y="1680"/>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70" name="Oval 99"/>
            <p:cNvSpPr>
              <a:spLocks noChangeArrowheads="1"/>
            </p:cNvSpPr>
            <p:nvPr/>
          </p:nvSpPr>
          <p:spPr bwMode="auto">
            <a:xfrm>
              <a:off x="2998" y="16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71" name="Oval 100"/>
            <p:cNvSpPr>
              <a:spLocks noChangeArrowheads="1"/>
            </p:cNvSpPr>
            <p:nvPr/>
          </p:nvSpPr>
          <p:spPr bwMode="auto">
            <a:xfrm>
              <a:off x="3072" y="16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72" name="Oval 101"/>
            <p:cNvSpPr>
              <a:spLocks noChangeArrowheads="1"/>
            </p:cNvSpPr>
            <p:nvPr/>
          </p:nvSpPr>
          <p:spPr bwMode="auto">
            <a:xfrm>
              <a:off x="3142" y="16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73" name="Oval 102"/>
            <p:cNvSpPr>
              <a:spLocks noChangeArrowheads="1"/>
            </p:cNvSpPr>
            <p:nvPr/>
          </p:nvSpPr>
          <p:spPr bwMode="auto">
            <a:xfrm>
              <a:off x="3214" y="16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74" name="Oval 103"/>
            <p:cNvSpPr>
              <a:spLocks noChangeArrowheads="1"/>
            </p:cNvSpPr>
            <p:nvPr/>
          </p:nvSpPr>
          <p:spPr bwMode="auto">
            <a:xfrm>
              <a:off x="3284" y="16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75" name="Oval 104"/>
            <p:cNvSpPr>
              <a:spLocks noChangeArrowheads="1"/>
            </p:cNvSpPr>
            <p:nvPr/>
          </p:nvSpPr>
          <p:spPr bwMode="auto">
            <a:xfrm>
              <a:off x="3358" y="16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76" name="Oval 105"/>
            <p:cNvSpPr>
              <a:spLocks noChangeArrowheads="1"/>
            </p:cNvSpPr>
            <p:nvPr/>
          </p:nvSpPr>
          <p:spPr bwMode="auto">
            <a:xfrm>
              <a:off x="3428" y="16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77" name="Oval 106"/>
            <p:cNvSpPr>
              <a:spLocks noChangeArrowheads="1"/>
            </p:cNvSpPr>
            <p:nvPr/>
          </p:nvSpPr>
          <p:spPr bwMode="auto">
            <a:xfrm>
              <a:off x="3502" y="16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78" name="Oval 107"/>
            <p:cNvSpPr>
              <a:spLocks noChangeArrowheads="1"/>
            </p:cNvSpPr>
            <p:nvPr/>
          </p:nvSpPr>
          <p:spPr bwMode="auto">
            <a:xfrm>
              <a:off x="3572" y="1680"/>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79" name="Oval 108"/>
            <p:cNvSpPr>
              <a:spLocks noChangeArrowheads="1"/>
            </p:cNvSpPr>
            <p:nvPr/>
          </p:nvSpPr>
          <p:spPr bwMode="auto">
            <a:xfrm>
              <a:off x="3646" y="1680"/>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80" name="Oval 109"/>
            <p:cNvSpPr>
              <a:spLocks noChangeArrowheads="1"/>
            </p:cNvSpPr>
            <p:nvPr/>
          </p:nvSpPr>
          <p:spPr bwMode="auto">
            <a:xfrm>
              <a:off x="3716" y="1680"/>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81" name="Oval 110"/>
            <p:cNvSpPr>
              <a:spLocks noChangeArrowheads="1"/>
            </p:cNvSpPr>
            <p:nvPr/>
          </p:nvSpPr>
          <p:spPr bwMode="auto">
            <a:xfrm>
              <a:off x="3790" y="16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82" name="Oval 111"/>
            <p:cNvSpPr>
              <a:spLocks noChangeArrowheads="1"/>
            </p:cNvSpPr>
            <p:nvPr/>
          </p:nvSpPr>
          <p:spPr bwMode="auto">
            <a:xfrm>
              <a:off x="3860" y="16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83" name="Oval 112"/>
            <p:cNvSpPr>
              <a:spLocks noChangeArrowheads="1"/>
            </p:cNvSpPr>
            <p:nvPr/>
          </p:nvSpPr>
          <p:spPr bwMode="auto">
            <a:xfrm>
              <a:off x="3934" y="16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84" name="Line 113"/>
            <p:cNvSpPr>
              <a:spLocks noChangeShapeType="1"/>
            </p:cNvSpPr>
            <p:nvPr/>
          </p:nvSpPr>
          <p:spPr bwMode="auto">
            <a:xfrm>
              <a:off x="768" y="1584"/>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9030" name="Group 114"/>
          <p:cNvGrpSpPr>
            <a:grpSpLocks/>
          </p:cNvGrpSpPr>
          <p:nvPr/>
        </p:nvGrpSpPr>
        <p:grpSpPr bwMode="auto">
          <a:xfrm>
            <a:off x="1141413" y="2047875"/>
            <a:ext cx="4202112" cy="350838"/>
            <a:chOff x="768" y="1728"/>
            <a:chExt cx="2647" cy="221"/>
          </a:xfrm>
        </p:grpSpPr>
        <p:sp>
          <p:nvSpPr>
            <p:cNvPr id="129505" name="Oval 115"/>
            <p:cNvSpPr>
              <a:spLocks noChangeArrowheads="1"/>
            </p:cNvSpPr>
            <p:nvPr/>
          </p:nvSpPr>
          <p:spPr bwMode="auto">
            <a:xfrm>
              <a:off x="912" y="18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06" name="Oval 116"/>
            <p:cNvSpPr>
              <a:spLocks noChangeArrowheads="1"/>
            </p:cNvSpPr>
            <p:nvPr/>
          </p:nvSpPr>
          <p:spPr bwMode="auto">
            <a:xfrm>
              <a:off x="982" y="18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07" name="Oval 117"/>
            <p:cNvSpPr>
              <a:spLocks noChangeArrowheads="1"/>
            </p:cNvSpPr>
            <p:nvPr/>
          </p:nvSpPr>
          <p:spPr bwMode="auto">
            <a:xfrm>
              <a:off x="1056" y="18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08" name="Oval 118"/>
            <p:cNvSpPr>
              <a:spLocks noChangeArrowheads="1"/>
            </p:cNvSpPr>
            <p:nvPr/>
          </p:nvSpPr>
          <p:spPr bwMode="auto">
            <a:xfrm>
              <a:off x="1126" y="18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楷体_GB2312" pitchFamily="49" charset="-122"/>
                <a:ea typeface="楷体_GB2312" pitchFamily="49" charset="-122"/>
              </a:endParaRPr>
            </a:p>
          </p:txBody>
        </p:sp>
        <p:sp>
          <p:nvSpPr>
            <p:cNvPr id="129509" name="Oval 119"/>
            <p:cNvSpPr>
              <a:spLocks noChangeArrowheads="1"/>
            </p:cNvSpPr>
            <p:nvPr/>
          </p:nvSpPr>
          <p:spPr bwMode="auto">
            <a:xfrm>
              <a:off x="1200" y="18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楷体_GB2312" pitchFamily="49" charset="-122"/>
                <a:ea typeface="楷体_GB2312" pitchFamily="49" charset="-122"/>
              </a:endParaRPr>
            </a:p>
          </p:txBody>
        </p:sp>
        <p:sp>
          <p:nvSpPr>
            <p:cNvPr id="129510" name="Oval 120"/>
            <p:cNvSpPr>
              <a:spLocks noChangeArrowheads="1"/>
            </p:cNvSpPr>
            <p:nvPr/>
          </p:nvSpPr>
          <p:spPr bwMode="auto">
            <a:xfrm>
              <a:off x="1270" y="18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11" name="Oval 121"/>
            <p:cNvSpPr>
              <a:spLocks noChangeArrowheads="1"/>
            </p:cNvSpPr>
            <p:nvPr/>
          </p:nvSpPr>
          <p:spPr bwMode="auto">
            <a:xfrm>
              <a:off x="1344" y="18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12" name="Oval 122"/>
            <p:cNvSpPr>
              <a:spLocks noChangeArrowheads="1"/>
            </p:cNvSpPr>
            <p:nvPr/>
          </p:nvSpPr>
          <p:spPr bwMode="auto">
            <a:xfrm>
              <a:off x="1414" y="18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13" name="Oval 123"/>
            <p:cNvSpPr>
              <a:spLocks noChangeArrowheads="1"/>
            </p:cNvSpPr>
            <p:nvPr/>
          </p:nvSpPr>
          <p:spPr bwMode="auto">
            <a:xfrm>
              <a:off x="1488" y="18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14" name="Oval 124"/>
            <p:cNvSpPr>
              <a:spLocks noChangeArrowheads="1"/>
            </p:cNvSpPr>
            <p:nvPr/>
          </p:nvSpPr>
          <p:spPr bwMode="auto">
            <a:xfrm>
              <a:off x="1558" y="18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15" name="Oval 125"/>
            <p:cNvSpPr>
              <a:spLocks noChangeArrowheads="1"/>
            </p:cNvSpPr>
            <p:nvPr/>
          </p:nvSpPr>
          <p:spPr bwMode="auto">
            <a:xfrm>
              <a:off x="1632" y="18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16" name="Oval 126"/>
            <p:cNvSpPr>
              <a:spLocks noChangeArrowheads="1"/>
            </p:cNvSpPr>
            <p:nvPr/>
          </p:nvSpPr>
          <p:spPr bwMode="auto">
            <a:xfrm>
              <a:off x="1702" y="18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17" name="Oval 127"/>
            <p:cNvSpPr>
              <a:spLocks noChangeArrowheads="1"/>
            </p:cNvSpPr>
            <p:nvPr/>
          </p:nvSpPr>
          <p:spPr bwMode="auto">
            <a:xfrm>
              <a:off x="1776" y="18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18" name="Oval 128"/>
            <p:cNvSpPr>
              <a:spLocks noChangeArrowheads="1"/>
            </p:cNvSpPr>
            <p:nvPr/>
          </p:nvSpPr>
          <p:spPr bwMode="auto">
            <a:xfrm>
              <a:off x="1846" y="18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19" name="Oval 129"/>
            <p:cNvSpPr>
              <a:spLocks noChangeArrowheads="1"/>
            </p:cNvSpPr>
            <p:nvPr/>
          </p:nvSpPr>
          <p:spPr bwMode="auto">
            <a:xfrm>
              <a:off x="1920" y="18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20" name="Oval 130"/>
            <p:cNvSpPr>
              <a:spLocks noChangeArrowheads="1"/>
            </p:cNvSpPr>
            <p:nvPr/>
          </p:nvSpPr>
          <p:spPr bwMode="auto">
            <a:xfrm>
              <a:off x="1990" y="1872"/>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21" name="Oval 131"/>
            <p:cNvSpPr>
              <a:spLocks noChangeArrowheads="1"/>
            </p:cNvSpPr>
            <p:nvPr/>
          </p:nvSpPr>
          <p:spPr bwMode="auto">
            <a:xfrm>
              <a:off x="2064" y="1872"/>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22" name="Oval 132"/>
            <p:cNvSpPr>
              <a:spLocks noChangeArrowheads="1"/>
            </p:cNvSpPr>
            <p:nvPr/>
          </p:nvSpPr>
          <p:spPr bwMode="auto">
            <a:xfrm>
              <a:off x="2134" y="1872"/>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23" name="Oval 133"/>
            <p:cNvSpPr>
              <a:spLocks noChangeArrowheads="1"/>
            </p:cNvSpPr>
            <p:nvPr/>
          </p:nvSpPr>
          <p:spPr bwMode="auto">
            <a:xfrm>
              <a:off x="2208" y="1872"/>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24" name="Oval 134"/>
            <p:cNvSpPr>
              <a:spLocks noChangeArrowheads="1"/>
            </p:cNvSpPr>
            <p:nvPr/>
          </p:nvSpPr>
          <p:spPr bwMode="auto">
            <a:xfrm>
              <a:off x="2278" y="18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25" name="Oval 135"/>
            <p:cNvSpPr>
              <a:spLocks noChangeArrowheads="1"/>
            </p:cNvSpPr>
            <p:nvPr/>
          </p:nvSpPr>
          <p:spPr bwMode="auto">
            <a:xfrm>
              <a:off x="2352" y="1872"/>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26" name="Oval 136"/>
            <p:cNvSpPr>
              <a:spLocks noChangeArrowheads="1"/>
            </p:cNvSpPr>
            <p:nvPr/>
          </p:nvSpPr>
          <p:spPr bwMode="auto">
            <a:xfrm>
              <a:off x="2422" y="1872"/>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27" name="Oval 137"/>
            <p:cNvSpPr>
              <a:spLocks noChangeArrowheads="1"/>
            </p:cNvSpPr>
            <p:nvPr/>
          </p:nvSpPr>
          <p:spPr bwMode="auto">
            <a:xfrm>
              <a:off x="2496" y="18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28" name="Oval 138"/>
            <p:cNvSpPr>
              <a:spLocks noChangeArrowheads="1"/>
            </p:cNvSpPr>
            <p:nvPr/>
          </p:nvSpPr>
          <p:spPr bwMode="auto">
            <a:xfrm>
              <a:off x="2566" y="18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29" name="Oval 139"/>
            <p:cNvSpPr>
              <a:spLocks noChangeArrowheads="1"/>
            </p:cNvSpPr>
            <p:nvPr/>
          </p:nvSpPr>
          <p:spPr bwMode="auto">
            <a:xfrm>
              <a:off x="2640" y="18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30" name="Oval 140"/>
            <p:cNvSpPr>
              <a:spLocks noChangeArrowheads="1"/>
            </p:cNvSpPr>
            <p:nvPr/>
          </p:nvSpPr>
          <p:spPr bwMode="auto">
            <a:xfrm>
              <a:off x="2710" y="18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31" name="Oval 141"/>
            <p:cNvSpPr>
              <a:spLocks noChangeArrowheads="1"/>
            </p:cNvSpPr>
            <p:nvPr/>
          </p:nvSpPr>
          <p:spPr bwMode="auto">
            <a:xfrm>
              <a:off x="2784" y="18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32" name="Oval 142"/>
            <p:cNvSpPr>
              <a:spLocks noChangeArrowheads="1"/>
            </p:cNvSpPr>
            <p:nvPr/>
          </p:nvSpPr>
          <p:spPr bwMode="auto">
            <a:xfrm>
              <a:off x="2854" y="18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33" name="Oval 143"/>
            <p:cNvSpPr>
              <a:spLocks noChangeArrowheads="1"/>
            </p:cNvSpPr>
            <p:nvPr/>
          </p:nvSpPr>
          <p:spPr bwMode="auto">
            <a:xfrm>
              <a:off x="2928" y="18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34" name="Oval 144"/>
            <p:cNvSpPr>
              <a:spLocks noChangeArrowheads="1"/>
            </p:cNvSpPr>
            <p:nvPr/>
          </p:nvSpPr>
          <p:spPr bwMode="auto">
            <a:xfrm>
              <a:off x="2998" y="18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35" name="Oval 145"/>
            <p:cNvSpPr>
              <a:spLocks noChangeArrowheads="1"/>
            </p:cNvSpPr>
            <p:nvPr/>
          </p:nvSpPr>
          <p:spPr bwMode="auto">
            <a:xfrm>
              <a:off x="3072" y="18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36" name="Oval 146"/>
            <p:cNvSpPr>
              <a:spLocks noChangeArrowheads="1"/>
            </p:cNvSpPr>
            <p:nvPr/>
          </p:nvSpPr>
          <p:spPr bwMode="auto">
            <a:xfrm>
              <a:off x="3142" y="18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37" name="Oval 147"/>
            <p:cNvSpPr>
              <a:spLocks noChangeArrowheads="1"/>
            </p:cNvSpPr>
            <p:nvPr/>
          </p:nvSpPr>
          <p:spPr bwMode="auto">
            <a:xfrm>
              <a:off x="3194" y="18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38" name="Oval 148"/>
            <p:cNvSpPr>
              <a:spLocks noChangeArrowheads="1"/>
            </p:cNvSpPr>
            <p:nvPr/>
          </p:nvSpPr>
          <p:spPr bwMode="auto">
            <a:xfrm>
              <a:off x="3264" y="18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39" name="Oval 149"/>
            <p:cNvSpPr>
              <a:spLocks noChangeArrowheads="1"/>
            </p:cNvSpPr>
            <p:nvPr/>
          </p:nvSpPr>
          <p:spPr bwMode="auto">
            <a:xfrm>
              <a:off x="3338" y="18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40" name="Line 150"/>
            <p:cNvSpPr>
              <a:spLocks noChangeShapeType="1"/>
            </p:cNvSpPr>
            <p:nvPr/>
          </p:nvSpPr>
          <p:spPr bwMode="auto">
            <a:xfrm>
              <a:off x="768" y="172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9031" name="Group 151"/>
          <p:cNvGrpSpPr>
            <a:grpSpLocks/>
          </p:cNvGrpSpPr>
          <p:nvPr/>
        </p:nvGrpSpPr>
        <p:grpSpPr bwMode="auto">
          <a:xfrm>
            <a:off x="1141413" y="2352675"/>
            <a:ext cx="5802312" cy="350838"/>
            <a:chOff x="768" y="1920"/>
            <a:chExt cx="3655" cy="221"/>
          </a:xfrm>
        </p:grpSpPr>
        <p:sp>
          <p:nvSpPr>
            <p:cNvPr id="129455" name="Oval 152"/>
            <p:cNvSpPr>
              <a:spLocks noChangeArrowheads="1"/>
            </p:cNvSpPr>
            <p:nvPr/>
          </p:nvSpPr>
          <p:spPr bwMode="auto">
            <a:xfrm>
              <a:off x="912" y="20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56" name="Oval 153"/>
            <p:cNvSpPr>
              <a:spLocks noChangeArrowheads="1"/>
            </p:cNvSpPr>
            <p:nvPr/>
          </p:nvSpPr>
          <p:spPr bwMode="auto">
            <a:xfrm>
              <a:off x="982"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57" name="Oval 154"/>
            <p:cNvSpPr>
              <a:spLocks noChangeArrowheads="1"/>
            </p:cNvSpPr>
            <p:nvPr/>
          </p:nvSpPr>
          <p:spPr bwMode="auto">
            <a:xfrm>
              <a:off x="1056" y="20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58" name="Oval 155"/>
            <p:cNvSpPr>
              <a:spLocks noChangeArrowheads="1"/>
            </p:cNvSpPr>
            <p:nvPr/>
          </p:nvSpPr>
          <p:spPr bwMode="auto">
            <a:xfrm>
              <a:off x="1126"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Arial" panose="020B0604020202020204" pitchFamily="34" charset="0"/>
                <a:ea typeface="宋体" panose="02010600030101010101" pitchFamily="2" charset="-122"/>
              </a:endParaRPr>
            </a:p>
          </p:txBody>
        </p:sp>
        <p:sp>
          <p:nvSpPr>
            <p:cNvPr id="129459" name="Oval 156"/>
            <p:cNvSpPr>
              <a:spLocks noChangeArrowheads="1"/>
            </p:cNvSpPr>
            <p:nvPr/>
          </p:nvSpPr>
          <p:spPr bwMode="auto">
            <a:xfrm>
              <a:off x="1200"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Arial" panose="020B0604020202020204" pitchFamily="34" charset="0"/>
                <a:ea typeface="宋体" panose="02010600030101010101" pitchFamily="2" charset="-122"/>
              </a:endParaRPr>
            </a:p>
          </p:txBody>
        </p:sp>
        <p:sp>
          <p:nvSpPr>
            <p:cNvPr id="129460" name="Oval 157"/>
            <p:cNvSpPr>
              <a:spLocks noChangeArrowheads="1"/>
            </p:cNvSpPr>
            <p:nvPr/>
          </p:nvSpPr>
          <p:spPr bwMode="auto">
            <a:xfrm>
              <a:off x="1270" y="20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61" name="Oval 158"/>
            <p:cNvSpPr>
              <a:spLocks noChangeArrowheads="1"/>
            </p:cNvSpPr>
            <p:nvPr/>
          </p:nvSpPr>
          <p:spPr bwMode="auto">
            <a:xfrm>
              <a:off x="1344" y="20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62" name="Oval 159"/>
            <p:cNvSpPr>
              <a:spLocks noChangeArrowheads="1"/>
            </p:cNvSpPr>
            <p:nvPr/>
          </p:nvSpPr>
          <p:spPr bwMode="auto">
            <a:xfrm>
              <a:off x="1414"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63" name="Oval 160"/>
            <p:cNvSpPr>
              <a:spLocks noChangeArrowheads="1"/>
            </p:cNvSpPr>
            <p:nvPr/>
          </p:nvSpPr>
          <p:spPr bwMode="auto">
            <a:xfrm>
              <a:off x="1488" y="2064"/>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64" name="Oval 161"/>
            <p:cNvSpPr>
              <a:spLocks noChangeArrowheads="1"/>
            </p:cNvSpPr>
            <p:nvPr/>
          </p:nvSpPr>
          <p:spPr bwMode="auto">
            <a:xfrm>
              <a:off x="1558"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65" name="Oval 162"/>
            <p:cNvSpPr>
              <a:spLocks noChangeArrowheads="1"/>
            </p:cNvSpPr>
            <p:nvPr/>
          </p:nvSpPr>
          <p:spPr bwMode="auto">
            <a:xfrm>
              <a:off x="1632"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66" name="Oval 163"/>
            <p:cNvSpPr>
              <a:spLocks noChangeArrowheads="1"/>
            </p:cNvSpPr>
            <p:nvPr/>
          </p:nvSpPr>
          <p:spPr bwMode="auto">
            <a:xfrm>
              <a:off x="1702" y="20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67" name="Oval 164"/>
            <p:cNvSpPr>
              <a:spLocks noChangeArrowheads="1"/>
            </p:cNvSpPr>
            <p:nvPr/>
          </p:nvSpPr>
          <p:spPr bwMode="auto">
            <a:xfrm>
              <a:off x="1776" y="20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68" name="Oval 165"/>
            <p:cNvSpPr>
              <a:spLocks noChangeArrowheads="1"/>
            </p:cNvSpPr>
            <p:nvPr/>
          </p:nvSpPr>
          <p:spPr bwMode="auto">
            <a:xfrm>
              <a:off x="1846"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69" name="Oval 166"/>
            <p:cNvSpPr>
              <a:spLocks noChangeArrowheads="1"/>
            </p:cNvSpPr>
            <p:nvPr/>
          </p:nvSpPr>
          <p:spPr bwMode="auto">
            <a:xfrm>
              <a:off x="1920" y="20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70" name="Oval 167"/>
            <p:cNvSpPr>
              <a:spLocks noChangeArrowheads="1"/>
            </p:cNvSpPr>
            <p:nvPr/>
          </p:nvSpPr>
          <p:spPr bwMode="auto">
            <a:xfrm>
              <a:off x="1990" y="20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71" name="Oval 168"/>
            <p:cNvSpPr>
              <a:spLocks noChangeArrowheads="1"/>
            </p:cNvSpPr>
            <p:nvPr/>
          </p:nvSpPr>
          <p:spPr bwMode="auto">
            <a:xfrm>
              <a:off x="2064"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72" name="Oval 169"/>
            <p:cNvSpPr>
              <a:spLocks noChangeArrowheads="1"/>
            </p:cNvSpPr>
            <p:nvPr/>
          </p:nvSpPr>
          <p:spPr bwMode="auto">
            <a:xfrm>
              <a:off x="2134"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73" name="Oval 170"/>
            <p:cNvSpPr>
              <a:spLocks noChangeArrowheads="1"/>
            </p:cNvSpPr>
            <p:nvPr/>
          </p:nvSpPr>
          <p:spPr bwMode="auto">
            <a:xfrm>
              <a:off x="2208" y="2064"/>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74" name="Oval 171"/>
            <p:cNvSpPr>
              <a:spLocks noChangeArrowheads="1"/>
            </p:cNvSpPr>
            <p:nvPr/>
          </p:nvSpPr>
          <p:spPr bwMode="auto">
            <a:xfrm>
              <a:off x="2278"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75" name="Oval 172"/>
            <p:cNvSpPr>
              <a:spLocks noChangeArrowheads="1"/>
            </p:cNvSpPr>
            <p:nvPr/>
          </p:nvSpPr>
          <p:spPr bwMode="auto">
            <a:xfrm>
              <a:off x="2352"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76" name="Oval 173"/>
            <p:cNvSpPr>
              <a:spLocks noChangeArrowheads="1"/>
            </p:cNvSpPr>
            <p:nvPr/>
          </p:nvSpPr>
          <p:spPr bwMode="auto">
            <a:xfrm>
              <a:off x="2422" y="20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77" name="Oval 174"/>
            <p:cNvSpPr>
              <a:spLocks noChangeArrowheads="1"/>
            </p:cNvSpPr>
            <p:nvPr/>
          </p:nvSpPr>
          <p:spPr bwMode="auto">
            <a:xfrm>
              <a:off x="2496" y="20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78" name="Oval 175"/>
            <p:cNvSpPr>
              <a:spLocks noChangeArrowheads="1"/>
            </p:cNvSpPr>
            <p:nvPr/>
          </p:nvSpPr>
          <p:spPr bwMode="auto">
            <a:xfrm>
              <a:off x="2566" y="20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79" name="Oval 176"/>
            <p:cNvSpPr>
              <a:spLocks noChangeArrowheads="1"/>
            </p:cNvSpPr>
            <p:nvPr/>
          </p:nvSpPr>
          <p:spPr bwMode="auto">
            <a:xfrm>
              <a:off x="2640"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80" name="Oval 177"/>
            <p:cNvSpPr>
              <a:spLocks noChangeArrowheads="1"/>
            </p:cNvSpPr>
            <p:nvPr/>
          </p:nvSpPr>
          <p:spPr bwMode="auto">
            <a:xfrm>
              <a:off x="2710" y="20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81" name="Oval 178"/>
            <p:cNvSpPr>
              <a:spLocks noChangeArrowheads="1"/>
            </p:cNvSpPr>
            <p:nvPr/>
          </p:nvSpPr>
          <p:spPr bwMode="auto">
            <a:xfrm>
              <a:off x="2784" y="20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82" name="Oval 179"/>
            <p:cNvSpPr>
              <a:spLocks noChangeArrowheads="1"/>
            </p:cNvSpPr>
            <p:nvPr/>
          </p:nvSpPr>
          <p:spPr bwMode="auto">
            <a:xfrm>
              <a:off x="2854"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83" name="Oval 180"/>
            <p:cNvSpPr>
              <a:spLocks noChangeArrowheads="1"/>
            </p:cNvSpPr>
            <p:nvPr/>
          </p:nvSpPr>
          <p:spPr bwMode="auto">
            <a:xfrm>
              <a:off x="2928" y="2064"/>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84" name="Oval 181"/>
            <p:cNvSpPr>
              <a:spLocks noChangeArrowheads="1"/>
            </p:cNvSpPr>
            <p:nvPr/>
          </p:nvSpPr>
          <p:spPr bwMode="auto">
            <a:xfrm>
              <a:off x="2998"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85" name="Oval 182"/>
            <p:cNvSpPr>
              <a:spLocks noChangeArrowheads="1"/>
            </p:cNvSpPr>
            <p:nvPr/>
          </p:nvSpPr>
          <p:spPr bwMode="auto">
            <a:xfrm>
              <a:off x="3072"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86" name="Oval 183"/>
            <p:cNvSpPr>
              <a:spLocks noChangeArrowheads="1"/>
            </p:cNvSpPr>
            <p:nvPr/>
          </p:nvSpPr>
          <p:spPr bwMode="auto">
            <a:xfrm>
              <a:off x="3142" y="20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87" name="Oval 184"/>
            <p:cNvSpPr>
              <a:spLocks noChangeArrowheads="1"/>
            </p:cNvSpPr>
            <p:nvPr/>
          </p:nvSpPr>
          <p:spPr bwMode="auto">
            <a:xfrm>
              <a:off x="3194" y="20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88" name="Oval 185"/>
            <p:cNvSpPr>
              <a:spLocks noChangeArrowheads="1"/>
            </p:cNvSpPr>
            <p:nvPr/>
          </p:nvSpPr>
          <p:spPr bwMode="auto">
            <a:xfrm>
              <a:off x="3264"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89" name="Oval 186"/>
            <p:cNvSpPr>
              <a:spLocks noChangeArrowheads="1"/>
            </p:cNvSpPr>
            <p:nvPr/>
          </p:nvSpPr>
          <p:spPr bwMode="auto">
            <a:xfrm>
              <a:off x="3338"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90" name="Oval 187"/>
            <p:cNvSpPr>
              <a:spLocks noChangeArrowheads="1"/>
            </p:cNvSpPr>
            <p:nvPr/>
          </p:nvSpPr>
          <p:spPr bwMode="auto">
            <a:xfrm>
              <a:off x="3408" y="20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91" name="Oval 188"/>
            <p:cNvSpPr>
              <a:spLocks noChangeArrowheads="1"/>
            </p:cNvSpPr>
            <p:nvPr/>
          </p:nvSpPr>
          <p:spPr bwMode="auto">
            <a:xfrm>
              <a:off x="3482" y="20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92" name="Oval 189"/>
            <p:cNvSpPr>
              <a:spLocks noChangeArrowheads="1"/>
            </p:cNvSpPr>
            <p:nvPr/>
          </p:nvSpPr>
          <p:spPr bwMode="auto">
            <a:xfrm>
              <a:off x="3552"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93" name="Oval 190"/>
            <p:cNvSpPr>
              <a:spLocks noChangeArrowheads="1"/>
            </p:cNvSpPr>
            <p:nvPr/>
          </p:nvSpPr>
          <p:spPr bwMode="auto">
            <a:xfrm>
              <a:off x="3626" y="2064"/>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94" name="Oval 191"/>
            <p:cNvSpPr>
              <a:spLocks noChangeArrowheads="1"/>
            </p:cNvSpPr>
            <p:nvPr/>
          </p:nvSpPr>
          <p:spPr bwMode="auto">
            <a:xfrm>
              <a:off x="3696" y="2064"/>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95" name="Oval 192"/>
            <p:cNvSpPr>
              <a:spLocks noChangeArrowheads="1"/>
            </p:cNvSpPr>
            <p:nvPr/>
          </p:nvSpPr>
          <p:spPr bwMode="auto">
            <a:xfrm>
              <a:off x="3770" y="2064"/>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96" name="Oval 193"/>
            <p:cNvSpPr>
              <a:spLocks noChangeArrowheads="1"/>
            </p:cNvSpPr>
            <p:nvPr/>
          </p:nvSpPr>
          <p:spPr bwMode="auto">
            <a:xfrm>
              <a:off x="3840"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97" name="Oval 194"/>
            <p:cNvSpPr>
              <a:spLocks noChangeArrowheads="1"/>
            </p:cNvSpPr>
            <p:nvPr/>
          </p:nvSpPr>
          <p:spPr bwMode="auto">
            <a:xfrm>
              <a:off x="3914"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98" name="Oval 195"/>
            <p:cNvSpPr>
              <a:spLocks noChangeArrowheads="1"/>
            </p:cNvSpPr>
            <p:nvPr/>
          </p:nvSpPr>
          <p:spPr bwMode="auto">
            <a:xfrm>
              <a:off x="3984" y="20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99" name="Oval 196"/>
            <p:cNvSpPr>
              <a:spLocks noChangeArrowheads="1"/>
            </p:cNvSpPr>
            <p:nvPr/>
          </p:nvSpPr>
          <p:spPr bwMode="auto">
            <a:xfrm>
              <a:off x="4058" y="20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00" name="Oval 197"/>
            <p:cNvSpPr>
              <a:spLocks noChangeArrowheads="1"/>
            </p:cNvSpPr>
            <p:nvPr/>
          </p:nvSpPr>
          <p:spPr bwMode="auto">
            <a:xfrm>
              <a:off x="4128"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01" name="Oval 198"/>
            <p:cNvSpPr>
              <a:spLocks noChangeArrowheads="1"/>
            </p:cNvSpPr>
            <p:nvPr/>
          </p:nvSpPr>
          <p:spPr bwMode="auto">
            <a:xfrm>
              <a:off x="4202"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02" name="Oval 199"/>
            <p:cNvSpPr>
              <a:spLocks noChangeArrowheads="1"/>
            </p:cNvSpPr>
            <p:nvPr/>
          </p:nvSpPr>
          <p:spPr bwMode="auto">
            <a:xfrm>
              <a:off x="4272"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03" name="Oval 200"/>
            <p:cNvSpPr>
              <a:spLocks noChangeArrowheads="1"/>
            </p:cNvSpPr>
            <p:nvPr/>
          </p:nvSpPr>
          <p:spPr bwMode="auto">
            <a:xfrm>
              <a:off x="4346"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04" name="Line 201"/>
            <p:cNvSpPr>
              <a:spLocks noChangeShapeType="1"/>
            </p:cNvSpPr>
            <p:nvPr/>
          </p:nvSpPr>
          <p:spPr bwMode="auto">
            <a:xfrm>
              <a:off x="768" y="1920"/>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9032" name="Group 202"/>
          <p:cNvGrpSpPr>
            <a:grpSpLocks/>
          </p:cNvGrpSpPr>
          <p:nvPr/>
        </p:nvGrpSpPr>
        <p:grpSpPr bwMode="auto">
          <a:xfrm>
            <a:off x="679450" y="1666875"/>
            <a:ext cx="5461000" cy="1341438"/>
            <a:chOff x="477" y="1488"/>
            <a:chExt cx="3440" cy="845"/>
          </a:xfrm>
        </p:grpSpPr>
        <p:sp>
          <p:nvSpPr>
            <p:cNvPr id="129409" name="Oval 203"/>
            <p:cNvSpPr>
              <a:spLocks noChangeArrowheads="1"/>
            </p:cNvSpPr>
            <p:nvPr/>
          </p:nvSpPr>
          <p:spPr bwMode="auto">
            <a:xfrm>
              <a:off x="912"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10" name="Oval 204"/>
            <p:cNvSpPr>
              <a:spLocks noChangeArrowheads="1"/>
            </p:cNvSpPr>
            <p:nvPr/>
          </p:nvSpPr>
          <p:spPr bwMode="auto">
            <a:xfrm>
              <a:off x="982"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11" name="Oval 205"/>
            <p:cNvSpPr>
              <a:spLocks noChangeArrowheads="1"/>
            </p:cNvSpPr>
            <p:nvPr/>
          </p:nvSpPr>
          <p:spPr bwMode="auto">
            <a:xfrm>
              <a:off x="1056" y="225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12" name="Oval 206"/>
            <p:cNvSpPr>
              <a:spLocks noChangeArrowheads="1"/>
            </p:cNvSpPr>
            <p:nvPr/>
          </p:nvSpPr>
          <p:spPr bwMode="auto">
            <a:xfrm>
              <a:off x="1126"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Arial" panose="020B0604020202020204" pitchFamily="34" charset="0"/>
                <a:ea typeface="宋体" panose="02010600030101010101" pitchFamily="2" charset="-122"/>
              </a:endParaRPr>
            </a:p>
          </p:txBody>
        </p:sp>
        <p:sp>
          <p:nvSpPr>
            <p:cNvPr id="129413" name="Oval 207"/>
            <p:cNvSpPr>
              <a:spLocks noChangeArrowheads="1"/>
            </p:cNvSpPr>
            <p:nvPr/>
          </p:nvSpPr>
          <p:spPr bwMode="auto">
            <a:xfrm>
              <a:off x="1200"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Arial" panose="020B0604020202020204" pitchFamily="34" charset="0"/>
                <a:ea typeface="宋体" panose="02010600030101010101" pitchFamily="2" charset="-122"/>
              </a:endParaRPr>
            </a:p>
          </p:txBody>
        </p:sp>
        <p:sp>
          <p:nvSpPr>
            <p:cNvPr id="129414" name="Oval 208"/>
            <p:cNvSpPr>
              <a:spLocks noChangeArrowheads="1"/>
            </p:cNvSpPr>
            <p:nvPr/>
          </p:nvSpPr>
          <p:spPr bwMode="auto">
            <a:xfrm>
              <a:off x="1270" y="225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15" name="Oval 209"/>
            <p:cNvSpPr>
              <a:spLocks noChangeArrowheads="1"/>
            </p:cNvSpPr>
            <p:nvPr/>
          </p:nvSpPr>
          <p:spPr bwMode="auto">
            <a:xfrm>
              <a:off x="1344" y="225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16" name="Oval 210"/>
            <p:cNvSpPr>
              <a:spLocks noChangeArrowheads="1"/>
            </p:cNvSpPr>
            <p:nvPr/>
          </p:nvSpPr>
          <p:spPr bwMode="auto">
            <a:xfrm>
              <a:off x="1414"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17" name="Oval 211"/>
            <p:cNvSpPr>
              <a:spLocks noChangeArrowheads="1"/>
            </p:cNvSpPr>
            <p:nvPr/>
          </p:nvSpPr>
          <p:spPr bwMode="auto">
            <a:xfrm>
              <a:off x="1488"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18" name="Oval 212"/>
            <p:cNvSpPr>
              <a:spLocks noChangeArrowheads="1"/>
            </p:cNvSpPr>
            <p:nvPr/>
          </p:nvSpPr>
          <p:spPr bwMode="auto">
            <a:xfrm>
              <a:off x="1558"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19" name="Oval 213"/>
            <p:cNvSpPr>
              <a:spLocks noChangeArrowheads="1"/>
            </p:cNvSpPr>
            <p:nvPr/>
          </p:nvSpPr>
          <p:spPr bwMode="auto">
            <a:xfrm>
              <a:off x="1632" y="225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20" name="Oval 214"/>
            <p:cNvSpPr>
              <a:spLocks noChangeArrowheads="1"/>
            </p:cNvSpPr>
            <p:nvPr/>
          </p:nvSpPr>
          <p:spPr bwMode="auto">
            <a:xfrm>
              <a:off x="1702"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21" name="Oval 215"/>
            <p:cNvSpPr>
              <a:spLocks noChangeArrowheads="1"/>
            </p:cNvSpPr>
            <p:nvPr/>
          </p:nvSpPr>
          <p:spPr bwMode="auto">
            <a:xfrm>
              <a:off x="1776"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22" name="Oval 216"/>
            <p:cNvSpPr>
              <a:spLocks noChangeArrowheads="1"/>
            </p:cNvSpPr>
            <p:nvPr/>
          </p:nvSpPr>
          <p:spPr bwMode="auto">
            <a:xfrm>
              <a:off x="1846"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23" name="Oval 217"/>
            <p:cNvSpPr>
              <a:spLocks noChangeArrowheads="1"/>
            </p:cNvSpPr>
            <p:nvPr/>
          </p:nvSpPr>
          <p:spPr bwMode="auto">
            <a:xfrm>
              <a:off x="1920" y="225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24" name="Oval 218"/>
            <p:cNvSpPr>
              <a:spLocks noChangeArrowheads="1"/>
            </p:cNvSpPr>
            <p:nvPr/>
          </p:nvSpPr>
          <p:spPr bwMode="auto">
            <a:xfrm>
              <a:off x="1990" y="225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25" name="Oval 219"/>
            <p:cNvSpPr>
              <a:spLocks noChangeArrowheads="1"/>
            </p:cNvSpPr>
            <p:nvPr/>
          </p:nvSpPr>
          <p:spPr bwMode="auto">
            <a:xfrm>
              <a:off x="2064"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26" name="Oval 220"/>
            <p:cNvSpPr>
              <a:spLocks noChangeArrowheads="1"/>
            </p:cNvSpPr>
            <p:nvPr/>
          </p:nvSpPr>
          <p:spPr bwMode="auto">
            <a:xfrm>
              <a:off x="2134"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27" name="Oval 221"/>
            <p:cNvSpPr>
              <a:spLocks noChangeArrowheads="1"/>
            </p:cNvSpPr>
            <p:nvPr/>
          </p:nvSpPr>
          <p:spPr bwMode="auto">
            <a:xfrm>
              <a:off x="2208"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28" name="Oval 222"/>
            <p:cNvSpPr>
              <a:spLocks noChangeArrowheads="1"/>
            </p:cNvSpPr>
            <p:nvPr/>
          </p:nvSpPr>
          <p:spPr bwMode="auto">
            <a:xfrm>
              <a:off x="2278" y="225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29" name="Oval 223"/>
            <p:cNvSpPr>
              <a:spLocks noChangeArrowheads="1"/>
            </p:cNvSpPr>
            <p:nvPr/>
          </p:nvSpPr>
          <p:spPr bwMode="auto">
            <a:xfrm>
              <a:off x="2352"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30" name="Oval 224"/>
            <p:cNvSpPr>
              <a:spLocks noChangeArrowheads="1"/>
            </p:cNvSpPr>
            <p:nvPr/>
          </p:nvSpPr>
          <p:spPr bwMode="auto">
            <a:xfrm>
              <a:off x="2422" y="225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31" name="Oval 225"/>
            <p:cNvSpPr>
              <a:spLocks noChangeArrowheads="1"/>
            </p:cNvSpPr>
            <p:nvPr/>
          </p:nvSpPr>
          <p:spPr bwMode="auto">
            <a:xfrm>
              <a:off x="2496"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32" name="Oval 226"/>
            <p:cNvSpPr>
              <a:spLocks noChangeArrowheads="1"/>
            </p:cNvSpPr>
            <p:nvPr/>
          </p:nvSpPr>
          <p:spPr bwMode="auto">
            <a:xfrm>
              <a:off x="2566" y="225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33" name="Oval 227"/>
            <p:cNvSpPr>
              <a:spLocks noChangeArrowheads="1"/>
            </p:cNvSpPr>
            <p:nvPr/>
          </p:nvSpPr>
          <p:spPr bwMode="auto">
            <a:xfrm>
              <a:off x="2640"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34" name="Oval 228"/>
            <p:cNvSpPr>
              <a:spLocks noChangeArrowheads="1"/>
            </p:cNvSpPr>
            <p:nvPr/>
          </p:nvSpPr>
          <p:spPr bwMode="auto">
            <a:xfrm>
              <a:off x="2710" y="225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35" name="Oval 229"/>
            <p:cNvSpPr>
              <a:spLocks noChangeArrowheads="1"/>
            </p:cNvSpPr>
            <p:nvPr/>
          </p:nvSpPr>
          <p:spPr bwMode="auto">
            <a:xfrm>
              <a:off x="2784" y="225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36" name="Oval 230"/>
            <p:cNvSpPr>
              <a:spLocks noChangeArrowheads="1"/>
            </p:cNvSpPr>
            <p:nvPr/>
          </p:nvSpPr>
          <p:spPr bwMode="auto">
            <a:xfrm>
              <a:off x="2854"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37" name="Oval 231"/>
            <p:cNvSpPr>
              <a:spLocks noChangeArrowheads="1"/>
            </p:cNvSpPr>
            <p:nvPr/>
          </p:nvSpPr>
          <p:spPr bwMode="auto">
            <a:xfrm>
              <a:off x="2928"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38" name="Oval 232"/>
            <p:cNvSpPr>
              <a:spLocks noChangeArrowheads="1"/>
            </p:cNvSpPr>
            <p:nvPr/>
          </p:nvSpPr>
          <p:spPr bwMode="auto">
            <a:xfrm>
              <a:off x="2998"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39" name="Oval 233"/>
            <p:cNvSpPr>
              <a:spLocks noChangeArrowheads="1"/>
            </p:cNvSpPr>
            <p:nvPr/>
          </p:nvSpPr>
          <p:spPr bwMode="auto">
            <a:xfrm>
              <a:off x="3072" y="225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40" name="Oval 234"/>
            <p:cNvSpPr>
              <a:spLocks noChangeArrowheads="1"/>
            </p:cNvSpPr>
            <p:nvPr/>
          </p:nvSpPr>
          <p:spPr bwMode="auto">
            <a:xfrm>
              <a:off x="3142"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41" name="Oval 235"/>
            <p:cNvSpPr>
              <a:spLocks noChangeArrowheads="1"/>
            </p:cNvSpPr>
            <p:nvPr/>
          </p:nvSpPr>
          <p:spPr bwMode="auto">
            <a:xfrm>
              <a:off x="3194" y="225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42" name="Oval 236"/>
            <p:cNvSpPr>
              <a:spLocks noChangeArrowheads="1"/>
            </p:cNvSpPr>
            <p:nvPr/>
          </p:nvSpPr>
          <p:spPr bwMode="auto">
            <a:xfrm>
              <a:off x="3264"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43" name="Oval 237"/>
            <p:cNvSpPr>
              <a:spLocks noChangeArrowheads="1"/>
            </p:cNvSpPr>
            <p:nvPr/>
          </p:nvSpPr>
          <p:spPr bwMode="auto">
            <a:xfrm>
              <a:off x="3338" y="2256"/>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44" name="Oval 238"/>
            <p:cNvSpPr>
              <a:spLocks noChangeArrowheads="1"/>
            </p:cNvSpPr>
            <p:nvPr/>
          </p:nvSpPr>
          <p:spPr bwMode="auto">
            <a:xfrm>
              <a:off x="3408"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45" name="Oval 239"/>
            <p:cNvSpPr>
              <a:spLocks noChangeArrowheads="1"/>
            </p:cNvSpPr>
            <p:nvPr/>
          </p:nvSpPr>
          <p:spPr bwMode="auto">
            <a:xfrm>
              <a:off x="3482" y="225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46" name="Oval 240"/>
            <p:cNvSpPr>
              <a:spLocks noChangeArrowheads="1"/>
            </p:cNvSpPr>
            <p:nvPr/>
          </p:nvSpPr>
          <p:spPr bwMode="auto">
            <a:xfrm>
              <a:off x="3552"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47" name="Oval 241"/>
            <p:cNvSpPr>
              <a:spLocks noChangeArrowheads="1"/>
            </p:cNvSpPr>
            <p:nvPr/>
          </p:nvSpPr>
          <p:spPr bwMode="auto">
            <a:xfrm>
              <a:off x="3626"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48" name="Oval 242"/>
            <p:cNvSpPr>
              <a:spLocks noChangeArrowheads="1"/>
            </p:cNvSpPr>
            <p:nvPr/>
          </p:nvSpPr>
          <p:spPr bwMode="auto">
            <a:xfrm>
              <a:off x="3696"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49" name="Oval 243"/>
            <p:cNvSpPr>
              <a:spLocks noChangeArrowheads="1"/>
            </p:cNvSpPr>
            <p:nvPr/>
          </p:nvSpPr>
          <p:spPr bwMode="auto">
            <a:xfrm>
              <a:off x="3770" y="225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50" name="Oval 244"/>
            <p:cNvSpPr>
              <a:spLocks noChangeArrowheads="1"/>
            </p:cNvSpPr>
            <p:nvPr/>
          </p:nvSpPr>
          <p:spPr bwMode="auto">
            <a:xfrm>
              <a:off x="3840"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51" name="Line 245"/>
            <p:cNvSpPr>
              <a:spLocks noChangeShapeType="1"/>
            </p:cNvSpPr>
            <p:nvPr/>
          </p:nvSpPr>
          <p:spPr bwMode="auto">
            <a:xfrm>
              <a:off x="672" y="2304"/>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9452" name="Text Box 246"/>
            <p:cNvSpPr txBox="1">
              <a:spLocks noChangeArrowheads="1"/>
            </p:cNvSpPr>
            <p:nvPr/>
          </p:nvSpPr>
          <p:spPr bwMode="auto">
            <a:xfrm>
              <a:off x="477" y="1632"/>
              <a:ext cx="349" cy="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kumimoji="1" lang="en-US" altLang="zh-CN" sz="2400" b="1">
                  <a:latin typeface="Times New Roman" panose="02020603050405020304" pitchFamily="18" charset="0"/>
                  <a:ea typeface="宋体" panose="02010600030101010101" pitchFamily="2" charset="-122"/>
                </a:rPr>
                <a:t>hours</a:t>
              </a:r>
            </a:p>
          </p:txBody>
        </p:sp>
        <p:sp>
          <p:nvSpPr>
            <p:cNvPr id="129453" name="Line 247"/>
            <p:cNvSpPr>
              <a:spLocks noChangeShapeType="1"/>
            </p:cNvSpPr>
            <p:nvPr/>
          </p:nvSpPr>
          <p:spPr bwMode="auto">
            <a:xfrm>
              <a:off x="768" y="2112"/>
              <a:ext cx="0"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9454" name="Line 248"/>
            <p:cNvSpPr>
              <a:spLocks noChangeShapeType="1"/>
            </p:cNvSpPr>
            <p:nvPr/>
          </p:nvSpPr>
          <p:spPr bwMode="auto">
            <a:xfrm flipV="1">
              <a:off x="768" y="1488"/>
              <a:ext cx="0"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00282" name="Group 250"/>
          <p:cNvGrpSpPr>
            <a:grpSpLocks/>
          </p:cNvGrpSpPr>
          <p:nvPr/>
        </p:nvGrpSpPr>
        <p:grpSpPr bwMode="auto">
          <a:xfrm>
            <a:off x="681038" y="4076700"/>
            <a:ext cx="811212" cy="1752600"/>
            <a:chOff x="478" y="2928"/>
            <a:chExt cx="511" cy="1104"/>
          </a:xfrm>
        </p:grpSpPr>
        <p:sp>
          <p:nvSpPr>
            <p:cNvPr id="129395" name="Line 251"/>
            <p:cNvSpPr>
              <a:spLocks noChangeShapeType="1"/>
            </p:cNvSpPr>
            <p:nvPr/>
          </p:nvSpPr>
          <p:spPr bwMode="auto">
            <a:xfrm>
              <a:off x="912" y="3840"/>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29396" name="Group 252"/>
            <p:cNvGrpSpPr>
              <a:grpSpLocks/>
            </p:cNvGrpSpPr>
            <p:nvPr/>
          </p:nvGrpSpPr>
          <p:grpSpPr bwMode="auto">
            <a:xfrm>
              <a:off x="478" y="2928"/>
              <a:ext cx="511" cy="1008"/>
              <a:chOff x="478" y="2928"/>
              <a:chExt cx="511" cy="1008"/>
            </a:xfrm>
          </p:grpSpPr>
          <p:grpSp>
            <p:nvGrpSpPr>
              <p:cNvPr id="129397" name="Group 253"/>
              <p:cNvGrpSpPr>
                <a:grpSpLocks/>
              </p:cNvGrpSpPr>
              <p:nvPr/>
            </p:nvGrpSpPr>
            <p:grpSpPr bwMode="auto">
              <a:xfrm>
                <a:off x="478" y="2928"/>
                <a:ext cx="511" cy="845"/>
                <a:chOff x="478" y="2928"/>
                <a:chExt cx="511" cy="845"/>
              </a:xfrm>
            </p:grpSpPr>
            <p:grpSp>
              <p:nvGrpSpPr>
                <p:cNvPr id="129399" name="Group 254"/>
                <p:cNvGrpSpPr>
                  <a:grpSpLocks/>
                </p:cNvGrpSpPr>
                <p:nvPr/>
              </p:nvGrpSpPr>
              <p:grpSpPr bwMode="auto">
                <a:xfrm>
                  <a:off x="912" y="2928"/>
                  <a:ext cx="77" cy="845"/>
                  <a:chOff x="912" y="2496"/>
                  <a:chExt cx="77" cy="845"/>
                </a:xfrm>
              </p:grpSpPr>
              <p:sp>
                <p:nvSpPr>
                  <p:cNvPr id="129404" name="Oval 255"/>
                  <p:cNvSpPr>
                    <a:spLocks noChangeArrowheads="1"/>
                  </p:cNvSpPr>
                  <p:nvPr/>
                </p:nvSpPr>
                <p:spPr bwMode="auto">
                  <a:xfrm>
                    <a:off x="912"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05" name="Oval 256"/>
                  <p:cNvSpPr>
                    <a:spLocks noChangeArrowheads="1"/>
                  </p:cNvSpPr>
                  <p:nvPr/>
                </p:nvSpPr>
                <p:spPr bwMode="auto">
                  <a:xfrm>
                    <a:off x="912"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06" name="Oval 257"/>
                  <p:cNvSpPr>
                    <a:spLocks noChangeArrowheads="1"/>
                  </p:cNvSpPr>
                  <p:nvPr/>
                </p:nvSpPr>
                <p:spPr bwMode="auto">
                  <a:xfrm>
                    <a:off x="912"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07" name="Oval 258"/>
                  <p:cNvSpPr>
                    <a:spLocks noChangeArrowheads="1"/>
                  </p:cNvSpPr>
                  <p:nvPr/>
                </p:nvSpPr>
                <p:spPr bwMode="auto">
                  <a:xfrm>
                    <a:off x="912"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08" name="Oval 259"/>
                  <p:cNvSpPr>
                    <a:spLocks noChangeArrowheads="1"/>
                  </p:cNvSpPr>
                  <p:nvPr/>
                </p:nvSpPr>
                <p:spPr bwMode="auto">
                  <a:xfrm>
                    <a:off x="912"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129400" name="Line 260"/>
                <p:cNvSpPr>
                  <a:spLocks noChangeShapeType="1"/>
                </p:cNvSpPr>
                <p:nvPr/>
              </p:nvSpPr>
              <p:spPr bwMode="auto">
                <a:xfrm>
                  <a:off x="672" y="2928"/>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9401" name="Line 261"/>
                <p:cNvSpPr>
                  <a:spLocks noChangeShapeType="1"/>
                </p:cNvSpPr>
                <p:nvPr/>
              </p:nvSpPr>
              <p:spPr bwMode="auto">
                <a:xfrm>
                  <a:off x="672" y="3744"/>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cxnSp>
              <p:nvCxnSpPr>
                <p:cNvPr id="129402" name="AutoShape 262"/>
                <p:cNvCxnSpPr>
                  <a:cxnSpLocks noChangeShapeType="1"/>
                </p:cNvCxnSpPr>
                <p:nvPr/>
              </p:nvCxnSpPr>
              <p:spPr bwMode="auto">
                <a:xfrm>
                  <a:off x="768" y="2928"/>
                  <a:ext cx="0" cy="816"/>
                </a:xfrm>
                <a:prstGeom prst="straightConnector1">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9403" name="Text Box 263"/>
                <p:cNvSpPr txBox="1">
                  <a:spLocks noChangeArrowheads="1"/>
                </p:cNvSpPr>
                <p:nvPr/>
              </p:nvSpPr>
              <p:spPr bwMode="auto">
                <a:xfrm>
                  <a:off x="478" y="2976"/>
                  <a:ext cx="310" cy="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kumimoji="1" lang="en-US" altLang="zh-CN" sz="2000" b="1">
                      <a:latin typeface="Times New Roman" panose="02020603050405020304" pitchFamily="18" charset="0"/>
                      <a:ea typeface="宋体" panose="02010600030101010101" pitchFamily="2" charset="-122"/>
                    </a:rPr>
                    <a:t>short time</a:t>
                  </a:r>
                </a:p>
              </p:txBody>
            </p:sp>
          </p:grpSp>
          <p:sp>
            <p:nvSpPr>
              <p:cNvPr id="129398" name="Line 264"/>
              <p:cNvSpPr>
                <a:spLocks noChangeShapeType="1"/>
              </p:cNvSpPr>
              <p:nvPr/>
            </p:nvSpPr>
            <p:spPr bwMode="auto">
              <a:xfrm>
                <a:off x="912" y="3936"/>
                <a:ext cx="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300297" name="Group 265"/>
          <p:cNvGrpSpPr>
            <a:grpSpLocks/>
          </p:cNvGrpSpPr>
          <p:nvPr/>
        </p:nvGrpSpPr>
        <p:grpSpPr bwMode="auto">
          <a:xfrm>
            <a:off x="1446213" y="4076700"/>
            <a:ext cx="960437" cy="1600200"/>
            <a:chOff x="1066" y="1842"/>
            <a:chExt cx="605" cy="1008"/>
          </a:xfrm>
        </p:grpSpPr>
        <p:grpSp>
          <p:nvGrpSpPr>
            <p:cNvPr id="129331" name="Group 266"/>
            <p:cNvGrpSpPr>
              <a:grpSpLocks/>
            </p:cNvGrpSpPr>
            <p:nvPr/>
          </p:nvGrpSpPr>
          <p:grpSpPr bwMode="auto">
            <a:xfrm>
              <a:off x="1066" y="1842"/>
              <a:ext cx="99" cy="1008"/>
              <a:chOff x="960" y="2928"/>
              <a:chExt cx="99" cy="1008"/>
            </a:xfrm>
          </p:grpSpPr>
          <p:grpSp>
            <p:nvGrpSpPr>
              <p:cNvPr id="129388" name="Group 267"/>
              <p:cNvGrpSpPr>
                <a:grpSpLocks/>
              </p:cNvGrpSpPr>
              <p:nvPr/>
            </p:nvGrpSpPr>
            <p:grpSpPr bwMode="auto">
              <a:xfrm>
                <a:off x="982" y="2928"/>
                <a:ext cx="77" cy="845"/>
                <a:chOff x="982" y="2496"/>
                <a:chExt cx="77" cy="845"/>
              </a:xfrm>
            </p:grpSpPr>
            <p:sp>
              <p:nvSpPr>
                <p:cNvPr id="129390" name="Oval 268"/>
                <p:cNvSpPr>
                  <a:spLocks noChangeArrowheads="1"/>
                </p:cNvSpPr>
                <p:nvPr/>
              </p:nvSpPr>
              <p:spPr bwMode="auto">
                <a:xfrm>
                  <a:off x="982"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91" name="Oval 269"/>
                <p:cNvSpPr>
                  <a:spLocks noChangeArrowheads="1"/>
                </p:cNvSpPr>
                <p:nvPr/>
              </p:nvSpPr>
              <p:spPr bwMode="auto">
                <a:xfrm>
                  <a:off x="982"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92" name="Oval 270"/>
                <p:cNvSpPr>
                  <a:spLocks noChangeArrowheads="1"/>
                </p:cNvSpPr>
                <p:nvPr/>
              </p:nvSpPr>
              <p:spPr bwMode="auto">
                <a:xfrm>
                  <a:off x="982"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93" name="Oval 271"/>
                <p:cNvSpPr>
                  <a:spLocks noChangeArrowheads="1"/>
                </p:cNvSpPr>
                <p:nvPr/>
              </p:nvSpPr>
              <p:spPr bwMode="auto">
                <a:xfrm>
                  <a:off x="982"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94" name="Oval 272"/>
                <p:cNvSpPr>
                  <a:spLocks noChangeArrowheads="1"/>
                </p:cNvSpPr>
                <p:nvPr/>
              </p:nvSpPr>
              <p:spPr bwMode="auto">
                <a:xfrm>
                  <a:off x="982"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129389" name="Line 273"/>
              <p:cNvSpPr>
                <a:spLocks noChangeShapeType="1"/>
              </p:cNvSpPr>
              <p:nvPr/>
            </p:nvSpPr>
            <p:spPr bwMode="auto">
              <a:xfrm>
                <a:off x="960" y="3936"/>
                <a:ext cx="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9332" name="Group 274"/>
            <p:cNvGrpSpPr>
              <a:grpSpLocks/>
            </p:cNvGrpSpPr>
            <p:nvPr/>
          </p:nvGrpSpPr>
          <p:grpSpPr bwMode="auto">
            <a:xfrm>
              <a:off x="1114" y="1842"/>
              <a:ext cx="557" cy="1008"/>
              <a:chOff x="1114" y="1842"/>
              <a:chExt cx="557" cy="1008"/>
            </a:xfrm>
          </p:grpSpPr>
          <p:grpSp>
            <p:nvGrpSpPr>
              <p:cNvPr id="129333" name="Group 275"/>
              <p:cNvGrpSpPr>
                <a:grpSpLocks/>
              </p:cNvGrpSpPr>
              <p:nvPr/>
            </p:nvGrpSpPr>
            <p:grpSpPr bwMode="auto">
              <a:xfrm>
                <a:off x="1114" y="1842"/>
                <a:ext cx="125" cy="1008"/>
                <a:chOff x="1008" y="2928"/>
                <a:chExt cx="125" cy="1008"/>
              </a:xfrm>
            </p:grpSpPr>
            <p:grpSp>
              <p:nvGrpSpPr>
                <p:cNvPr id="129381" name="Group 276"/>
                <p:cNvGrpSpPr>
                  <a:grpSpLocks/>
                </p:cNvGrpSpPr>
                <p:nvPr/>
              </p:nvGrpSpPr>
              <p:grpSpPr bwMode="auto">
                <a:xfrm>
                  <a:off x="1056" y="2928"/>
                  <a:ext cx="77" cy="845"/>
                  <a:chOff x="1056" y="2496"/>
                  <a:chExt cx="77" cy="845"/>
                </a:xfrm>
              </p:grpSpPr>
              <p:sp>
                <p:nvSpPr>
                  <p:cNvPr id="129383" name="Oval 277"/>
                  <p:cNvSpPr>
                    <a:spLocks noChangeArrowheads="1"/>
                  </p:cNvSpPr>
                  <p:nvPr/>
                </p:nvSpPr>
                <p:spPr bwMode="auto">
                  <a:xfrm>
                    <a:off x="1056"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84" name="Oval 278"/>
                  <p:cNvSpPr>
                    <a:spLocks noChangeArrowheads="1"/>
                  </p:cNvSpPr>
                  <p:nvPr/>
                </p:nvSpPr>
                <p:spPr bwMode="auto">
                  <a:xfrm>
                    <a:off x="1056"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85" name="Oval 279"/>
                  <p:cNvSpPr>
                    <a:spLocks noChangeArrowheads="1"/>
                  </p:cNvSpPr>
                  <p:nvPr/>
                </p:nvSpPr>
                <p:spPr bwMode="auto">
                  <a:xfrm>
                    <a:off x="1056"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86" name="Oval 280"/>
                  <p:cNvSpPr>
                    <a:spLocks noChangeArrowheads="1"/>
                  </p:cNvSpPr>
                  <p:nvPr/>
                </p:nvSpPr>
                <p:spPr bwMode="auto">
                  <a:xfrm>
                    <a:off x="1056"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87" name="Oval 281"/>
                  <p:cNvSpPr>
                    <a:spLocks noChangeArrowheads="1"/>
                  </p:cNvSpPr>
                  <p:nvPr/>
                </p:nvSpPr>
                <p:spPr bwMode="auto">
                  <a:xfrm>
                    <a:off x="1056"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129382" name="Line 282"/>
                <p:cNvSpPr>
                  <a:spLocks noChangeShapeType="1"/>
                </p:cNvSpPr>
                <p:nvPr/>
              </p:nvSpPr>
              <p:spPr bwMode="auto">
                <a:xfrm>
                  <a:off x="1008" y="3936"/>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9334" name="Group 283"/>
              <p:cNvGrpSpPr>
                <a:grpSpLocks/>
              </p:cNvGrpSpPr>
              <p:nvPr/>
            </p:nvGrpSpPr>
            <p:grpSpPr bwMode="auto">
              <a:xfrm>
                <a:off x="1210" y="1842"/>
                <a:ext cx="99" cy="1008"/>
                <a:chOff x="1104" y="2928"/>
                <a:chExt cx="99" cy="1008"/>
              </a:xfrm>
            </p:grpSpPr>
            <p:grpSp>
              <p:nvGrpSpPr>
                <p:cNvPr id="129374" name="Group 284"/>
                <p:cNvGrpSpPr>
                  <a:grpSpLocks/>
                </p:cNvGrpSpPr>
                <p:nvPr/>
              </p:nvGrpSpPr>
              <p:grpSpPr bwMode="auto">
                <a:xfrm>
                  <a:off x="1126" y="2928"/>
                  <a:ext cx="77" cy="845"/>
                  <a:chOff x="1126" y="2496"/>
                  <a:chExt cx="77" cy="845"/>
                </a:xfrm>
              </p:grpSpPr>
              <p:sp>
                <p:nvSpPr>
                  <p:cNvPr id="129376" name="Oval 285"/>
                  <p:cNvSpPr>
                    <a:spLocks noChangeArrowheads="1"/>
                  </p:cNvSpPr>
                  <p:nvPr/>
                </p:nvSpPr>
                <p:spPr bwMode="auto">
                  <a:xfrm>
                    <a:off x="1126" y="2496"/>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Arial" panose="020B0604020202020204" pitchFamily="34" charset="0"/>
                      <a:ea typeface="宋体" panose="02010600030101010101" pitchFamily="2" charset="-122"/>
                    </a:endParaRPr>
                  </a:p>
                </p:txBody>
              </p:sp>
              <p:sp>
                <p:nvSpPr>
                  <p:cNvPr id="129377" name="Oval 286"/>
                  <p:cNvSpPr>
                    <a:spLocks noChangeArrowheads="1"/>
                  </p:cNvSpPr>
                  <p:nvPr/>
                </p:nvSpPr>
                <p:spPr bwMode="auto">
                  <a:xfrm>
                    <a:off x="1126"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Arial" panose="020B0604020202020204" pitchFamily="34" charset="0"/>
                      <a:ea typeface="宋体" panose="02010600030101010101" pitchFamily="2" charset="-122"/>
                    </a:endParaRPr>
                  </a:p>
                </p:txBody>
              </p:sp>
              <p:sp>
                <p:nvSpPr>
                  <p:cNvPr id="129378" name="Oval 287"/>
                  <p:cNvSpPr>
                    <a:spLocks noChangeArrowheads="1"/>
                  </p:cNvSpPr>
                  <p:nvPr/>
                </p:nvSpPr>
                <p:spPr bwMode="auto">
                  <a:xfrm>
                    <a:off x="1126"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Arial" panose="020B0604020202020204" pitchFamily="34" charset="0"/>
                      <a:ea typeface="宋体" panose="02010600030101010101" pitchFamily="2" charset="-122"/>
                    </a:endParaRPr>
                  </a:p>
                </p:txBody>
              </p:sp>
              <p:sp>
                <p:nvSpPr>
                  <p:cNvPr id="129379" name="Oval 288"/>
                  <p:cNvSpPr>
                    <a:spLocks noChangeArrowheads="1"/>
                  </p:cNvSpPr>
                  <p:nvPr/>
                </p:nvSpPr>
                <p:spPr bwMode="auto">
                  <a:xfrm>
                    <a:off x="1126" y="3072"/>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Arial" panose="020B0604020202020204" pitchFamily="34" charset="0"/>
                      <a:ea typeface="宋体" panose="02010600030101010101" pitchFamily="2" charset="-122"/>
                    </a:endParaRPr>
                  </a:p>
                </p:txBody>
              </p:sp>
              <p:sp>
                <p:nvSpPr>
                  <p:cNvPr id="129380" name="Oval 289"/>
                  <p:cNvSpPr>
                    <a:spLocks noChangeArrowheads="1"/>
                  </p:cNvSpPr>
                  <p:nvPr/>
                </p:nvSpPr>
                <p:spPr bwMode="auto">
                  <a:xfrm>
                    <a:off x="1126" y="3264"/>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Arial" panose="020B0604020202020204" pitchFamily="34" charset="0"/>
                      <a:ea typeface="宋体" panose="02010600030101010101" pitchFamily="2" charset="-122"/>
                    </a:endParaRPr>
                  </a:p>
                </p:txBody>
              </p:sp>
            </p:grpSp>
            <p:sp>
              <p:nvSpPr>
                <p:cNvPr id="129375" name="Line 290"/>
                <p:cNvSpPr>
                  <a:spLocks noChangeShapeType="1"/>
                </p:cNvSpPr>
                <p:nvPr/>
              </p:nvSpPr>
              <p:spPr bwMode="auto">
                <a:xfrm>
                  <a:off x="1104" y="3936"/>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9335" name="Group 291"/>
              <p:cNvGrpSpPr>
                <a:grpSpLocks/>
              </p:cNvGrpSpPr>
              <p:nvPr/>
            </p:nvGrpSpPr>
            <p:grpSpPr bwMode="auto">
              <a:xfrm>
                <a:off x="1306" y="1842"/>
                <a:ext cx="77" cy="1008"/>
                <a:chOff x="1200" y="2928"/>
                <a:chExt cx="77" cy="1008"/>
              </a:xfrm>
            </p:grpSpPr>
            <p:grpSp>
              <p:nvGrpSpPr>
                <p:cNvPr id="129367" name="Group 292"/>
                <p:cNvGrpSpPr>
                  <a:grpSpLocks/>
                </p:cNvGrpSpPr>
                <p:nvPr/>
              </p:nvGrpSpPr>
              <p:grpSpPr bwMode="auto">
                <a:xfrm>
                  <a:off x="1200" y="2928"/>
                  <a:ext cx="77" cy="845"/>
                  <a:chOff x="1200" y="2496"/>
                  <a:chExt cx="77" cy="845"/>
                </a:xfrm>
              </p:grpSpPr>
              <p:sp>
                <p:nvSpPr>
                  <p:cNvPr id="129369" name="Oval 293"/>
                  <p:cNvSpPr>
                    <a:spLocks noChangeArrowheads="1"/>
                  </p:cNvSpPr>
                  <p:nvPr/>
                </p:nvSpPr>
                <p:spPr bwMode="auto">
                  <a:xfrm>
                    <a:off x="1200"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Arial" panose="020B0604020202020204" pitchFamily="34" charset="0"/>
                      <a:ea typeface="宋体" panose="02010600030101010101" pitchFamily="2" charset="-122"/>
                    </a:endParaRPr>
                  </a:p>
                </p:txBody>
              </p:sp>
              <p:sp>
                <p:nvSpPr>
                  <p:cNvPr id="129370" name="Oval 294"/>
                  <p:cNvSpPr>
                    <a:spLocks noChangeArrowheads="1"/>
                  </p:cNvSpPr>
                  <p:nvPr/>
                </p:nvSpPr>
                <p:spPr bwMode="auto">
                  <a:xfrm>
                    <a:off x="1200"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Arial" panose="020B0604020202020204" pitchFamily="34" charset="0"/>
                      <a:ea typeface="宋体" panose="02010600030101010101" pitchFamily="2" charset="-122"/>
                    </a:endParaRPr>
                  </a:p>
                </p:txBody>
              </p:sp>
              <p:sp>
                <p:nvSpPr>
                  <p:cNvPr id="129371" name="Oval 295"/>
                  <p:cNvSpPr>
                    <a:spLocks noChangeArrowheads="1"/>
                  </p:cNvSpPr>
                  <p:nvPr/>
                </p:nvSpPr>
                <p:spPr bwMode="auto">
                  <a:xfrm>
                    <a:off x="1200"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Arial" panose="020B0604020202020204" pitchFamily="34" charset="0"/>
                      <a:ea typeface="宋体" panose="02010600030101010101" pitchFamily="2" charset="-122"/>
                    </a:endParaRPr>
                  </a:p>
                </p:txBody>
              </p:sp>
              <p:sp>
                <p:nvSpPr>
                  <p:cNvPr id="129372" name="Oval 296"/>
                  <p:cNvSpPr>
                    <a:spLocks noChangeArrowheads="1"/>
                  </p:cNvSpPr>
                  <p:nvPr/>
                </p:nvSpPr>
                <p:spPr bwMode="auto">
                  <a:xfrm>
                    <a:off x="1200"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Arial" panose="020B0604020202020204" pitchFamily="34" charset="0"/>
                      <a:ea typeface="宋体" panose="02010600030101010101" pitchFamily="2" charset="-122"/>
                    </a:endParaRPr>
                  </a:p>
                </p:txBody>
              </p:sp>
              <p:sp>
                <p:nvSpPr>
                  <p:cNvPr id="129373" name="Oval 297"/>
                  <p:cNvSpPr>
                    <a:spLocks noChangeArrowheads="1"/>
                  </p:cNvSpPr>
                  <p:nvPr/>
                </p:nvSpPr>
                <p:spPr bwMode="auto">
                  <a:xfrm>
                    <a:off x="1200"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Arial" panose="020B0604020202020204" pitchFamily="34" charset="0"/>
                      <a:ea typeface="宋体" panose="02010600030101010101" pitchFamily="2" charset="-122"/>
                    </a:endParaRPr>
                  </a:p>
                </p:txBody>
              </p:sp>
            </p:grpSp>
            <p:sp>
              <p:nvSpPr>
                <p:cNvPr id="129368" name="Line 298"/>
                <p:cNvSpPr>
                  <a:spLocks noChangeShapeType="1"/>
                </p:cNvSpPr>
                <p:nvPr/>
              </p:nvSpPr>
              <p:spPr bwMode="auto">
                <a:xfrm>
                  <a:off x="1200" y="3936"/>
                  <a:ext cx="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9336" name="Group 299"/>
              <p:cNvGrpSpPr>
                <a:grpSpLocks/>
              </p:cNvGrpSpPr>
              <p:nvPr/>
            </p:nvGrpSpPr>
            <p:grpSpPr bwMode="auto">
              <a:xfrm>
                <a:off x="1354" y="1842"/>
                <a:ext cx="99" cy="1008"/>
                <a:chOff x="1248" y="2928"/>
                <a:chExt cx="99" cy="1008"/>
              </a:xfrm>
            </p:grpSpPr>
            <p:grpSp>
              <p:nvGrpSpPr>
                <p:cNvPr id="129360" name="Group 300"/>
                <p:cNvGrpSpPr>
                  <a:grpSpLocks/>
                </p:cNvGrpSpPr>
                <p:nvPr/>
              </p:nvGrpSpPr>
              <p:grpSpPr bwMode="auto">
                <a:xfrm>
                  <a:off x="1270" y="2928"/>
                  <a:ext cx="77" cy="845"/>
                  <a:chOff x="1270" y="2496"/>
                  <a:chExt cx="77" cy="845"/>
                </a:xfrm>
              </p:grpSpPr>
              <p:sp>
                <p:nvSpPr>
                  <p:cNvPr id="129362" name="Oval 301"/>
                  <p:cNvSpPr>
                    <a:spLocks noChangeArrowheads="1"/>
                  </p:cNvSpPr>
                  <p:nvPr/>
                </p:nvSpPr>
                <p:spPr bwMode="auto">
                  <a:xfrm>
                    <a:off x="1270"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63" name="Oval 302"/>
                  <p:cNvSpPr>
                    <a:spLocks noChangeArrowheads="1"/>
                  </p:cNvSpPr>
                  <p:nvPr/>
                </p:nvSpPr>
                <p:spPr bwMode="auto">
                  <a:xfrm>
                    <a:off x="1270"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64" name="Oval 303"/>
                  <p:cNvSpPr>
                    <a:spLocks noChangeArrowheads="1"/>
                  </p:cNvSpPr>
                  <p:nvPr/>
                </p:nvSpPr>
                <p:spPr bwMode="auto">
                  <a:xfrm>
                    <a:off x="1270"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65" name="Oval 304"/>
                  <p:cNvSpPr>
                    <a:spLocks noChangeArrowheads="1"/>
                  </p:cNvSpPr>
                  <p:nvPr/>
                </p:nvSpPr>
                <p:spPr bwMode="auto">
                  <a:xfrm>
                    <a:off x="1270"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66" name="Oval 305"/>
                  <p:cNvSpPr>
                    <a:spLocks noChangeArrowheads="1"/>
                  </p:cNvSpPr>
                  <p:nvPr/>
                </p:nvSpPr>
                <p:spPr bwMode="auto">
                  <a:xfrm>
                    <a:off x="1270"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129361" name="Line 306"/>
                <p:cNvSpPr>
                  <a:spLocks noChangeShapeType="1"/>
                </p:cNvSpPr>
                <p:nvPr/>
              </p:nvSpPr>
              <p:spPr bwMode="auto">
                <a:xfrm>
                  <a:off x="1248" y="3936"/>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9337" name="Group 307"/>
              <p:cNvGrpSpPr>
                <a:grpSpLocks/>
              </p:cNvGrpSpPr>
              <p:nvPr/>
            </p:nvGrpSpPr>
            <p:grpSpPr bwMode="auto">
              <a:xfrm>
                <a:off x="1450" y="1842"/>
                <a:ext cx="96" cy="1008"/>
                <a:chOff x="1344" y="2928"/>
                <a:chExt cx="96" cy="1008"/>
              </a:xfrm>
            </p:grpSpPr>
            <p:grpSp>
              <p:nvGrpSpPr>
                <p:cNvPr id="129353" name="Group 308"/>
                <p:cNvGrpSpPr>
                  <a:grpSpLocks/>
                </p:cNvGrpSpPr>
                <p:nvPr/>
              </p:nvGrpSpPr>
              <p:grpSpPr bwMode="auto">
                <a:xfrm>
                  <a:off x="1344" y="2928"/>
                  <a:ext cx="77" cy="845"/>
                  <a:chOff x="1344" y="2496"/>
                  <a:chExt cx="77" cy="845"/>
                </a:xfrm>
              </p:grpSpPr>
              <p:sp>
                <p:nvSpPr>
                  <p:cNvPr id="129355" name="Oval 309"/>
                  <p:cNvSpPr>
                    <a:spLocks noChangeArrowheads="1"/>
                  </p:cNvSpPr>
                  <p:nvPr/>
                </p:nvSpPr>
                <p:spPr bwMode="auto">
                  <a:xfrm>
                    <a:off x="1344"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56" name="Oval 310"/>
                  <p:cNvSpPr>
                    <a:spLocks noChangeArrowheads="1"/>
                  </p:cNvSpPr>
                  <p:nvPr/>
                </p:nvSpPr>
                <p:spPr bwMode="auto">
                  <a:xfrm>
                    <a:off x="1344"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57" name="Oval 311"/>
                  <p:cNvSpPr>
                    <a:spLocks noChangeArrowheads="1"/>
                  </p:cNvSpPr>
                  <p:nvPr/>
                </p:nvSpPr>
                <p:spPr bwMode="auto">
                  <a:xfrm>
                    <a:off x="1344"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58" name="Oval 312"/>
                  <p:cNvSpPr>
                    <a:spLocks noChangeArrowheads="1"/>
                  </p:cNvSpPr>
                  <p:nvPr/>
                </p:nvSpPr>
                <p:spPr bwMode="auto">
                  <a:xfrm>
                    <a:off x="1344"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59" name="Oval 313"/>
                  <p:cNvSpPr>
                    <a:spLocks noChangeArrowheads="1"/>
                  </p:cNvSpPr>
                  <p:nvPr/>
                </p:nvSpPr>
                <p:spPr bwMode="auto">
                  <a:xfrm>
                    <a:off x="1344"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129354" name="Line 314"/>
                <p:cNvSpPr>
                  <a:spLocks noChangeShapeType="1"/>
                </p:cNvSpPr>
                <p:nvPr/>
              </p:nvSpPr>
              <p:spPr bwMode="auto">
                <a:xfrm>
                  <a:off x="1344" y="3936"/>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9338" name="Group 315"/>
              <p:cNvGrpSpPr>
                <a:grpSpLocks/>
              </p:cNvGrpSpPr>
              <p:nvPr/>
            </p:nvGrpSpPr>
            <p:grpSpPr bwMode="auto">
              <a:xfrm>
                <a:off x="1520" y="1842"/>
                <a:ext cx="151" cy="1008"/>
                <a:chOff x="1414" y="2928"/>
                <a:chExt cx="151" cy="1008"/>
              </a:xfrm>
            </p:grpSpPr>
            <p:grpSp>
              <p:nvGrpSpPr>
                <p:cNvPr id="129339" name="Group 316"/>
                <p:cNvGrpSpPr>
                  <a:grpSpLocks/>
                </p:cNvGrpSpPr>
                <p:nvPr/>
              </p:nvGrpSpPr>
              <p:grpSpPr bwMode="auto">
                <a:xfrm>
                  <a:off x="1414" y="2928"/>
                  <a:ext cx="77" cy="845"/>
                  <a:chOff x="1414" y="2496"/>
                  <a:chExt cx="77" cy="845"/>
                </a:xfrm>
              </p:grpSpPr>
              <p:sp>
                <p:nvSpPr>
                  <p:cNvPr id="129348" name="Oval 317"/>
                  <p:cNvSpPr>
                    <a:spLocks noChangeArrowheads="1"/>
                  </p:cNvSpPr>
                  <p:nvPr/>
                </p:nvSpPr>
                <p:spPr bwMode="auto">
                  <a:xfrm>
                    <a:off x="1414"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49" name="Oval 318"/>
                  <p:cNvSpPr>
                    <a:spLocks noChangeArrowheads="1"/>
                  </p:cNvSpPr>
                  <p:nvPr/>
                </p:nvSpPr>
                <p:spPr bwMode="auto">
                  <a:xfrm>
                    <a:off x="1414"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50" name="Oval 319"/>
                  <p:cNvSpPr>
                    <a:spLocks noChangeArrowheads="1"/>
                  </p:cNvSpPr>
                  <p:nvPr/>
                </p:nvSpPr>
                <p:spPr bwMode="auto">
                  <a:xfrm>
                    <a:off x="1414"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51" name="Oval 320"/>
                  <p:cNvSpPr>
                    <a:spLocks noChangeArrowheads="1"/>
                  </p:cNvSpPr>
                  <p:nvPr/>
                </p:nvSpPr>
                <p:spPr bwMode="auto">
                  <a:xfrm>
                    <a:off x="1414"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52" name="Oval 321"/>
                  <p:cNvSpPr>
                    <a:spLocks noChangeArrowheads="1"/>
                  </p:cNvSpPr>
                  <p:nvPr/>
                </p:nvSpPr>
                <p:spPr bwMode="auto">
                  <a:xfrm>
                    <a:off x="1414"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grpSp>
              <p:nvGrpSpPr>
                <p:cNvPr id="129340" name="Group 322"/>
                <p:cNvGrpSpPr>
                  <a:grpSpLocks/>
                </p:cNvGrpSpPr>
                <p:nvPr/>
              </p:nvGrpSpPr>
              <p:grpSpPr bwMode="auto">
                <a:xfrm>
                  <a:off x="1440" y="2928"/>
                  <a:ext cx="125" cy="1008"/>
                  <a:chOff x="1440" y="2928"/>
                  <a:chExt cx="125" cy="1008"/>
                </a:xfrm>
              </p:grpSpPr>
              <p:grpSp>
                <p:nvGrpSpPr>
                  <p:cNvPr id="129341" name="Group 323"/>
                  <p:cNvGrpSpPr>
                    <a:grpSpLocks/>
                  </p:cNvGrpSpPr>
                  <p:nvPr/>
                </p:nvGrpSpPr>
                <p:grpSpPr bwMode="auto">
                  <a:xfrm>
                    <a:off x="1488" y="2928"/>
                    <a:ext cx="77" cy="845"/>
                    <a:chOff x="1488" y="2496"/>
                    <a:chExt cx="77" cy="845"/>
                  </a:xfrm>
                </p:grpSpPr>
                <p:sp>
                  <p:nvSpPr>
                    <p:cNvPr id="129343" name="Oval 324"/>
                    <p:cNvSpPr>
                      <a:spLocks noChangeArrowheads="1"/>
                    </p:cNvSpPr>
                    <p:nvPr/>
                  </p:nvSpPr>
                  <p:spPr bwMode="auto">
                    <a:xfrm>
                      <a:off x="1488"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44" name="Oval 325"/>
                    <p:cNvSpPr>
                      <a:spLocks noChangeArrowheads="1"/>
                    </p:cNvSpPr>
                    <p:nvPr/>
                  </p:nvSpPr>
                  <p:spPr bwMode="auto">
                    <a:xfrm>
                      <a:off x="1488"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45" name="Oval 326"/>
                    <p:cNvSpPr>
                      <a:spLocks noChangeArrowheads="1"/>
                    </p:cNvSpPr>
                    <p:nvPr/>
                  </p:nvSpPr>
                  <p:spPr bwMode="auto">
                    <a:xfrm>
                      <a:off x="1488"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46" name="Oval 327"/>
                    <p:cNvSpPr>
                      <a:spLocks noChangeArrowheads="1"/>
                    </p:cNvSpPr>
                    <p:nvPr/>
                  </p:nvSpPr>
                  <p:spPr bwMode="auto">
                    <a:xfrm>
                      <a:off x="1488"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47" name="Oval 328"/>
                    <p:cNvSpPr>
                      <a:spLocks noChangeArrowheads="1"/>
                    </p:cNvSpPr>
                    <p:nvPr/>
                  </p:nvSpPr>
                  <p:spPr bwMode="auto">
                    <a:xfrm>
                      <a:off x="1488"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129342" name="Line 329"/>
                  <p:cNvSpPr>
                    <a:spLocks noChangeShapeType="1"/>
                  </p:cNvSpPr>
                  <p:nvPr/>
                </p:nvSpPr>
                <p:spPr bwMode="auto">
                  <a:xfrm>
                    <a:off x="1440" y="3936"/>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grpSp>
      <p:grpSp>
        <p:nvGrpSpPr>
          <p:cNvPr id="300362" name="Group 330"/>
          <p:cNvGrpSpPr>
            <a:grpSpLocks/>
          </p:cNvGrpSpPr>
          <p:nvPr/>
        </p:nvGrpSpPr>
        <p:grpSpPr bwMode="auto">
          <a:xfrm>
            <a:off x="2360613" y="4076700"/>
            <a:ext cx="157162" cy="1600200"/>
            <a:chOff x="1536" y="2928"/>
            <a:chExt cx="99" cy="1008"/>
          </a:xfrm>
        </p:grpSpPr>
        <p:grpSp>
          <p:nvGrpSpPr>
            <p:cNvPr id="129324" name="Group 331"/>
            <p:cNvGrpSpPr>
              <a:grpSpLocks/>
            </p:cNvGrpSpPr>
            <p:nvPr/>
          </p:nvGrpSpPr>
          <p:grpSpPr bwMode="auto">
            <a:xfrm>
              <a:off x="1558" y="2928"/>
              <a:ext cx="77" cy="845"/>
              <a:chOff x="1558" y="2496"/>
              <a:chExt cx="77" cy="845"/>
            </a:xfrm>
          </p:grpSpPr>
          <p:sp>
            <p:nvSpPr>
              <p:cNvPr id="129326" name="Oval 332"/>
              <p:cNvSpPr>
                <a:spLocks noChangeArrowheads="1"/>
              </p:cNvSpPr>
              <p:nvPr/>
            </p:nvSpPr>
            <p:spPr bwMode="auto">
              <a:xfrm>
                <a:off x="1558" y="2496"/>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27" name="Oval 333"/>
              <p:cNvSpPr>
                <a:spLocks noChangeArrowheads="1"/>
              </p:cNvSpPr>
              <p:nvPr/>
            </p:nvSpPr>
            <p:spPr bwMode="auto">
              <a:xfrm>
                <a:off x="1558" y="2880"/>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28" name="Oval 334"/>
              <p:cNvSpPr>
                <a:spLocks noChangeArrowheads="1"/>
              </p:cNvSpPr>
              <p:nvPr/>
            </p:nvSpPr>
            <p:spPr bwMode="auto">
              <a:xfrm>
                <a:off x="1558" y="268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29" name="Oval 335"/>
              <p:cNvSpPr>
                <a:spLocks noChangeArrowheads="1"/>
              </p:cNvSpPr>
              <p:nvPr/>
            </p:nvSpPr>
            <p:spPr bwMode="auto">
              <a:xfrm>
                <a:off x="1558" y="3072"/>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30" name="Oval 336"/>
              <p:cNvSpPr>
                <a:spLocks noChangeArrowheads="1"/>
              </p:cNvSpPr>
              <p:nvPr/>
            </p:nvSpPr>
            <p:spPr bwMode="auto">
              <a:xfrm>
                <a:off x="1558" y="3264"/>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129325" name="Line 337"/>
            <p:cNvSpPr>
              <a:spLocks noChangeShapeType="1"/>
            </p:cNvSpPr>
            <p:nvPr/>
          </p:nvSpPr>
          <p:spPr bwMode="auto">
            <a:xfrm>
              <a:off x="1536" y="3936"/>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00370" name="Group 338"/>
          <p:cNvGrpSpPr>
            <a:grpSpLocks/>
          </p:cNvGrpSpPr>
          <p:nvPr/>
        </p:nvGrpSpPr>
        <p:grpSpPr bwMode="auto">
          <a:xfrm>
            <a:off x="2513013" y="4076700"/>
            <a:ext cx="919162" cy="1600200"/>
            <a:chOff x="1738" y="1842"/>
            <a:chExt cx="579" cy="1008"/>
          </a:xfrm>
        </p:grpSpPr>
        <p:grpSp>
          <p:nvGrpSpPr>
            <p:cNvPr id="129266" name="Group 339"/>
            <p:cNvGrpSpPr>
              <a:grpSpLocks/>
            </p:cNvGrpSpPr>
            <p:nvPr/>
          </p:nvGrpSpPr>
          <p:grpSpPr bwMode="auto">
            <a:xfrm>
              <a:off x="1738" y="1842"/>
              <a:ext cx="77" cy="1008"/>
              <a:chOff x="1632" y="2928"/>
              <a:chExt cx="77" cy="1008"/>
            </a:xfrm>
          </p:grpSpPr>
          <p:grpSp>
            <p:nvGrpSpPr>
              <p:cNvPr id="129317" name="Group 340"/>
              <p:cNvGrpSpPr>
                <a:grpSpLocks/>
              </p:cNvGrpSpPr>
              <p:nvPr/>
            </p:nvGrpSpPr>
            <p:grpSpPr bwMode="auto">
              <a:xfrm>
                <a:off x="1632" y="2928"/>
                <a:ext cx="77" cy="845"/>
                <a:chOff x="1632" y="2496"/>
                <a:chExt cx="77" cy="845"/>
              </a:xfrm>
            </p:grpSpPr>
            <p:sp>
              <p:nvSpPr>
                <p:cNvPr id="129319" name="Oval 341"/>
                <p:cNvSpPr>
                  <a:spLocks noChangeArrowheads="1"/>
                </p:cNvSpPr>
                <p:nvPr/>
              </p:nvSpPr>
              <p:spPr bwMode="auto">
                <a:xfrm>
                  <a:off x="1632"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20" name="Oval 342"/>
                <p:cNvSpPr>
                  <a:spLocks noChangeArrowheads="1"/>
                </p:cNvSpPr>
                <p:nvPr/>
              </p:nvSpPr>
              <p:spPr bwMode="auto">
                <a:xfrm>
                  <a:off x="1632"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21" name="Oval 343"/>
                <p:cNvSpPr>
                  <a:spLocks noChangeArrowheads="1"/>
                </p:cNvSpPr>
                <p:nvPr/>
              </p:nvSpPr>
              <p:spPr bwMode="auto">
                <a:xfrm>
                  <a:off x="1632"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22" name="Oval 344"/>
                <p:cNvSpPr>
                  <a:spLocks noChangeArrowheads="1"/>
                </p:cNvSpPr>
                <p:nvPr/>
              </p:nvSpPr>
              <p:spPr bwMode="auto">
                <a:xfrm>
                  <a:off x="1632"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23" name="Oval 345"/>
                <p:cNvSpPr>
                  <a:spLocks noChangeArrowheads="1"/>
                </p:cNvSpPr>
                <p:nvPr/>
              </p:nvSpPr>
              <p:spPr bwMode="auto">
                <a:xfrm>
                  <a:off x="1632"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129318" name="Line 346"/>
              <p:cNvSpPr>
                <a:spLocks noChangeShapeType="1"/>
              </p:cNvSpPr>
              <p:nvPr/>
            </p:nvSpPr>
            <p:spPr bwMode="auto">
              <a:xfrm>
                <a:off x="1632" y="3936"/>
                <a:ext cx="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9267" name="Group 347"/>
            <p:cNvGrpSpPr>
              <a:grpSpLocks/>
            </p:cNvGrpSpPr>
            <p:nvPr/>
          </p:nvGrpSpPr>
          <p:grpSpPr bwMode="auto">
            <a:xfrm>
              <a:off x="1786" y="1842"/>
              <a:ext cx="99" cy="1008"/>
              <a:chOff x="1680" y="2928"/>
              <a:chExt cx="99" cy="1008"/>
            </a:xfrm>
          </p:grpSpPr>
          <p:grpSp>
            <p:nvGrpSpPr>
              <p:cNvPr id="129310" name="Group 348"/>
              <p:cNvGrpSpPr>
                <a:grpSpLocks/>
              </p:cNvGrpSpPr>
              <p:nvPr/>
            </p:nvGrpSpPr>
            <p:grpSpPr bwMode="auto">
              <a:xfrm>
                <a:off x="1702" y="2928"/>
                <a:ext cx="77" cy="845"/>
                <a:chOff x="1702" y="2496"/>
                <a:chExt cx="77" cy="845"/>
              </a:xfrm>
            </p:grpSpPr>
            <p:sp>
              <p:nvSpPr>
                <p:cNvPr id="129312" name="Oval 349"/>
                <p:cNvSpPr>
                  <a:spLocks noChangeArrowheads="1"/>
                </p:cNvSpPr>
                <p:nvPr/>
              </p:nvSpPr>
              <p:spPr bwMode="auto">
                <a:xfrm>
                  <a:off x="1702"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13" name="Oval 350"/>
                <p:cNvSpPr>
                  <a:spLocks noChangeArrowheads="1"/>
                </p:cNvSpPr>
                <p:nvPr/>
              </p:nvSpPr>
              <p:spPr bwMode="auto">
                <a:xfrm>
                  <a:off x="1702"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14" name="Oval 351"/>
                <p:cNvSpPr>
                  <a:spLocks noChangeArrowheads="1"/>
                </p:cNvSpPr>
                <p:nvPr/>
              </p:nvSpPr>
              <p:spPr bwMode="auto">
                <a:xfrm>
                  <a:off x="1702"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15" name="Oval 352"/>
                <p:cNvSpPr>
                  <a:spLocks noChangeArrowheads="1"/>
                </p:cNvSpPr>
                <p:nvPr/>
              </p:nvSpPr>
              <p:spPr bwMode="auto">
                <a:xfrm>
                  <a:off x="1702"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16" name="Oval 353"/>
                <p:cNvSpPr>
                  <a:spLocks noChangeArrowheads="1"/>
                </p:cNvSpPr>
                <p:nvPr/>
              </p:nvSpPr>
              <p:spPr bwMode="auto">
                <a:xfrm>
                  <a:off x="1702"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129311" name="Line 354"/>
              <p:cNvSpPr>
                <a:spLocks noChangeShapeType="1"/>
              </p:cNvSpPr>
              <p:nvPr/>
            </p:nvSpPr>
            <p:spPr bwMode="auto">
              <a:xfrm>
                <a:off x="1680" y="3936"/>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9268" name="Group 355"/>
            <p:cNvGrpSpPr>
              <a:grpSpLocks/>
            </p:cNvGrpSpPr>
            <p:nvPr/>
          </p:nvGrpSpPr>
          <p:grpSpPr bwMode="auto">
            <a:xfrm>
              <a:off x="1882" y="1842"/>
              <a:ext cx="77" cy="1008"/>
              <a:chOff x="1776" y="2928"/>
              <a:chExt cx="77" cy="1008"/>
            </a:xfrm>
          </p:grpSpPr>
          <p:grpSp>
            <p:nvGrpSpPr>
              <p:cNvPr id="129303" name="Group 356"/>
              <p:cNvGrpSpPr>
                <a:grpSpLocks/>
              </p:cNvGrpSpPr>
              <p:nvPr/>
            </p:nvGrpSpPr>
            <p:grpSpPr bwMode="auto">
              <a:xfrm>
                <a:off x="1776" y="2928"/>
                <a:ext cx="77" cy="845"/>
                <a:chOff x="1776" y="2496"/>
                <a:chExt cx="77" cy="845"/>
              </a:xfrm>
            </p:grpSpPr>
            <p:sp>
              <p:nvSpPr>
                <p:cNvPr id="129305" name="Oval 357"/>
                <p:cNvSpPr>
                  <a:spLocks noChangeArrowheads="1"/>
                </p:cNvSpPr>
                <p:nvPr/>
              </p:nvSpPr>
              <p:spPr bwMode="auto">
                <a:xfrm>
                  <a:off x="1776"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06" name="Oval 358"/>
                <p:cNvSpPr>
                  <a:spLocks noChangeArrowheads="1"/>
                </p:cNvSpPr>
                <p:nvPr/>
              </p:nvSpPr>
              <p:spPr bwMode="auto">
                <a:xfrm>
                  <a:off x="1776"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07" name="Oval 359"/>
                <p:cNvSpPr>
                  <a:spLocks noChangeArrowheads="1"/>
                </p:cNvSpPr>
                <p:nvPr/>
              </p:nvSpPr>
              <p:spPr bwMode="auto">
                <a:xfrm>
                  <a:off x="1776"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08" name="Oval 360"/>
                <p:cNvSpPr>
                  <a:spLocks noChangeArrowheads="1"/>
                </p:cNvSpPr>
                <p:nvPr/>
              </p:nvSpPr>
              <p:spPr bwMode="auto">
                <a:xfrm>
                  <a:off x="1776"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09" name="Oval 361"/>
                <p:cNvSpPr>
                  <a:spLocks noChangeArrowheads="1"/>
                </p:cNvSpPr>
                <p:nvPr/>
              </p:nvSpPr>
              <p:spPr bwMode="auto">
                <a:xfrm>
                  <a:off x="1776"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129304" name="Line 362"/>
              <p:cNvSpPr>
                <a:spLocks noChangeShapeType="1"/>
              </p:cNvSpPr>
              <p:nvPr/>
            </p:nvSpPr>
            <p:spPr bwMode="auto">
              <a:xfrm>
                <a:off x="1776" y="3936"/>
                <a:ext cx="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9269" name="Group 363"/>
            <p:cNvGrpSpPr>
              <a:grpSpLocks/>
            </p:cNvGrpSpPr>
            <p:nvPr/>
          </p:nvGrpSpPr>
          <p:grpSpPr bwMode="auto">
            <a:xfrm>
              <a:off x="1930" y="1842"/>
              <a:ext cx="99" cy="1008"/>
              <a:chOff x="1824" y="2928"/>
              <a:chExt cx="99" cy="1008"/>
            </a:xfrm>
          </p:grpSpPr>
          <p:grpSp>
            <p:nvGrpSpPr>
              <p:cNvPr id="129296" name="Group 364"/>
              <p:cNvGrpSpPr>
                <a:grpSpLocks/>
              </p:cNvGrpSpPr>
              <p:nvPr/>
            </p:nvGrpSpPr>
            <p:grpSpPr bwMode="auto">
              <a:xfrm>
                <a:off x="1846" y="2928"/>
                <a:ext cx="77" cy="845"/>
                <a:chOff x="1846" y="2496"/>
                <a:chExt cx="77" cy="845"/>
              </a:xfrm>
            </p:grpSpPr>
            <p:sp>
              <p:nvSpPr>
                <p:cNvPr id="129298" name="Oval 365"/>
                <p:cNvSpPr>
                  <a:spLocks noChangeArrowheads="1"/>
                </p:cNvSpPr>
                <p:nvPr/>
              </p:nvSpPr>
              <p:spPr bwMode="auto">
                <a:xfrm>
                  <a:off x="1846"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99" name="Oval 366"/>
                <p:cNvSpPr>
                  <a:spLocks noChangeArrowheads="1"/>
                </p:cNvSpPr>
                <p:nvPr/>
              </p:nvSpPr>
              <p:spPr bwMode="auto">
                <a:xfrm>
                  <a:off x="1846"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00" name="Oval 367"/>
                <p:cNvSpPr>
                  <a:spLocks noChangeArrowheads="1"/>
                </p:cNvSpPr>
                <p:nvPr/>
              </p:nvSpPr>
              <p:spPr bwMode="auto">
                <a:xfrm>
                  <a:off x="1846"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01" name="Oval 368"/>
                <p:cNvSpPr>
                  <a:spLocks noChangeArrowheads="1"/>
                </p:cNvSpPr>
                <p:nvPr/>
              </p:nvSpPr>
              <p:spPr bwMode="auto">
                <a:xfrm>
                  <a:off x="1846"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02" name="Oval 369"/>
                <p:cNvSpPr>
                  <a:spLocks noChangeArrowheads="1"/>
                </p:cNvSpPr>
                <p:nvPr/>
              </p:nvSpPr>
              <p:spPr bwMode="auto">
                <a:xfrm>
                  <a:off x="1846"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129297" name="Line 370"/>
              <p:cNvSpPr>
                <a:spLocks noChangeShapeType="1"/>
              </p:cNvSpPr>
              <p:nvPr/>
            </p:nvSpPr>
            <p:spPr bwMode="auto">
              <a:xfrm>
                <a:off x="1824" y="3936"/>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9270" name="Group 371"/>
            <p:cNvGrpSpPr>
              <a:grpSpLocks/>
            </p:cNvGrpSpPr>
            <p:nvPr/>
          </p:nvGrpSpPr>
          <p:grpSpPr bwMode="auto">
            <a:xfrm>
              <a:off x="2026" y="1842"/>
              <a:ext cx="147" cy="1008"/>
              <a:chOff x="1920" y="2928"/>
              <a:chExt cx="147" cy="1008"/>
            </a:xfrm>
          </p:grpSpPr>
          <p:grpSp>
            <p:nvGrpSpPr>
              <p:cNvPr id="129284" name="Group 372"/>
              <p:cNvGrpSpPr>
                <a:grpSpLocks/>
              </p:cNvGrpSpPr>
              <p:nvPr/>
            </p:nvGrpSpPr>
            <p:grpSpPr bwMode="auto">
              <a:xfrm>
                <a:off x="1920" y="2928"/>
                <a:ext cx="147" cy="845"/>
                <a:chOff x="1920" y="2496"/>
                <a:chExt cx="147" cy="845"/>
              </a:xfrm>
            </p:grpSpPr>
            <p:sp>
              <p:nvSpPr>
                <p:cNvPr id="129286" name="Oval 373"/>
                <p:cNvSpPr>
                  <a:spLocks noChangeArrowheads="1"/>
                </p:cNvSpPr>
                <p:nvPr/>
              </p:nvSpPr>
              <p:spPr bwMode="auto">
                <a:xfrm>
                  <a:off x="1920"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87" name="Oval 374"/>
                <p:cNvSpPr>
                  <a:spLocks noChangeArrowheads="1"/>
                </p:cNvSpPr>
                <p:nvPr/>
              </p:nvSpPr>
              <p:spPr bwMode="auto">
                <a:xfrm>
                  <a:off x="1990"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88" name="Oval 375"/>
                <p:cNvSpPr>
                  <a:spLocks noChangeArrowheads="1"/>
                </p:cNvSpPr>
                <p:nvPr/>
              </p:nvSpPr>
              <p:spPr bwMode="auto">
                <a:xfrm>
                  <a:off x="1920"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89" name="Oval 376"/>
                <p:cNvSpPr>
                  <a:spLocks noChangeArrowheads="1"/>
                </p:cNvSpPr>
                <p:nvPr/>
              </p:nvSpPr>
              <p:spPr bwMode="auto">
                <a:xfrm>
                  <a:off x="1990"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90" name="Oval 377"/>
                <p:cNvSpPr>
                  <a:spLocks noChangeArrowheads="1"/>
                </p:cNvSpPr>
                <p:nvPr/>
              </p:nvSpPr>
              <p:spPr bwMode="auto">
                <a:xfrm>
                  <a:off x="1920"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91" name="Oval 378"/>
                <p:cNvSpPr>
                  <a:spLocks noChangeArrowheads="1"/>
                </p:cNvSpPr>
                <p:nvPr/>
              </p:nvSpPr>
              <p:spPr bwMode="auto">
                <a:xfrm>
                  <a:off x="1990"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92" name="Oval 379"/>
                <p:cNvSpPr>
                  <a:spLocks noChangeArrowheads="1"/>
                </p:cNvSpPr>
                <p:nvPr/>
              </p:nvSpPr>
              <p:spPr bwMode="auto">
                <a:xfrm>
                  <a:off x="1920"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93" name="Oval 380"/>
                <p:cNvSpPr>
                  <a:spLocks noChangeArrowheads="1"/>
                </p:cNvSpPr>
                <p:nvPr/>
              </p:nvSpPr>
              <p:spPr bwMode="auto">
                <a:xfrm>
                  <a:off x="1990"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94" name="Oval 381"/>
                <p:cNvSpPr>
                  <a:spLocks noChangeArrowheads="1"/>
                </p:cNvSpPr>
                <p:nvPr/>
              </p:nvSpPr>
              <p:spPr bwMode="auto">
                <a:xfrm>
                  <a:off x="1920"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95" name="Oval 382"/>
                <p:cNvSpPr>
                  <a:spLocks noChangeArrowheads="1"/>
                </p:cNvSpPr>
                <p:nvPr/>
              </p:nvSpPr>
              <p:spPr bwMode="auto">
                <a:xfrm>
                  <a:off x="1990"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129285" name="Line 383"/>
              <p:cNvSpPr>
                <a:spLocks noChangeShapeType="1"/>
              </p:cNvSpPr>
              <p:nvPr/>
            </p:nvSpPr>
            <p:spPr bwMode="auto">
              <a:xfrm>
                <a:off x="1920" y="3936"/>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9271" name="Group 384"/>
            <p:cNvGrpSpPr>
              <a:grpSpLocks/>
            </p:cNvGrpSpPr>
            <p:nvPr/>
          </p:nvGrpSpPr>
          <p:grpSpPr bwMode="auto">
            <a:xfrm>
              <a:off x="2170" y="1842"/>
              <a:ext cx="147" cy="1008"/>
              <a:chOff x="2064" y="2928"/>
              <a:chExt cx="147" cy="1008"/>
            </a:xfrm>
          </p:grpSpPr>
          <p:grpSp>
            <p:nvGrpSpPr>
              <p:cNvPr id="129272" name="Group 385"/>
              <p:cNvGrpSpPr>
                <a:grpSpLocks/>
              </p:cNvGrpSpPr>
              <p:nvPr/>
            </p:nvGrpSpPr>
            <p:grpSpPr bwMode="auto">
              <a:xfrm>
                <a:off x="2064" y="2928"/>
                <a:ext cx="147" cy="845"/>
                <a:chOff x="2064" y="2496"/>
                <a:chExt cx="147" cy="845"/>
              </a:xfrm>
            </p:grpSpPr>
            <p:sp>
              <p:nvSpPr>
                <p:cNvPr id="129274" name="Oval 386"/>
                <p:cNvSpPr>
                  <a:spLocks noChangeArrowheads="1"/>
                </p:cNvSpPr>
                <p:nvPr/>
              </p:nvSpPr>
              <p:spPr bwMode="auto">
                <a:xfrm>
                  <a:off x="2064" y="2496"/>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75" name="Oval 387"/>
                <p:cNvSpPr>
                  <a:spLocks noChangeArrowheads="1"/>
                </p:cNvSpPr>
                <p:nvPr/>
              </p:nvSpPr>
              <p:spPr bwMode="auto">
                <a:xfrm>
                  <a:off x="2134"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76" name="Oval 388"/>
                <p:cNvSpPr>
                  <a:spLocks noChangeArrowheads="1"/>
                </p:cNvSpPr>
                <p:nvPr/>
              </p:nvSpPr>
              <p:spPr bwMode="auto">
                <a:xfrm>
                  <a:off x="2064" y="2880"/>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77" name="Oval 389"/>
                <p:cNvSpPr>
                  <a:spLocks noChangeArrowheads="1"/>
                </p:cNvSpPr>
                <p:nvPr/>
              </p:nvSpPr>
              <p:spPr bwMode="auto">
                <a:xfrm>
                  <a:off x="2134"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78" name="Oval 390"/>
                <p:cNvSpPr>
                  <a:spLocks noChangeArrowheads="1"/>
                </p:cNvSpPr>
                <p:nvPr/>
              </p:nvSpPr>
              <p:spPr bwMode="auto">
                <a:xfrm>
                  <a:off x="2064" y="268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79" name="Oval 391"/>
                <p:cNvSpPr>
                  <a:spLocks noChangeArrowheads="1"/>
                </p:cNvSpPr>
                <p:nvPr/>
              </p:nvSpPr>
              <p:spPr bwMode="auto">
                <a:xfrm>
                  <a:off x="2134"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80" name="Oval 392"/>
                <p:cNvSpPr>
                  <a:spLocks noChangeArrowheads="1"/>
                </p:cNvSpPr>
                <p:nvPr/>
              </p:nvSpPr>
              <p:spPr bwMode="auto">
                <a:xfrm>
                  <a:off x="2064" y="3072"/>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81" name="Oval 393"/>
                <p:cNvSpPr>
                  <a:spLocks noChangeArrowheads="1"/>
                </p:cNvSpPr>
                <p:nvPr/>
              </p:nvSpPr>
              <p:spPr bwMode="auto">
                <a:xfrm>
                  <a:off x="2134"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82" name="Oval 394"/>
                <p:cNvSpPr>
                  <a:spLocks noChangeArrowheads="1"/>
                </p:cNvSpPr>
                <p:nvPr/>
              </p:nvSpPr>
              <p:spPr bwMode="auto">
                <a:xfrm>
                  <a:off x="2064" y="3264"/>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83" name="Oval 395"/>
                <p:cNvSpPr>
                  <a:spLocks noChangeArrowheads="1"/>
                </p:cNvSpPr>
                <p:nvPr/>
              </p:nvSpPr>
              <p:spPr bwMode="auto">
                <a:xfrm>
                  <a:off x="2134"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129273" name="Line 396"/>
              <p:cNvSpPr>
                <a:spLocks noChangeShapeType="1"/>
              </p:cNvSpPr>
              <p:nvPr/>
            </p:nvSpPr>
            <p:spPr bwMode="auto">
              <a:xfrm>
                <a:off x="2064" y="3936"/>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300429" name="Group 397"/>
          <p:cNvGrpSpPr>
            <a:grpSpLocks/>
          </p:cNvGrpSpPr>
          <p:nvPr/>
        </p:nvGrpSpPr>
        <p:grpSpPr bwMode="auto">
          <a:xfrm>
            <a:off x="3427413" y="4076700"/>
            <a:ext cx="1066800" cy="1600200"/>
            <a:chOff x="2314" y="1842"/>
            <a:chExt cx="672" cy="1008"/>
          </a:xfrm>
        </p:grpSpPr>
        <p:grpSp>
          <p:nvGrpSpPr>
            <p:cNvPr id="129211" name="Group 398"/>
            <p:cNvGrpSpPr>
              <a:grpSpLocks/>
            </p:cNvGrpSpPr>
            <p:nvPr/>
          </p:nvGrpSpPr>
          <p:grpSpPr bwMode="auto">
            <a:xfrm>
              <a:off x="2314" y="1842"/>
              <a:ext cx="147" cy="1008"/>
              <a:chOff x="2208" y="2928"/>
              <a:chExt cx="147" cy="1008"/>
            </a:xfrm>
          </p:grpSpPr>
          <p:grpSp>
            <p:nvGrpSpPr>
              <p:cNvPr id="129254" name="Group 399"/>
              <p:cNvGrpSpPr>
                <a:grpSpLocks/>
              </p:cNvGrpSpPr>
              <p:nvPr/>
            </p:nvGrpSpPr>
            <p:grpSpPr bwMode="auto">
              <a:xfrm>
                <a:off x="2208" y="2928"/>
                <a:ext cx="147" cy="845"/>
                <a:chOff x="2208" y="2496"/>
                <a:chExt cx="147" cy="845"/>
              </a:xfrm>
            </p:grpSpPr>
            <p:sp>
              <p:nvSpPr>
                <p:cNvPr id="129256" name="Oval 400"/>
                <p:cNvSpPr>
                  <a:spLocks noChangeArrowheads="1"/>
                </p:cNvSpPr>
                <p:nvPr/>
              </p:nvSpPr>
              <p:spPr bwMode="auto">
                <a:xfrm>
                  <a:off x="2208"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57" name="Oval 401"/>
                <p:cNvSpPr>
                  <a:spLocks noChangeArrowheads="1"/>
                </p:cNvSpPr>
                <p:nvPr/>
              </p:nvSpPr>
              <p:spPr bwMode="auto">
                <a:xfrm>
                  <a:off x="2278"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58" name="Oval 402"/>
                <p:cNvSpPr>
                  <a:spLocks noChangeArrowheads="1"/>
                </p:cNvSpPr>
                <p:nvPr/>
              </p:nvSpPr>
              <p:spPr bwMode="auto">
                <a:xfrm>
                  <a:off x="2208"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59" name="Oval 403"/>
                <p:cNvSpPr>
                  <a:spLocks noChangeArrowheads="1"/>
                </p:cNvSpPr>
                <p:nvPr/>
              </p:nvSpPr>
              <p:spPr bwMode="auto">
                <a:xfrm>
                  <a:off x="2278"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60" name="Oval 404"/>
                <p:cNvSpPr>
                  <a:spLocks noChangeArrowheads="1"/>
                </p:cNvSpPr>
                <p:nvPr/>
              </p:nvSpPr>
              <p:spPr bwMode="auto">
                <a:xfrm>
                  <a:off x="2208"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61" name="Oval 405"/>
                <p:cNvSpPr>
                  <a:spLocks noChangeArrowheads="1"/>
                </p:cNvSpPr>
                <p:nvPr/>
              </p:nvSpPr>
              <p:spPr bwMode="auto">
                <a:xfrm>
                  <a:off x="2278"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62" name="Oval 406"/>
                <p:cNvSpPr>
                  <a:spLocks noChangeArrowheads="1"/>
                </p:cNvSpPr>
                <p:nvPr/>
              </p:nvSpPr>
              <p:spPr bwMode="auto">
                <a:xfrm>
                  <a:off x="2208"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63" name="Oval 407"/>
                <p:cNvSpPr>
                  <a:spLocks noChangeArrowheads="1"/>
                </p:cNvSpPr>
                <p:nvPr/>
              </p:nvSpPr>
              <p:spPr bwMode="auto">
                <a:xfrm>
                  <a:off x="2278"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64" name="Oval 408"/>
                <p:cNvSpPr>
                  <a:spLocks noChangeArrowheads="1"/>
                </p:cNvSpPr>
                <p:nvPr/>
              </p:nvSpPr>
              <p:spPr bwMode="auto">
                <a:xfrm>
                  <a:off x="2208"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65" name="Oval 409"/>
                <p:cNvSpPr>
                  <a:spLocks noChangeArrowheads="1"/>
                </p:cNvSpPr>
                <p:nvPr/>
              </p:nvSpPr>
              <p:spPr bwMode="auto">
                <a:xfrm>
                  <a:off x="2278"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129255" name="Line 410"/>
              <p:cNvSpPr>
                <a:spLocks noChangeShapeType="1"/>
              </p:cNvSpPr>
              <p:nvPr/>
            </p:nvSpPr>
            <p:spPr bwMode="auto">
              <a:xfrm>
                <a:off x="2208" y="3936"/>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9212" name="Group 411"/>
            <p:cNvGrpSpPr>
              <a:grpSpLocks/>
            </p:cNvGrpSpPr>
            <p:nvPr/>
          </p:nvGrpSpPr>
          <p:grpSpPr bwMode="auto">
            <a:xfrm>
              <a:off x="2458" y="1842"/>
              <a:ext cx="291" cy="1008"/>
              <a:chOff x="2352" y="2928"/>
              <a:chExt cx="291" cy="1008"/>
            </a:xfrm>
          </p:grpSpPr>
          <p:grpSp>
            <p:nvGrpSpPr>
              <p:cNvPr id="129231" name="Group 412"/>
              <p:cNvGrpSpPr>
                <a:grpSpLocks/>
              </p:cNvGrpSpPr>
              <p:nvPr/>
            </p:nvGrpSpPr>
            <p:grpSpPr bwMode="auto">
              <a:xfrm>
                <a:off x="2352" y="2928"/>
                <a:ext cx="291" cy="845"/>
                <a:chOff x="2352" y="2496"/>
                <a:chExt cx="291" cy="845"/>
              </a:xfrm>
            </p:grpSpPr>
            <p:sp>
              <p:nvSpPr>
                <p:cNvPr id="129233" name="Oval 413"/>
                <p:cNvSpPr>
                  <a:spLocks noChangeArrowheads="1"/>
                </p:cNvSpPr>
                <p:nvPr/>
              </p:nvSpPr>
              <p:spPr bwMode="auto">
                <a:xfrm>
                  <a:off x="2566"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34" name="Oval 414"/>
                <p:cNvSpPr>
                  <a:spLocks noChangeArrowheads="1"/>
                </p:cNvSpPr>
                <p:nvPr/>
              </p:nvSpPr>
              <p:spPr bwMode="auto">
                <a:xfrm>
                  <a:off x="2566"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35" name="Oval 415"/>
                <p:cNvSpPr>
                  <a:spLocks noChangeArrowheads="1"/>
                </p:cNvSpPr>
                <p:nvPr/>
              </p:nvSpPr>
              <p:spPr bwMode="auto">
                <a:xfrm>
                  <a:off x="2566"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36" name="Oval 416"/>
                <p:cNvSpPr>
                  <a:spLocks noChangeArrowheads="1"/>
                </p:cNvSpPr>
                <p:nvPr/>
              </p:nvSpPr>
              <p:spPr bwMode="auto">
                <a:xfrm>
                  <a:off x="2566"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nvGrpSpPr>
                <p:cNvPr id="129237" name="Group 417"/>
                <p:cNvGrpSpPr>
                  <a:grpSpLocks/>
                </p:cNvGrpSpPr>
                <p:nvPr/>
              </p:nvGrpSpPr>
              <p:grpSpPr bwMode="auto">
                <a:xfrm>
                  <a:off x="2352" y="2496"/>
                  <a:ext cx="221" cy="845"/>
                  <a:chOff x="2352" y="2496"/>
                  <a:chExt cx="221" cy="845"/>
                </a:xfrm>
              </p:grpSpPr>
              <p:sp>
                <p:nvSpPr>
                  <p:cNvPr id="129239" name="Oval 418"/>
                  <p:cNvSpPr>
                    <a:spLocks noChangeArrowheads="1"/>
                  </p:cNvSpPr>
                  <p:nvPr/>
                </p:nvSpPr>
                <p:spPr bwMode="auto">
                  <a:xfrm>
                    <a:off x="2352"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40" name="Oval 419"/>
                  <p:cNvSpPr>
                    <a:spLocks noChangeArrowheads="1"/>
                  </p:cNvSpPr>
                  <p:nvPr/>
                </p:nvSpPr>
                <p:spPr bwMode="auto">
                  <a:xfrm>
                    <a:off x="2422"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41" name="Oval 420"/>
                  <p:cNvSpPr>
                    <a:spLocks noChangeArrowheads="1"/>
                  </p:cNvSpPr>
                  <p:nvPr/>
                </p:nvSpPr>
                <p:spPr bwMode="auto">
                  <a:xfrm>
                    <a:off x="2496"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42" name="Oval 421"/>
                  <p:cNvSpPr>
                    <a:spLocks noChangeArrowheads="1"/>
                  </p:cNvSpPr>
                  <p:nvPr/>
                </p:nvSpPr>
                <p:spPr bwMode="auto">
                  <a:xfrm>
                    <a:off x="2352"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43" name="Oval 422"/>
                  <p:cNvSpPr>
                    <a:spLocks noChangeArrowheads="1"/>
                  </p:cNvSpPr>
                  <p:nvPr/>
                </p:nvSpPr>
                <p:spPr bwMode="auto">
                  <a:xfrm>
                    <a:off x="2422"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44" name="Oval 423"/>
                  <p:cNvSpPr>
                    <a:spLocks noChangeArrowheads="1"/>
                  </p:cNvSpPr>
                  <p:nvPr/>
                </p:nvSpPr>
                <p:spPr bwMode="auto">
                  <a:xfrm>
                    <a:off x="2496"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45" name="Oval 424"/>
                  <p:cNvSpPr>
                    <a:spLocks noChangeArrowheads="1"/>
                  </p:cNvSpPr>
                  <p:nvPr/>
                </p:nvSpPr>
                <p:spPr bwMode="auto">
                  <a:xfrm>
                    <a:off x="2352"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46" name="Oval 425"/>
                  <p:cNvSpPr>
                    <a:spLocks noChangeArrowheads="1"/>
                  </p:cNvSpPr>
                  <p:nvPr/>
                </p:nvSpPr>
                <p:spPr bwMode="auto">
                  <a:xfrm>
                    <a:off x="2422"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47" name="Oval 426"/>
                  <p:cNvSpPr>
                    <a:spLocks noChangeArrowheads="1"/>
                  </p:cNvSpPr>
                  <p:nvPr/>
                </p:nvSpPr>
                <p:spPr bwMode="auto">
                  <a:xfrm>
                    <a:off x="2496"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48" name="Oval 427"/>
                  <p:cNvSpPr>
                    <a:spLocks noChangeArrowheads="1"/>
                  </p:cNvSpPr>
                  <p:nvPr/>
                </p:nvSpPr>
                <p:spPr bwMode="auto">
                  <a:xfrm>
                    <a:off x="2352"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49" name="Oval 428"/>
                  <p:cNvSpPr>
                    <a:spLocks noChangeArrowheads="1"/>
                  </p:cNvSpPr>
                  <p:nvPr/>
                </p:nvSpPr>
                <p:spPr bwMode="auto">
                  <a:xfrm>
                    <a:off x="2422"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50" name="Oval 429"/>
                  <p:cNvSpPr>
                    <a:spLocks noChangeArrowheads="1"/>
                  </p:cNvSpPr>
                  <p:nvPr/>
                </p:nvSpPr>
                <p:spPr bwMode="auto">
                  <a:xfrm>
                    <a:off x="2496"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51" name="Oval 430"/>
                  <p:cNvSpPr>
                    <a:spLocks noChangeArrowheads="1"/>
                  </p:cNvSpPr>
                  <p:nvPr/>
                </p:nvSpPr>
                <p:spPr bwMode="auto">
                  <a:xfrm>
                    <a:off x="2352"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52" name="Oval 431"/>
                  <p:cNvSpPr>
                    <a:spLocks noChangeArrowheads="1"/>
                  </p:cNvSpPr>
                  <p:nvPr/>
                </p:nvSpPr>
                <p:spPr bwMode="auto">
                  <a:xfrm>
                    <a:off x="2422"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53" name="Oval 432"/>
                  <p:cNvSpPr>
                    <a:spLocks noChangeArrowheads="1"/>
                  </p:cNvSpPr>
                  <p:nvPr/>
                </p:nvSpPr>
                <p:spPr bwMode="auto">
                  <a:xfrm>
                    <a:off x="2496"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129238" name="Oval 433"/>
                <p:cNvSpPr>
                  <a:spLocks noChangeArrowheads="1"/>
                </p:cNvSpPr>
                <p:nvPr/>
              </p:nvSpPr>
              <p:spPr bwMode="auto">
                <a:xfrm>
                  <a:off x="2566"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129232" name="Line 434"/>
              <p:cNvSpPr>
                <a:spLocks noChangeShapeType="1"/>
              </p:cNvSpPr>
              <p:nvPr/>
            </p:nvSpPr>
            <p:spPr bwMode="auto">
              <a:xfrm>
                <a:off x="2352" y="3936"/>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9213" name="Group 435"/>
            <p:cNvGrpSpPr>
              <a:grpSpLocks/>
            </p:cNvGrpSpPr>
            <p:nvPr/>
          </p:nvGrpSpPr>
          <p:grpSpPr bwMode="auto">
            <a:xfrm>
              <a:off x="2746" y="1842"/>
              <a:ext cx="240" cy="1008"/>
              <a:chOff x="2640" y="2928"/>
              <a:chExt cx="240" cy="1008"/>
            </a:xfrm>
          </p:grpSpPr>
          <p:grpSp>
            <p:nvGrpSpPr>
              <p:cNvPr id="129214" name="Group 436"/>
              <p:cNvGrpSpPr>
                <a:grpSpLocks/>
              </p:cNvGrpSpPr>
              <p:nvPr/>
            </p:nvGrpSpPr>
            <p:grpSpPr bwMode="auto">
              <a:xfrm>
                <a:off x="2640" y="2928"/>
                <a:ext cx="221" cy="845"/>
                <a:chOff x="2640" y="2496"/>
                <a:chExt cx="221" cy="845"/>
              </a:xfrm>
            </p:grpSpPr>
            <p:sp>
              <p:nvSpPr>
                <p:cNvPr id="129216" name="Oval 437"/>
                <p:cNvSpPr>
                  <a:spLocks noChangeArrowheads="1"/>
                </p:cNvSpPr>
                <p:nvPr/>
              </p:nvSpPr>
              <p:spPr bwMode="auto">
                <a:xfrm>
                  <a:off x="2640"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17" name="Oval 438"/>
                <p:cNvSpPr>
                  <a:spLocks noChangeArrowheads="1"/>
                </p:cNvSpPr>
                <p:nvPr/>
              </p:nvSpPr>
              <p:spPr bwMode="auto">
                <a:xfrm>
                  <a:off x="2710"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18" name="Oval 439"/>
                <p:cNvSpPr>
                  <a:spLocks noChangeArrowheads="1"/>
                </p:cNvSpPr>
                <p:nvPr/>
              </p:nvSpPr>
              <p:spPr bwMode="auto">
                <a:xfrm>
                  <a:off x="2784"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19" name="Oval 440"/>
                <p:cNvSpPr>
                  <a:spLocks noChangeArrowheads="1"/>
                </p:cNvSpPr>
                <p:nvPr/>
              </p:nvSpPr>
              <p:spPr bwMode="auto">
                <a:xfrm>
                  <a:off x="2640"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20" name="Oval 441"/>
                <p:cNvSpPr>
                  <a:spLocks noChangeArrowheads="1"/>
                </p:cNvSpPr>
                <p:nvPr/>
              </p:nvSpPr>
              <p:spPr bwMode="auto">
                <a:xfrm>
                  <a:off x="2710"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21" name="Oval 442"/>
                <p:cNvSpPr>
                  <a:spLocks noChangeArrowheads="1"/>
                </p:cNvSpPr>
                <p:nvPr/>
              </p:nvSpPr>
              <p:spPr bwMode="auto">
                <a:xfrm>
                  <a:off x="2784"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22" name="Oval 443"/>
                <p:cNvSpPr>
                  <a:spLocks noChangeArrowheads="1"/>
                </p:cNvSpPr>
                <p:nvPr/>
              </p:nvSpPr>
              <p:spPr bwMode="auto">
                <a:xfrm>
                  <a:off x="2640"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23" name="Oval 444"/>
                <p:cNvSpPr>
                  <a:spLocks noChangeArrowheads="1"/>
                </p:cNvSpPr>
                <p:nvPr/>
              </p:nvSpPr>
              <p:spPr bwMode="auto">
                <a:xfrm>
                  <a:off x="2710"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24" name="Oval 445"/>
                <p:cNvSpPr>
                  <a:spLocks noChangeArrowheads="1"/>
                </p:cNvSpPr>
                <p:nvPr/>
              </p:nvSpPr>
              <p:spPr bwMode="auto">
                <a:xfrm>
                  <a:off x="2784"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25" name="Oval 446"/>
                <p:cNvSpPr>
                  <a:spLocks noChangeArrowheads="1"/>
                </p:cNvSpPr>
                <p:nvPr/>
              </p:nvSpPr>
              <p:spPr bwMode="auto">
                <a:xfrm>
                  <a:off x="2640"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26" name="Oval 447"/>
                <p:cNvSpPr>
                  <a:spLocks noChangeArrowheads="1"/>
                </p:cNvSpPr>
                <p:nvPr/>
              </p:nvSpPr>
              <p:spPr bwMode="auto">
                <a:xfrm>
                  <a:off x="2710"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27" name="Oval 448"/>
                <p:cNvSpPr>
                  <a:spLocks noChangeArrowheads="1"/>
                </p:cNvSpPr>
                <p:nvPr/>
              </p:nvSpPr>
              <p:spPr bwMode="auto">
                <a:xfrm>
                  <a:off x="2784"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28" name="Oval 449"/>
                <p:cNvSpPr>
                  <a:spLocks noChangeArrowheads="1"/>
                </p:cNvSpPr>
                <p:nvPr/>
              </p:nvSpPr>
              <p:spPr bwMode="auto">
                <a:xfrm>
                  <a:off x="2640"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29" name="Oval 450"/>
                <p:cNvSpPr>
                  <a:spLocks noChangeArrowheads="1"/>
                </p:cNvSpPr>
                <p:nvPr/>
              </p:nvSpPr>
              <p:spPr bwMode="auto">
                <a:xfrm>
                  <a:off x="2710"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30" name="Oval 451"/>
                <p:cNvSpPr>
                  <a:spLocks noChangeArrowheads="1"/>
                </p:cNvSpPr>
                <p:nvPr/>
              </p:nvSpPr>
              <p:spPr bwMode="auto">
                <a:xfrm>
                  <a:off x="2784"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129215" name="Line 452"/>
              <p:cNvSpPr>
                <a:spLocks noChangeShapeType="1"/>
              </p:cNvSpPr>
              <p:nvPr/>
            </p:nvSpPr>
            <p:spPr bwMode="auto">
              <a:xfrm>
                <a:off x="2640" y="3936"/>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300485" name="Group 453"/>
          <p:cNvGrpSpPr>
            <a:grpSpLocks/>
          </p:cNvGrpSpPr>
          <p:nvPr/>
        </p:nvGrpSpPr>
        <p:grpSpPr bwMode="auto">
          <a:xfrm>
            <a:off x="4452938" y="4076700"/>
            <a:ext cx="468312" cy="1600200"/>
            <a:chOff x="2854" y="2928"/>
            <a:chExt cx="295" cy="1008"/>
          </a:xfrm>
        </p:grpSpPr>
        <p:grpSp>
          <p:nvGrpSpPr>
            <p:cNvPr id="129189" name="Group 454"/>
            <p:cNvGrpSpPr>
              <a:grpSpLocks/>
            </p:cNvGrpSpPr>
            <p:nvPr/>
          </p:nvGrpSpPr>
          <p:grpSpPr bwMode="auto">
            <a:xfrm>
              <a:off x="2854" y="2928"/>
              <a:ext cx="295" cy="845"/>
              <a:chOff x="2854" y="2496"/>
              <a:chExt cx="295" cy="845"/>
            </a:xfrm>
          </p:grpSpPr>
          <p:sp>
            <p:nvSpPr>
              <p:cNvPr id="129191" name="Oval 455"/>
              <p:cNvSpPr>
                <a:spLocks noChangeArrowheads="1"/>
              </p:cNvSpPr>
              <p:nvPr/>
            </p:nvSpPr>
            <p:spPr bwMode="auto">
              <a:xfrm>
                <a:off x="2854" y="2496"/>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92" name="Oval 456"/>
              <p:cNvSpPr>
                <a:spLocks noChangeArrowheads="1"/>
              </p:cNvSpPr>
              <p:nvPr/>
            </p:nvSpPr>
            <p:spPr bwMode="auto">
              <a:xfrm>
                <a:off x="2928"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93" name="Oval 457"/>
              <p:cNvSpPr>
                <a:spLocks noChangeArrowheads="1"/>
              </p:cNvSpPr>
              <p:nvPr/>
            </p:nvSpPr>
            <p:spPr bwMode="auto">
              <a:xfrm>
                <a:off x="2998"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94" name="Oval 458"/>
              <p:cNvSpPr>
                <a:spLocks noChangeArrowheads="1"/>
              </p:cNvSpPr>
              <p:nvPr/>
            </p:nvSpPr>
            <p:spPr bwMode="auto">
              <a:xfrm>
                <a:off x="3072"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95" name="Oval 459"/>
              <p:cNvSpPr>
                <a:spLocks noChangeArrowheads="1"/>
              </p:cNvSpPr>
              <p:nvPr/>
            </p:nvSpPr>
            <p:spPr bwMode="auto">
              <a:xfrm>
                <a:off x="2854" y="2880"/>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96" name="Oval 460"/>
              <p:cNvSpPr>
                <a:spLocks noChangeArrowheads="1"/>
              </p:cNvSpPr>
              <p:nvPr/>
            </p:nvSpPr>
            <p:spPr bwMode="auto">
              <a:xfrm>
                <a:off x="2928"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97" name="Oval 461"/>
              <p:cNvSpPr>
                <a:spLocks noChangeArrowheads="1"/>
              </p:cNvSpPr>
              <p:nvPr/>
            </p:nvSpPr>
            <p:spPr bwMode="auto">
              <a:xfrm>
                <a:off x="2998"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98" name="Oval 462"/>
              <p:cNvSpPr>
                <a:spLocks noChangeArrowheads="1"/>
              </p:cNvSpPr>
              <p:nvPr/>
            </p:nvSpPr>
            <p:spPr bwMode="auto">
              <a:xfrm>
                <a:off x="3072"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99" name="Oval 463"/>
              <p:cNvSpPr>
                <a:spLocks noChangeArrowheads="1"/>
              </p:cNvSpPr>
              <p:nvPr/>
            </p:nvSpPr>
            <p:spPr bwMode="auto">
              <a:xfrm>
                <a:off x="2854" y="268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00" name="Oval 464"/>
              <p:cNvSpPr>
                <a:spLocks noChangeArrowheads="1"/>
              </p:cNvSpPr>
              <p:nvPr/>
            </p:nvSpPr>
            <p:spPr bwMode="auto">
              <a:xfrm>
                <a:off x="2928"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01" name="Oval 465"/>
              <p:cNvSpPr>
                <a:spLocks noChangeArrowheads="1"/>
              </p:cNvSpPr>
              <p:nvPr/>
            </p:nvSpPr>
            <p:spPr bwMode="auto">
              <a:xfrm>
                <a:off x="2998"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02" name="Oval 466"/>
              <p:cNvSpPr>
                <a:spLocks noChangeArrowheads="1"/>
              </p:cNvSpPr>
              <p:nvPr/>
            </p:nvSpPr>
            <p:spPr bwMode="auto">
              <a:xfrm>
                <a:off x="3072"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03" name="Oval 467"/>
              <p:cNvSpPr>
                <a:spLocks noChangeArrowheads="1"/>
              </p:cNvSpPr>
              <p:nvPr/>
            </p:nvSpPr>
            <p:spPr bwMode="auto">
              <a:xfrm>
                <a:off x="2854" y="3072"/>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04" name="Oval 468"/>
              <p:cNvSpPr>
                <a:spLocks noChangeArrowheads="1"/>
              </p:cNvSpPr>
              <p:nvPr/>
            </p:nvSpPr>
            <p:spPr bwMode="auto">
              <a:xfrm>
                <a:off x="2928"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05" name="Oval 469"/>
              <p:cNvSpPr>
                <a:spLocks noChangeArrowheads="1"/>
              </p:cNvSpPr>
              <p:nvPr/>
            </p:nvSpPr>
            <p:spPr bwMode="auto">
              <a:xfrm>
                <a:off x="2998"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06" name="Oval 470"/>
              <p:cNvSpPr>
                <a:spLocks noChangeArrowheads="1"/>
              </p:cNvSpPr>
              <p:nvPr/>
            </p:nvSpPr>
            <p:spPr bwMode="auto">
              <a:xfrm>
                <a:off x="3072"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07" name="Oval 471"/>
              <p:cNvSpPr>
                <a:spLocks noChangeArrowheads="1"/>
              </p:cNvSpPr>
              <p:nvPr/>
            </p:nvSpPr>
            <p:spPr bwMode="auto">
              <a:xfrm>
                <a:off x="2854" y="3264"/>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08" name="Oval 472"/>
              <p:cNvSpPr>
                <a:spLocks noChangeArrowheads="1"/>
              </p:cNvSpPr>
              <p:nvPr/>
            </p:nvSpPr>
            <p:spPr bwMode="auto">
              <a:xfrm>
                <a:off x="2928"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09" name="Oval 473"/>
              <p:cNvSpPr>
                <a:spLocks noChangeArrowheads="1"/>
              </p:cNvSpPr>
              <p:nvPr/>
            </p:nvSpPr>
            <p:spPr bwMode="auto">
              <a:xfrm>
                <a:off x="2998"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10" name="Oval 474"/>
              <p:cNvSpPr>
                <a:spLocks noChangeArrowheads="1"/>
              </p:cNvSpPr>
              <p:nvPr/>
            </p:nvSpPr>
            <p:spPr bwMode="auto">
              <a:xfrm>
                <a:off x="3072"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129190" name="Line 475"/>
            <p:cNvSpPr>
              <a:spLocks noChangeShapeType="1"/>
            </p:cNvSpPr>
            <p:nvPr/>
          </p:nvSpPr>
          <p:spPr bwMode="auto">
            <a:xfrm>
              <a:off x="2880" y="3936"/>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00508" name="Group 476"/>
          <p:cNvGrpSpPr>
            <a:grpSpLocks/>
          </p:cNvGrpSpPr>
          <p:nvPr/>
        </p:nvGrpSpPr>
        <p:grpSpPr bwMode="auto">
          <a:xfrm>
            <a:off x="4875213" y="4076700"/>
            <a:ext cx="842962" cy="1600200"/>
            <a:chOff x="3226" y="1842"/>
            <a:chExt cx="531" cy="1008"/>
          </a:xfrm>
        </p:grpSpPr>
        <p:grpSp>
          <p:nvGrpSpPr>
            <p:cNvPr id="129148" name="Group 477"/>
            <p:cNvGrpSpPr>
              <a:grpSpLocks/>
            </p:cNvGrpSpPr>
            <p:nvPr/>
          </p:nvGrpSpPr>
          <p:grpSpPr bwMode="auto">
            <a:xfrm>
              <a:off x="3226" y="1842"/>
              <a:ext cx="336" cy="1008"/>
              <a:chOff x="3120" y="2928"/>
              <a:chExt cx="336" cy="1008"/>
            </a:xfrm>
          </p:grpSpPr>
          <p:grpSp>
            <p:nvGrpSpPr>
              <p:cNvPr id="129167" name="Group 478"/>
              <p:cNvGrpSpPr>
                <a:grpSpLocks/>
              </p:cNvGrpSpPr>
              <p:nvPr/>
            </p:nvGrpSpPr>
            <p:grpSpPr bwMode="auto">
              <a:xfrm>
                <a:off x="3142" y="2928"/>
                <a:ext cx="295" cy="845"/>
                <a:chOff x="3142" y="2496"/>
                <a:chExt cx="295" cy="845"/>
              </a:xfrm>
            </p:grpSpPr>
            <p:sp>
              <p:nvSpPr>
                <p:cNvPr id="129169" name="Oval 479"/>
                <p:cNvSpPr>
                  <a:spLocks noChangeArrowheads="1"/>
                </p:cNvSpPr>
                <p:nvPr/>
              </p:nvSpPr>
              <p:spPr bwMode="auto">
                <a:xfrm>
                  <a:off x="3142"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70" name="Oval 480"/>
                <p:cNvSpPr>
                  <a:spLocks noChangeArrowheads="1"/>
                </p:cNvSpPr>
                <p:nvPr/>
              </p:nvSpPr>
              <p:spPr bwMode="auto">
                <a:xfrm>
                  <a:off x="3216"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71" name="Oval 481"/>
                <p:cNvSpPr>
                  <a:spLocks noChangeArrowheads="1"/>
                </p:cNvSpPr>
                <p:nvPr/>
              </p:nvSpPr>
              <p:spPr bwMode="auto">
                <a:xfrm>
                  <a:off x="3286"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72" name="Oval 482"/>
                <p:cNvSpPr>
                  <a:spLocks noChangeArrowheads="1"/>
                </p:cNvSpPr>
                <p:nvPr/>
              </p:nvSpPr>
              <p:spPr bwMode="auto">
                <a:xfrm>
                  <a:off x="3360" y="2496"/>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73" name="Oval 483"/>
                <p:cNvSpPr>
                  <a:spLocks noChangeArrowheads="1"/>
                </p:cNvSpPr>
                <p:nvPr/>
              </p:nvSpPr>
              <p:spPr bwMode="auto">
                <a:xfrm>
                  <a:off x="3142"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74" name="Oval 484"/>
                <p:cNvSpPr>
                  <a:spLocks noChangeArrowheads="1"/>
                </p:cNvSpPr>
                <p:nvPr/>
              </p:nvSpPr>
              <p:spPr bwMode="auto">
                <a:xfrm>
                  <a:off x="3216"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75" name="Oval 485"/>
                <p:cNvSpPr>
                  <a:spLocks noChangeArrowheads="1"/>
                </p:cNvSpPr>
                <p:nvPr/>
              </p:nvSpPr>
              <p:spPr bwMode="auto">
                <a:xfrm>
                  <a:off x="3286"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76" name="Oval 486"/>
                <p:cNvSpPr>
                  <a:spLocks noChangeArrowheads="1"/>
                </p:cNvSpPr>
                <p:nvPr/>
              </p:nvSpPr>
              <p:spPr bwMode="auto">
                <a:xfrm>
                  <a:off x="3360" y="2880"/>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77" name="Oval 487"/>
                <p:cNvSpPr>
                  <a:spLocks noChangeArrowheads="1"/>
                </p:cNvSpPr>
                <p:nvPr/>
              </p:nvSpPr>
              <p:spPr bwMode="auto">
                <a:xfrm>
                  <a:off x="3142"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78" name="Oval 488"/>
                <p:cNvSpPr>
                  <a:spLocks noChangeArrowheads="1"/>
                </p:cNvSpPr>
                <p:nvPr/>
              </p:nvSpPr>
              <p:spPr bwMode="auto">
                <a:xfrm>
                  <a:off x="3216"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79" name="Oval 489"/>
                <p:cNvSpPr>
                  <a:spLocks noChangeArrowheads="1"/>
                </p:cNvSpPr>
                <p:nvPr/>
              </p:nvSpPr>
              <p:spPr bwMode="auto">
                <a:xfrm>
                  <a:off x="3286"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80" name="Oval 490"/>
                <p:cNvSpPr>
                  <a:spLocks noChangeArrowheads="1"/>
                </p:cNvSpPr>
                <p:nvPr/>
              </p:nvSpPr>
              <p:spPr bwMode="auto">
                <a:xfrm>
                  <a:off x="3360" y="268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81" name="Oval 491"/>
                <p:cNvSpPr>
                  <a:spLocks noChangeArrowheads="1"/>
                </p:cNvSpPr>
                <p:nvPr/>
              </p:nvSpPr>
              <p:spPr bwMode="auto">
                <a:xfrm>
                  <a:off x="3142"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82" name="Oval 492"/>
                <p:cNvSpPr>
                  <a:spLocks noChangeArrowheads="1"/>
                </p:cNvSpPr>
                <p:nvPr/>
              </p:nvSpPr>
              <p:spPr bwMode="auto">
                <a:xfrm>
                  <a:off x="3216"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83" name="Oval 493"/>
                <p:cNvSpPr>
                  <a:spLocks noChangeArrowheads="1"/>
                </p:cNvSpPr>
                <p:nvPr/>
              </p:nvSpPr>
              <p:spPr bwMode="auto">
                <a:xfrm>
                  <a:off x="3286"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84" name="Oval 494"/>
                <p:cNvSpPr>
                  <a:spLocks noChangeArrowheads="1"/>
                </p:cNvSpPr>
                <p:nvPr/>
              </p:nvSpPr>
              <p:spPr bwMode="auto">
                <a:xfrm>
                  <a:off x="3360" y="3072"/>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85" name="Oval 495"/>
                <p:cNvSpPr>
                  <a:spLocks noChangeArrowheads="1"/>
                </p:cNvSpPr>
                <p:nvPr/>
              </p:nvSpPr>
              <p:spPr bwMode="auto">
                <a:xfrm>
                  <a:off x="3142"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86" name="Oval 496"/>
                <p:cNvSpPr>
                  <a:spLocks noChangeArrowheads="1"/>
                </p:cNvSpPr>
                <p:nvPr/>
              </p:nvSpPr>
              <p:spPr bwMode="auto">
                <a:xfrm>
                  <a:off x="3216"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87" name="Oval 497"/>
                <p:cNvSpPr>
                  <a:spLocks noChangeArrowheads="1"/>
                </p:cNvSpPr>
                <p:nvPr/>
              </p:nvSpPr>
              <p:spPr bwMode="auto">
                <a:xfrm>
                  <a:off x="3286"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88" name="Oval 498"/>
                <p:cNvSpPr>
                  <a:spLocks noChangeArrowheads="1"/>
                </p:cNvSpPr>
                <p:nvPr/>
              </p:nvSpPr>
              <p:spPr bwMode="auto">
                <a:xfrm>
                  <a:off x="3360" y="3264"/>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129168" name="Line 499"/>
              <p:cNvSpPr>
                <a:spLocks noChangeShapeType="1"/>
              </p:cNvSpPr>
              <p:nvPr/>
            </p:nvSpPr>
            <p:spPr bwMode="auto">
              <a:xfrm>
                <a:off x="3120" y="3936"/>
                <a:ext cx="3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9149" name="Group 500"/>
            <p:cNvGrpSpPr>
              <a:grpSpLocks/>
            </p:cNvGrpSpPr>
            <p:nvPr/>
          </p:nvGrpSpPr>
          <p:grpSpPr bwMode="auto">
            <a:xfrm>
              <a:off x="3536" y="1842"/>
              <a:ext cx="221" cy="1008"/>
              <a:chOff x="3430" y="2928"/>
              <a:chExt cx="221" cy="1008"/>
            </a:xfrm>
          </p:grpSpPr>
          <p:grpSp>
            <p:nvGrpSpPr>
              <p:cNvPr id="129150" name="Group 501"/>
              <p:cNvGrpSpPr>
                <a:grpSpLocks/>
              </p:cNvGrpSpPr>
              <p:nvPr/>
            </p:nvGrpSpPr>
            <p:grpSpPr bwMode="auto">
              <a:xfrm>
                <a:off x="3430" y="2928"/>
                <a:ext cx="221" cy="845"/>
                <a:chOff x="3430" y="2496"/>
                <a:chExt cx="221" cy="845"/>
              </a:xfrm>
            </p:grpSpPr>
            <p:sp>
              <p:nvSpPr>
                <p:cNvPr id="129152" name="Oval 502"/>
                <p:cNvSpPr>
                  <a:spLocks noChangeArrowheads="1"/>
                </p:cNvSpPr>
                <p:nvPr/>
              </p:nvSpPr>
              <p:spPr bwMode="auto">
                <a:xfrm>
                  <a:off x="3430"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53" name="Oval 503"/>
                <p:cNvSpPr>
                  <a:spLocks noChangeArrowheads="1"/>
                </p:cNvSpPr>
                <p:nvPr/>
              </p:nvSpPr>
              <p:spPr bwMode="auto">
                <a:xfrm>
                  <a:off x="3504"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54" name="Oval 504"/>
                <p:cNvSpPr>
                  <a:spLocks noChangeArrowheads="1"/>
                </p:cNvSpPr>
                <p:nvPr/>
              </p:nvSpPr>
              <p:spPr bwMode="auto">
                <a:xfrm>
                  <a:off x="3574"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55" name="Oval 505"/>
                <p:cNvSpPr>
                  <a:spLocks noChangeArrowheads="1"/>
                </p:cNvSpPr>
                <p:nvPr/>
              </p:nvSpPr>
              <p:spPr bwMode="auto">
                <a:xfrm>
                  <a:off x="3430"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56" name="Oval 506"/>
                <p:cNvSpPr>
                  <a:spLocks noChangeArrowheads="1"/>
                </p:cNvSpPr>
                <p:nvPr/>
              </p:nvSpPr>
              <p:spPr bwMode="auto">
                <a:xfrm>
                  <a:off x="3504"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57" name="Oval 507"/>
                <p:cNvSpPr>
                  <a:spLocks noChangeArrowheads="1"/>
                </p:cNvSpPr>
                <p:nvPr/>
              </p:nvSpPr>
              <p:spPr bwMode="auto">
                <a:xfrm>
                  <a:off x="3574"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58" name="Oval 508"/>
                <p:cNvSpPr>
                  <a:spLocks noChangeArrowheads="1"/>
                </p:cNvSpPr>
                <p:nvPr/>
              </p:nvSpPr>
              <p:spPr bwMode="auto">
                <a:xfrm>
                  <a:off x="3430"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59" name="Oval 509"/>
                <p:cNvSpPr>
                  <a:spLocks noChangeArrowheads="1"/>
                </p:cNvSpPr>
                <p:nvPr/>
              </p:nvSpPr>
              <p:spPr bwMode="auto">
                <a:xfrm>
                  <a:off x="3504"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60" name="Oval 510"/>
                <p:cNvSpPr>
                  <a:spLocks noChangeArrowheads="1"/>
                </p:cNvSpPr>
                <p:nvPr/>
              </p:nvSpPr>
              <p:spPr bwMode="auto">
                <a:xfrm>
                  <a:off x="3574"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61" name="Oval 511"/>
                <p:cNvSpPr>
                  <a:spLocks noChangeArrowheads="1"/>
                </p:cNvSpPr>
                <p:nvPr/>
              </p:nvSpPr>
              <p:spPr bwMode="auto">
                <a:xfrm>
                  <a:off x="3430"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62" name="Oval 512"/>
                <p:cNvSpPr>
                  <a:spLocks noChangeArrowheads="1"/>
                </p:cNvSpPr>
                <p:nvPr/>
              </p:nvSpPr>
              <p:spPr bwMode="auto">
                <a:xfrm>
                  <a:off x="3504"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63" name="Oval 513"/>
                <p:cNvSpPr>
                  <a:spLocks noChangeArrowheads="1"/>
                </p:cNvSpPr>
                <p:nvPr/>
              </p:nvSpPr>
              <p:spPr bwMode="auto">
                <a:xfrm>
                  <a:off x="3574"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64" name="Oval 514"/>
                <p:cNvSpPr>
                  <a:spLocks noChangeArrowheads="1"/>
                </p:cNvSpPr>
                <p:nvPr/>
              </p:nvSpPr>
              <p:spPr bwMode="auto">
                <a:xfrm>
                  <a:off x="3430"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65" name="Oval 515"/>
                <p:cNvSpPr>
                  <a:spLocks noChangeArrowheads="1"/>
                </p:cNvSpPr>
                <p:nvPr/>
              </p:nvSpPr>
              <p:spPr bwMode="auto">
                <a:xfrm>
                  <a:off x="3504"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66" name="Oval 516"/>
                <p:cNvSpPr>
                  <a:spLocks noChangeArrowheads="1"/>
                </p:cNvSpPr>
                <p:nvPr/>
              </p:nvSpPr>
              <p:spPr bwMode="auto">
                <a:xfrm>
                  <a:off x="3574"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129151" name="Line 517"/>
              <p:cNvSpPr>
                <a:spLocks noChangeShapeType="1"/>
              </p:cNvSpPr>
              <p:nvPr/>
            </p:nvSpPr>
            <p:spPr bwMode="auto">
              <a:xfrm>
                <a:off x="3456" y="3936"/>
                <a:ext cx="1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300550" name="Group 518"/>
          <p:cNvGrpSpPr>
            <a:grpSpLocks/>
          </p:cNvGrpSpPr>
          <p:nvPr/>
        </p:nvGrpSpPr>
        <p:grpSpPr bwMode="auto">
          <a:xfrm>
            <a:off x="5713413" y="4076700"/>
            <a:ext cx="1036637" cy="1600200"/>
            <a:chOff x="3754" y="1842"/>
            <a:chExt cx="653" cy="1008"/>
          </a:xfrm>
        </p:grpSpPr>
        <p:grpSp>
          <p:nvGrpSpPr>
            <p:cNvPr id="129097" name="Group 519"/>
            <p:cNvGrpSpPr>
              <a:grpSpLocks/>
            </p:cNvGrpSpPr>
            <p:nvPr/>
          </p:nvGrpSpPr>
          <p:grpSpPr bwMode="auto">
            <a:xfrm>
              <a:off x="3754" y="1842"/>
              <a:ext cx="291" cy="1008"/>
              <a:chOff x="3648" y="2928"/>
              <a:chExt cx="291" cy="1008"/>
            </a:xfrm>
          </p:grpSpPr>
          <p:grpSp>
            <p:nvGrpSpPr>
              <p:cNvPr id="129126" name="Group 520"/>
              <p:cNvGrpSpPr>
                <a:grpSpLocks/>
              </p:cNvGrpSpPr>
              <p:nvPr/>
            </p:nvGrpSpPr>
            <p:grpSpPr bwMode="auto">
              <a:xfrm>
                <a:off x="3648" y="2928"/>
                <a:ext cx="291" cy="845"/>
                <a:chOff x="3648" y="2496"/>
                <a:chExt cx="291" cy="845"/>
              </a:xfrm>
            </p:grpSpPr>
            <p:sp>
              <p:nvSpPr>
                <p:cNvPr id="129128" name="Oval 521"/>
                <p:cNvSpPr>
                  <a:spLocks noChangeArrowheads="1"/>
                </p:cNvSpPr>
                <p:nvPr/>
              </p:nvSpPr>
              <p:spPr bwMode="auto">
                <a:xfrm>
                  <a:off x="3648"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29" name="Oval 522"/>
                <p:cNvSpPr>
                  <a:spLocks noChangeArrowheads="1"/>
                </p:cNvSpPr>
                <p:nvPr/>
              </p:nvSpPr>
              <p:spPr bwMode="auto">
                <a:xfrm>
                  <a:off x="3718"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30" name="Oval 523"/>
                <p:cNvSpPr>
                  <a:spLocks noChangeArrowheads="1"/>
                </p:cNvSpPr>
                <p:nvPr/>
              </p:nvSpPr>
              <p:spPr bwMode="auto">
                <a:xfrm>
                  <a:off x="3792" y="2496"/>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31" name="Oval 524"/>
                <p:cNvSpPr>
                  <a:spLocks noChangeArrowheads="1"/>
                </p:cNvSpPr>
                <p:nvPr/>
              </p:nvSpPr>
              <p:spPr bwMode="auto">
                <a:xfrm>
                  <a:off x="3862"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32" name="Oval 525"/>
                <p:cNvSpPr>
                  <a:spLocks noChangeArrowheads="1"/>
                </p:cNvSpPr>
                <p:nvPr/>
              </p:nvSpPr>
              <p:spPr bwMode="auto">
                <a:xfrm>
                  <a:off x="3648"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33" name="Oval 526"/>
                <p:cNvSpPr>
                  <a:spLocks noChangeArrowheads="1"/>
                </p:cNvSpPr>
                <p:nvPr/>
              </p:nvSpPr>
              <p:spPr bwMode="auto">
                <a:xfrm>
                  <a:off x="3718"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34" name="Oval 527"/>
                <p:cNvSpPr>
                  <a:spLocks noChangeArrowheads="1"/>
                </p:cNvSpPr>
                <p:nvPr/>
              </p:nvSpPr>
              <p:spPr bwMode="auto">
                <a:xfrm>
                  <a:off x="3792" y="2880"/>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35" name="Oval 528"/>
                <p:cNvSpPr>
                  <a:spLocks noChangeArrowheads="1"/>
                </p:cNvSpPr>
                <p:nvPr/>
              </p:nvSpPr>
              <p:spPr bwMode="auto">
                <a:xfrm>
                  <a:off x="3862"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36" name="Oval 529"/>
                <p:cNvSpPr>
                  <a:spLocks noChangeArrowheads="1"/>
                </p:cNvSpPr>
                <p:nvPr/>
              </p:nvSpPr>
              <p:spPr bwMode="auto">
                <a:xfrm>
                  <a:off x="3648"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37" name="Oval 530"/>
                <p:cNvSpPr>
                  <a:spLocks noChangeArrowheads="1"/>
                </p:cNvSpPr>
                <p:nvPr/>
              </p:nvSpPr>
              <p:spPr bwMode="auto">
                <a:xfrm>
                  <a:off x="3718"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38" name="Oval 531"/>
                <p:cNvSpPr>
                  <a:spLocks noChangeArrowheads="1"/>
                </p:cNvSpPr>
                <p:nvPr/>
              </p:nvSpPr>
              <p:spPr bwMode="auto">
                <a:xfrm>
                  <a:off x="3792" y="268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39" name="Oval 532"/>
                <p:cNvSpPr>
                  <a:spLocks noChangeArrowheads="1"/>
                </p:cNvSpPr>
                <p:nvPr/>
              </p:nvSpPr>
              <p:spPr bwMode="auto">
                <a:xfrm>
                  <a:off x="3862"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40" name="Oval 533"/>
                <p:cNvSpPr>
                  <a:spLocks noChangeArrowheads="1"/>
                </p:cNvSpPr>
                <p:nvPr/>
              </p:nvSpPr>
              <p:spPr bwMode="auto">
                <a:xfrm>
                  <a:off x="3648"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41" name="Oval 534"/>
                <p:cNvSpPr>
                  <a:spLocks noChangeArrowheads="1"/>
                </p:cNvSpPr>
                <p:nvPr/>
              </p:nvSpPr>
              <p:spPr bwMode="auto">
                <a:xfrm>
                  <a:off x="3718"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42" name="Oval 535"/>
                <p:cNvSpPr>
                  <a:spLocks noChangeArrowheads="1"/>
                </p:cNvSpPr>
                <p:nvPr/>
              </p:nvSpPr>
              <p:spPr bwMode="auto">
                <a:xfrm>
                  <a:off x="3792" y="3072"/>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43" name="Oval 536"/>
                <p:cNvSpPr>
                  <a:spLocks noChangeArrowheads="1"/>
                </p:cNvSpPr>
                <p:nvPr/>
              </p:nvSpPr>
              <p:spPr bwMode="auto">
                <a:xfrm>
                  <a:off x="3862"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44" name="Oval 537"/>
                <p:cNvSpPr>
                  <a:spLocks noChangeArrowheads="1"/>
                </p:cNvSpPr>
                <p:nvPr/>
              </p:nvSpPr>
              <p:spPr bwMode="auto">
                <a:xfrm>
                  <a:off x="3648"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45" name="Oval 538"/>
                <p:cNvSpPr>
                  <a:spLocks noChangeArrowheads="1"/>
                </p:cNvSpPr>
                <p:nvPr/>
              </p:nvSpPr>
              <p:spPr bwMode="auto">
                <a:xfrm>
                  <a:off x="3718"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46" name="Oval 539"/>
                <p:cNvSpPr>
                  <a:spLocks noChangeArrowheads="1"/>
                </p:cNvSpPr>
                <p:nvPr/>
              </p:nvSpPr>
              <p:spPr bwMode="auto">
                <a:xfrm>
                  <a:off x="3792" y="3264"/>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47" name="Oval 540"/>
                <p:cNvSpPr>
                  <a:spLocks noChangeArrowheads="1"/>
                </p:cNvSpPr>
                <p:nvPr/>
              </p:nvSpPr>
              <p:spPr bwMode="auto">
                <a:xfrm>
                  <a:off x="3862"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129127" name="Line 541"/>
              <p:cNvSpPr>
                <a:spLocks noChangeShapeType="1"/>
              </p:cNvSpPr>
              <p:nvPr/>
            </p:nvSpPr>
            <p:spPr bwMode="auto">
              <a:xfrm>
                <a:off x="3648" y="3936"/>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9098" name="Group 542"/>
            <p:cNvGrpSpPr>
              <a:grpSpLocks/>
            </p:cNvGrpSpPr>
            <p:nvPr/>
          </p:nvGrpSpPr>
          <p:grpSpPr bwMode="auto">
            <a:xfrm>
              <a:off x="4042" y="1842"/>
              <a:ext cx="365" cy="1008"/>
              <a:chOff x="3936" y="2928"/>
              <a:chExt cx="365" cy="1008"/>
            </a:xfrm>
          </p:grpSpPr>
          <p:grpSp>
            <p:nvGrpSpPr>
              <p:cNvPr id="129099" name="Group 543"/>
              <p:cNvGrpSpPr>
                <a:grpSpLocks/>
              </p:cNvGrpSpPr>
              <p:nvPr/>
            </p:nvGrpSpPr>
            <p:grpSpPr bwMode="auto">
              <a:xfrm>
                <a:off x="3936" y="2928"/>
                <a:ext cx="365" cy="845"/>
                <a:chOff x="3936" y="2496"/>
                <a:chExt cx="365" cy="845"/>
              </a:xfrm>
            </p:grpSpPr>
            <p:sp>
              <p:nvSpPr>
                <p:cNvPr id="129101" name="Oval 544"/>
                <p:cNvSpPr>
                  <a:spLocks noChangeArrowheads="1"/>
                </p:cNvSpPr>
                <p:nvPr/>
              </p:nvSpPr>
              <p:spPr bwMode="auto">
                <a:xfrm>
                  <a:off x="3936"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02" name="Oval 545"/>
                <p:cNvSpPr>
                  <a:spLocks noChangeArrowheads="1"/>
                </p:cNvSpPr>
                <p:nvPr/>
              </p:nvSpPr>
              <p:spPr bwMode="auto">
                <a:xfrm>
                  <a:off x="4006"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03" name="Oval 546"/>
                <p:cNvSpPr>
                  <a:spLocks noChangeArrowheads="1"/>
                </p:cNvSpPr>
                <p:nvPr/>
              </p:nvSpPr>
              <p:spPr bwMode="auto">
                <a:xfrm>
                  <a:off x="4080"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04" name="Oval 547"/>
                <p:cNvSpPr>
                  <a:spLocks noChangeArrowheads="1"/>
                </p:cNvSpPr>
                <p:nvPr/>
              </p:nvSpPr>
              <p:spPr bwMode="auto">
                <a:xfrm>
                  <a:off x="4150"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05" name="Oval 548"/>
                <p:cNvSpPr>
                  <a:spLocks noChangeArrowheads="1"/>
                </p:cNvSpPr>
                <p:nvPr/>
              </p:nvSpPr>
              <p:spPr bwMode="auto">
                <a:xfrm>
                  <a:off x="4224"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06" name="Oval 549"/>
                <p:cNvSpPr>
                  <a:spLocks noChangeArrowheads="1"/>
                </p:cNvSpPr>
                <p:nvPr/>
              </p:nvSpPr>
              <p:spPr bwMode="auto">
                <a:xfrm>
                  <a:off x="3936"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07" name="Oval 550"/>
                <p:cNvSpPr>
                  <a:spLocks noChangeArrowheads="1"/>
                </p:cNvSpPr>
                <p:nvPr/>
              </p:nvSpPr>
              <p:spPr bwMode="auto">
                <a:xfrm>
                  <a:off x="4006"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08" name="Oval 551"/>
                <p:cNvSpPr>
                  <a:spLocks noChangeArrowheads="1"/>
                </p:cNvSpPr>
                <p:nvPr/>
              </p:nvSpPr>
              <p:spPr bwMode="auto">
                <a:xfrm>
                  <a:off x="4080"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09" name="Oval 552"/>
                <p:cNvSpPr>
                  <a:spLocks noChangeArrowheads="1"/>
                </p:cNvSpPr>
                <p:nvPr/>
              </p:nvSpPr>
              <p:spPr bwMode="auto">
                <a:xfrm>
                  <a:off x="4150"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10" name="Oval 553"/>
                <p:cNvSpPr>
                  <a:spLocks noChangeArrowheads="1"/>
                </p:cNvSpPr>
                <p:nvPr/>
              </p:nvSpPr>
              <p:spPr bwMode="auto">
                <a:xfrm>
                  <a:off x="4224"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11" name="Oval 554"/>
                <p:cNvSpPr>
                  <a:spLocks noChangeArrowheads="1"/>
                </p:cNvSpPr>
                <p:nvPr/>
              </p:nvSpPr>
              <p:spPr bwMode="auto">
                <a:xfrm>
                  <a:off x="3936"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12" name="Oval 555"/>
                <p:cNvSpPr>
                  <a:spLocks noChangeArrowheads="1"/>
                </p:cNvSpPr>
                <p:nvPr/>
              </p:nvSpPr>
              <p:spPr bwMode="auto">
                <a:xfrm>
                  <a:off x="4006"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13" name="Oval 556"/>
                <p:cNvSpPr>
                  <a:spLocks noChangeArrowheads="1"/>
                </p:cNvSpPr>
                <p:nvPr/>
              </p:nvSpPr>
              <p:spPr bwMode="auto">
                <a:xfrm>
                  <a:off x="4080"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14" name="Oval 557"/>
                <p:cNvSpPr>
                  <a:spLocks noChangeArrowheads="1"/>
                </p:cNvSpPr>
                <p:nvPr/>
              </p:nvSpPr>
              <p:spPr bwMode="auto">
                <a:xfrm>
                  <a:off x="4150"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15" name="Oval 558"/>
                <p:cNvSpPr>
                  <a:spLocks noChangeArrowheads="1"/>
                </p:cNvSpPr>
                <p:nvPr/>
              </p:nvSpPr>
              <p:spPr bwMode="auto">
                <a:xfrm>
                  <a:off x="4224"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16" name="Oval 559"/>
                <p:cNvSpPr>
                  <a:spLocks noChangeArrowheads="1"/>
                </p:cNvSpPr>
                <p:nvPr/>
              </p:nvSpPr>
              <p:spPr bwMode="auto">
                <a:xfrm>
                  <a:off x="3936"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17" name="Oval 560"/>
                <p:cNvSpPr>
                  <a:spLocks noChangeArrowheads="1"/>
                </p:cNvSpPr>
                <p:nvPr/>
              </p:nvSpPr>
              <p:spPr bwMode="auto">
                <a:xfrm>
                  <a:off x="4006"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18" name="Oval 561"/>
                <p:cNvSpPr>
                  <a:spLocks noChangeArrowheads="1"/>
                </p:cNvSpPr>
                <p:nvPr/>
              </p:nvSpPr>
              <p:spPr bwMode="auto">
                <a:xfrm>
                  <a:off x="4080"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19" name="Oval 562"/>
                <p:cNvSpPr>
                  <a:spLocks noChangeArrowheads="1"/>
                </p:cNvSpPr>
                <p:nvPr/>
              </p:nvSpPr>
              <p:spPr bwMode="auto">
                <a:xfrm>
                  <a:off x="4150"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20" name="Oval 563"/>
                <p:cNvSpPr>
                  <a:spLocks noChangeArrowheads="1"/>
                </p:cNvSpPr>
                <p:nvPr/>
              </p:nvSpPr>
              <p:spPr bwMode="auto">
                <a:xfrm>
                  <a:off x="4224"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21" name="Oval 564"/>
                <p:cNvSpPr>
                  <a:spLocks noChangeArrowheads="1"/>
                </p:cNvSpPr>
                <p:nvPr/>
              </p:nvSpPr>
              <p:spPr bwMode="auto">
                <a:xfrm>
                  <a:off x="3936"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22" name="Oval 565"/>
                <p:cNvSpPr>
                  <a:spLocks noChangeArrowheads="1"/>
                </p:cNvSpPr>
                <p:nvPr/>
              </p:nvSpPr>
              <p:spPr bwMode="auto">
                <a:xfrm>
                  <a:off x="4006"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23" name="Oval 566"/>
                <p:cNvSpPr>
                  <a:spLocks noChangeArrowheads="1"/>
                </p:cNvSpPr>
                <p:nvPr/>
              </p:nvSpPr>
              <p:spPr bwMode="auto">
                <a:xfrm>
                  <a:off x="4080"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24" name="Oval 567"/>
                <p:cNvSpPr>
                  <a:spLocks noChangeArrowheads="1"/>
                </p:cNvSpPr>
                <p:nvPr/>
              </p:nvSpPr>
              <p:spPr bwMode="auto">
                <a:xfrm>
                  <a:off x="4150"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25" name="Oval 568"/>
                <p:cNvSpPr>
                  <a:spLocks noChangeArrowheads="1"/>
                </p:cNvSpPr>
                <p:nvPr/>
              </p:nvSpPr>
              <p:spPr bwMode="auto">
                <a:xfrm>
                  <a:off x="4224"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129100" name="Line 569"/>
              <p:cNvSpPr>
                <a:spLocks noChangeShapeType="1"/>
              </p:cNvSpPr>
              <p:nvPr/>
            </p:nvSpPr>
            <p:spPr bwMode="auto">
              <a:xfrm>
                <a:off x="3936" y="3936"/>
                <a:ext cx="3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300602" name="Group 570"/>
          <p:cNvGrpSpPr>
            <a:grpSpLocks/>
          </p:cNvGrpSpPr>
          <p:nvPr/>
        </p:nvGrpSpPr>
        <p:grpSpPr bwMode="auto">
          <a:xfrm>
            <a:off x="6704013" y="4076700"/>
            <a:ext cx="731837" cy="1600200"/>
            <a:chOff x="4272" y="2928"/>
            <a:chExt cx="461" cy="1008"/>
          </a:xfrm>
        </p:grpSpPr>
        <p:grpSp>
          <p:nvGrpSpPr>
            <p:cNvPr id="129065" name="Group 571"/>
            <p:cNvGrpSpPr>
              <a:grpSpLocks/>
            </p:cNvGrpSpPr>
            <p:nvPr/>
          </p:nvGrpSpPr>
          <p:grpSpPr bwMode="auto">
            <a:xfrm>
              <a:off x="4294" y="2928"/>
              <a:ext cx="439" cy="845"/>
              <a:chOff x="4294" y="2496"/>
              <a:chExt cx="439" cy="845"/>
            </a:xfrm>
          </p:grpSpPr>
          <p:sp>
            <p:nvSpPr>
              <p:cNvPr id="129067" name="Oval 572"/>
              <p:cNvSpPr>
                <a:spLocks noChangeArrowheads="1"/>
              </p:cNvSpPr>
              <p:nvPr/>
            </p:nvSpPr>
            <p:spPr bwMode="auto">
              <a:xfrm>
                <a:off x="4294"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68" name="Oval 573"/>
              <p:cNvSpPr>
                <a:spLocks noChangeArrowheads="1"/>
              </p:cNvSpPr>
              <p:nvPr/>
            </p:nvSpPr>
            <p:spPr bwMode="auto">
              <a:xfrm>
                <a:off x="4368"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69" name="Oval 574"/>
              <p:cNvSpPr>
                <a:spLocks noChangeArrowheads="1"/>
              </p:cNvSpPr>
              <p:nvPr/>
            </p:nvSpPr>
            <p:spPr bwMode="auto">
              <a:xfrm>
                <a:off x="4438"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70" name="Oval 575"/>
              <p:cNvSpPr>
                <a:spLocks noChangeArrowheads="1"/>
              </p:cNvSpPr>
              <p:nvPr/>
            </p:nvSpPr>
            <p:spPr bwMode="auto">
              <a:xfrm>
                <a:off x="4512"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71" name="Oval 576"/>
              <p:cNvSpPr>
                <a:spLocks noChangeArrowheads="1"/>
              </p:cNvSpPr>
              <p:nvPr/>
            </p:nvSpPr>
            <p:spPr bwMode="auto">
              <a:xfrm>
                <a:off x="4582"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72" name="Oval 577"/>
              <p:cNvSpPr>
                <a:spLocks noChangeArrowheads="1"/>
              </p:cNvSpPr>
              <p:nvPr/>
            </p:nvSpPr>
            <p:spPr bwMode="auto">
              <a:xfrm>
                <a:off x="4656"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73" name="Oval 578"/>
              <p:cNvSpPr>
                <a:spLocks noChangeArrowheads="1"/>
              </p:cNvSpPr>
              <p:nvPr/>
            </p:nvSpPr>
            <p:spPr bwMode="auto">
              <a:xfrm>
                <a:off x="4294"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74" name="Oval 579"/>
              <p:cNvSpPr>
                <a:spLocks noChangeArrowheads="1"/>
              </p:cNvSpPr>
              <p:nvPr/>
            </p:nvSpPr>
            <p:spPr bwMode="auto">
              <a:xfrm>
                <a:off x="4368"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75" name="Oval 580"/>
              <p:cNvSpPr>
                <a:spLocks noChangeArrowheads="1"/>
              </p:cNvSpPr>
              <p:nvPr/>
            </p:nvSpPr>
            <p:spPr bwMode="auto">
              <a:xfrm>
                <a:off x="4438"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76" name="Oval 581"/>
              <p:cNvSpPr>
                <a:spLocks noChangeArrowheads="1"/>
              </p:cNvSpPr>
              <p:nvPr/>
            </p:nvSpPr>
            <p:spPr bwMode="auto">
              <a:xfrm>
                <a:off x="4512"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77" name="Oval 582"/>
              <p:cNvSpPr>
                <a:spLocks noChangeArrowheads="1"/>
              </p:cNvSpPr>
              <p:nvPr/>
            </p:nvSpPr>
            <p:spPr bwMode="auto">
              <a:xfrm>
                <a:off x="4582"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78" name="Oval 583"/>
              <p:cNvSpPr>
                <a:spLocks noChangeArrowheads="1"/>
              </p:cNvSpPr>
              <p:nvPr/>
            </p:nvSpPr>
            <p:spPr bwMode="auto">
              <a:xfrm>
                <a:off x="4656"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79" name="Oval 584"/>
              <p:cNvSpPr>
                <a:spLocks noChangeArrowheads="1"/>
              </p:cNvSpPr>
              <p:nvPr/>
            </p:nvSpPr>
            <p:spPr bwMode="auto">
              <a:xfrm>
                <a:off x="4294"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80" name="Oval 585"/>
              <p:cNvSpPr>
                <a:spLocks noChangeArrowheads="1"/>
              </p:cNvSpPr>
              <p:nvPr/>
            </p:nvSpPr>
            <p:spPr bwMode="auto">
              <a:xfrm>
                <a:off x="4368"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81" name="Oval 586"/>
              <p:cNvSpPr>
                <a:spLocks noChangeArrowheads="1"/>
              </p:cNvSpPr>
              <p:nvPr/>
            </p:nvSpPr>
            <p:spPr bwMode="auto">
              <a:xfrm>
                <a:off x="4438"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82" name="Oval 587"/>
              <p:cNvSpPr>
                <a:spLocks noChangeArrowheads="1"/>
              </p:cNvSpPr>
              <p:nvPr/>
            </p:nvSpPr>
            <p:spPr bwMode="auto">
              <a:xfrm>
                <a:off x="4512"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83" name="Oval 588"/>
              <p:cNvSpPr>
                <a:spLocks noChangeArrowheads="1"/>
              </p:cNvSpPr>
              <p:nvPr/>
            </p:nvSpPr>
            <p:spPr bwMode="auto">
              <a:xfrm>
                <a:off x="4582"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84" name="Oval 589"/>
              <p:cNvSpPr>
                <a:spLocks noChangeArrowheads="1"/>
              </p:cNvSpPr>
              <p:nvPr/>
            </p:nvSpPr>
            <p:spPr bwMode="auto">
              <a:xfrm>
                <a:off x="4656"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85" name="Oval 590"/>
              <p:cNvSpPr>
                <a:spLocks noChangeArrowheads="1"/>
              </p:cNvSpPr>
              <p:nvPr/>
            </p:nvSpPr>
            <p:spPr bwMode="auto">
              <a:xfrm>
                <a:off x="4294"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86" name="Oval 591"/>
              <p:cNvSpPr>
                <a:spLocks noChangeArrowheads="1"/>
              </p:cNvSpPr>
              <p:nvPr/>
            </p:nvSpPr>
            <p:spPr bwMode="auto">
              <a:xfrm>
                <a:off x="4368"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87" name="Oval 592"/>
              <p:cNvSpPr>
                <a:spLocks noChangeArrowheads="1"/>
              </p:cNvSpPr>
              <p:nvPr/>
            </p:nvSpPr>
            <p:spPr bwMode="auto">
              <a:xfrm>
                <a:off x="4438"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88" name="Oval 593"/>
              <p:cNvSpPr>
                <a:spLocks noChangeArrowheads="1"/>
              </p:cNvSpPr>
              <p:nvPr/>
            </p:nvSpPr>
            <p:spPr bwMode="auto">
              <a:xfrm>
                <a:off x="4512"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89" name="Oval 594"/>
              <p:cNvSpPr>
                <a:spLocks noChangeArrowheads="1"/>
              </p:cNvSpPr>
              <p:nvPr/>
            </p:nvSpPr>
            <p:spPr bwMode="auto">
              <a:xfrm>
                <a:off x="4582"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90" name="Oval 595"/>
              <p:cNvSpPr>
                <a:spLocks noChangeArrowheads="1"/>
              </p:cNvSpPr>
              <p:nvPr/>
            </p:nvSpPr>
            <p:spPr bwMode="auto">
              <a:xfrm>
                <a:off x="4656"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91" name="Oval 596"/>
              <p:cNvSpPr>
                <a:spLocks noChangeArrowheads="1"/>
              </p:cNvSpPr>
              <p:nvPr/>
            </p:nvSpPr>
            <p:spPr bwMode="auto">
              <a:xfrm>
                <a:off x="4294"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92" name="Oval 597"/>
              <p:cNvSpPr>
                <a:spLocks noChangeArrowheads="1"/>
              </p:cNvSpPr>
              <p:nvPr/>
            </p:nvSpPr>
            <p:spPr bwMode="auto">
              <a:xfrm>
                <a:off x="4368"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93" name="Oval 598"/>
              <p:cNvSpPr>
                <a:spLocks noChangeArrowheads="1"/>
              </p:cNvSpPr>
              <p:nvPr/>
            </p:nvSpPr>
            <p:spPr bwMode="auto">
              <a:xfrm>
                <a:off x="4438"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94" name="Oval 599"/>
              <p:cNvSpPr>
                <a:spLocks noChangeArrowheads="1"/>
              </p:cNvSpPr>
              <p:nvPr/>
            </p:nvSpPr>
            <p:spPr bwMode="auto">
              <a:xfrm>
                <a:off x="4512"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95" name="Oval 600"/>
              <p:cNvSpPr>
                <a:spLocks noChangeArrowheads="1"/>
              </p:cNvSpPr>
              <p:nvPr/>
            </p:nvSpPr>
            <p:spPr bwMode="auto">
              <a:xfrm>
                <a:off x="4582"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96" name="Oval 601"/>
              <p:cNvSpPr>
                <a:spLocks noChangeArrowheads="1"/>
              </p:cNvSpPr>
              <p:nvPr/>
            </p:nvSpPr>
            <p:spPr bwMode="auto">
              <a:xfrm>
                <a:off x="4656"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129066" name="Line 602"/>
            <p:cNvSpPr>
              <a:spLocks noChangeShapeType="1"/>
            </p:cNvSpPr>
            <p:nvPr/>
          </p:nvSpPr>
          <p:spPr bwMode="auto">
            <a:xfrm>
              <a:off x="4272" y="3936"/>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00635" name="Group 603"/>
          <p:cNvGrpSpPr>
            <a:grpSpLocks/>
          </p:cNvGrpSpPr>
          <p:nvPr/>
        </p:nvGrpSpPr>
        <p:grpSpPr bwMode="auto">
          <a:xfrm>
            <a:off x="1370013" y="4076700"/>
            <a:ext cx="6405562" cy="1985963"/>
            <a:chOff x="912" y="2928"/>
            <a:chExt cx="4035" cy="1251"/>
          </a:xfrm>
        </p:grpSpPr>
        <p:grpSp>
          <p:nvGrpSpPr>
            <p:cNvPr id="129045" name="Group 604"/>
            <p:cNvGrpSpPr>
              <a:grpSpLocks/>
            </p:cNvGrpSpPr>
            <p:nvPr/>
          </p:nvGrpSpPr>
          <p:grpSpPr bwMode="auto">
            <a:xfrm>
              <a:off x="4726" y="2928"/>
              <a:ext cx="221" cy="845"/>
              <a:chOff x="4726" y="2496"/>
              <a:chExt cx="221" cy="845"/>
            </a:xfrm>
          </p:grpSpPr>
          <p:sp>
            <p:nvSpPr>
              <p:cNvPr id="129050" name="Oval 605"/>
              <p:cNvSpPr>
                <a:spLocks noChangeArrowheads="1"/>
              </p:cNvSpPr>
              <p:nvPr/>
            </p:nvSpPr>
            <p:spPr bwMode="auto">
              <a:xfrm>
                <a:off x="4726"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51" name="Oval 606"/>
              <p:cNvSpPr>
                <a:spLocks noChangeArrowheads="1"/>
              </p:cNvSpPr>
              <p:nvPr/>
            </p:nvSpPr>
            <p:spPr bwMode="auto">
              <a:xfrm>
                <a:off x="4800"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52" name="Oval 607"/>
              <p:cNvSpPr>
                <a:spLocks noChangeArrowheads="1"/>
              </p:cNvSpPr>
              <p:nvPr/>
            </p:nvSpPr>
            <p:spPr bwMode="auto">
              <a:xfrm>
                <a:off x="4870"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53" name="Oval 608"/>
              <p:cNvSpPr>
                <a:spLocks noChangeArrowheads="1"/>
              </p:cNvSpPr>
              <p:nvPr/>
            </p:nvSpPr>
            <p:spPr bwMode="auto">
              <a:xfrm>
                <a:off x="4726"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54" name="Oval 609"/>
              <p:cNvSpPr>
                <a:spLocks noChangeArrowheads="1"/>
              </p:cNvSpPr>
              <p:nvPr/>
            </p:nvSpPr>
            <p:spPr bwMode="auto">
              <a:xfrm>
                <a:off x="4800"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55" name="Oval 610"/>
              <p:cNvSpPr>
                <a:spLocks noChangeArrowheads="1"/>
              </p:cNvSpPr>
              <p:nvPr/>
            </p:nvSpPr>
            <p:spPr bwMode="auto">
              <a:xfrm>
                <a:off x="4870"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56" name="Oval 611"/>
              <p:cNvSpPr>
                <a:spLocks noChangeArrowheads="1"/>
              </p:cNvSpPr>
              <p:nvPr/>
            </p:nvSpPr>
            <p:spPr bwMode="auto">
              <a:xfrm>
                <a:off x="4726"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57" name="Oval 612"/>
              <p:cNvSpPr>
                <a:spLocks noChangeArrowheads="1"/>
              </p:cNvSpPr>
              <p:nvPr/>
            </p:nvSpPr>
            <p:spPr bwMode="auto">
              <a:xfrm>
                <a:off x="4800"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58" name="Oval 613"/>
              <p:cNvSpPr>
                <a:spLocks noChangeArrowheads="1"/>
              </p:cNvSpPr>
              <p:nvPr/>
            </p:nvSpPr>
            <p:spPr bwMode="auto">
              <a:xfrm>
                <a:off x="4870"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59" name="Oval 614"/>
              <p:cNvSpPr>
                <a:spLocks noChangeArrowheads="1"/>
              </p:cNvSpPr>
              <p:nvPr/>
            </p:nvSpPr>
            <p:spPr bwMode="auto">
              <a:xfrm>
                <a:off x="4726"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60" name="Oval 615"/>
              <p:cNvSpPr>
                <a:spLocks noChangeArrowheads="1"/>
              </p:cNvSpPr>
              <p:nvPr/>
            </p:nvSpPr>
            <p:spPr bwMode="auto">
              <a:xfrm>
                <a:off x="4800"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61" name="Oval 616"/>
              <p:cNvSpPr>
                <a:spLocks noChangeArrowheads="1"/>
              </p:cNvSpPr>
              <p:nvPr/>
            </p:nvSpPr>
            <p:spPr bwMode="auto">
              <a:xfrm>
                <a:off x="4870"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62" name="Oval 617"/>
              <p:cNvSpPr>
                <a:spLocks noChangeArrowheads="1"/>
              </p:cNvSpPr>
              <p:nvPr/>
            </p:nvSpPr>
            <p:spPr bwMode="auto">
              <a:xfrm>
                <a:off x="4726"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63" name="Oval 618"/>
              <p:cNvSpPr>
                <a:spLocks noChangeArrowheads="1"/>
              </p:cNvSpPr>
              <p:nvPr/>
            </p:nvSpPr>
            <p:spPr bwMode="auto">
              <a:xfrm>
                <a:off x="4800"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64" name="Oval 619"/>
              <p:cNvSpPr>
                <a:spLocks noChangeArrowheads="1"/>
              </p:cNvSpPr>
              <p:nvPr/>
            </p:nvSpPr>
            <p:spPr bwMode="auto">
              <a:xfrm>
                <a:off x="4870"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129046" name="Line 620"/>
            <p:cNvSpPr>
              <a:spLocks noChangeShapeType="1"/>
            </p:cNvSpPr>
            <p:nvPr/>
          </p:nvSpPr>
          <p:spPr bwMode="auto">
            <a:xfrm>
              <a:off x="4944" y="3840"/>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9047" name="Text Box 621"/>
            <p:cNvSpPr txBox="1">
              <a:spLocks noChangeArrowheads="1"/>
            </p:cNvSpPr>
            <p:nvPr/>
          </p:nvSpPr>
          <p:spPr bwMode="auto">
            <a:xfrm>
              <a:off x="2592" y="3888"/>
              <a:ext cx="65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kumimoji="1" lang="en-US" altLang="zh-CN" sz="2400" b="1">
                  <a:latin typeface="Arial" panose="020B0604020202020204" pitchFamily="34" charset="0"/>
                  <a:ea typeface="楷体" panose="02010609060101010101" pitchFamily="49" charset="-122"/>
                  <a:cs typeface="Arial" panose="020B0604020202020204" pitchFamily="34" charset="0"/>
                </a:rPr>
                <a:t>hours</a:t>
              </a:r>
            </a:p>
          </p:txBody>
        </p:sp>
        <p:sp>
          <p:nvSpPr>
            <p:cNvPr id="129048" name="Line 622"/>
            <p:cNvSpPr>
              <a:spLocks noChangeShapeType="1"/>
            </p:cNvSpPr>
            <p:nvPr/>
          </p:nvSpPr>
          <p:spPr bwMode="auto">
            <a:xfrm>
              <a:off x="4704" y="3936"/>
              <a:ext cx="24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9049" name="Line 623"/>
            <p:cNvSpPr>
              <a:spLocks noChangeShapeType="1"/>
            </p:cNvSpPr>
            <p:nvPr/>
          </p:nvSpPr>
          <p:spPr bwMode="auto">
            <a:xfrm flipH="1">
              <a:off x="912" y="3936"/>
              <a:ext cx="9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00656" name="Rectangle 624"/>
          <p:cNvSpPr>
            <a:spLocks/>
          </p:cNvSpPr>
          <p:nvPr/>
        </p:nvSpPr>
        <p:spPr bwMode="auto">
          <a:xfrm>
            <a:off x="1006475" y="3429000"/>
            <a:ext cx="7705725" cy="633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kumimoji="1" lang="zh-CN" altLang="en-US" sz="2400" b="1">
                <a:latin typeface="楷体" panose="02010609060101010101" pitchFamily="49" charset="-122"/>
                <a:ea typeface="楷体" panose="02010609060101010101" pitchFamily="49" charset="-122"/>
              </a:rPr>
              <a:t>活性自由基共聚中聚合物链的序列及其长度：</a:t>
            </a:r>
          </a:p>
        </p:txBody>
      </p:sp>
      <p:sp>
        <p:nvSpPr>
          <p:cNvPr id="3" name="矩形 2">
            <a:extLst>
              <a:ext uri="{FF2B5EF4-FFF2-40B4-BE49-F238E27FC236}">
                <a16:creationId xmlns:a16="http://schemas.microsoft.com/office/drawing/2014/main" id="{EFA0079C-3D2D-4056-AE95-5FC691485711}"/>
              </a:ext>
            </a:extLst>
          </p:cNvPr>
          <p:cNvSpPr/>
          <p:nvPr/>
        </p:nvSpPr>
        <p:spPr>
          <a:xfrm>
            <a:off x="8316416" y="-34973"/>
            <a:ext cx="906017" cy="523220"/>
          </a:xfrm>
          <a:prstGeom prst="rect">
            <a:avLst/>
          </a:prstGeom>
        </p:spPr>
        <p:txBody>
          <a:bodyPr wrap="none">
            <a:spAutoFit/>
          </a:bodyPr>
          <a:lstStyle/>
          <a:p>
            <a:pPr>
              <a:defRPr/>
            </a:pPr>
            <a:r>
              <a:rPr lang="zh-CN" altLang="en-US" sz="2800" b="1" dirty="0">
                <a:solidFill>
                  <a:schemeClr val="bg1"/>
                </a:solidFill>
                <a:highlight>
                  <a:srgbClr val="800000"/>
                </a:highlight>
                <a:latin typeface="楷体" panose="02010609060101010101" pitchFamily="49" charset="-122"/>
                <a:ea typeface="楷体" panose="02010609060101010101" pitchFamily="49" charset="-122"/>
              </a:rPr>
              <a:t>卡片</a:t>
            </a:r>
            <a:endParaRPr lang="zh-CN" altLang="en-US" sz="2800" dirty="0">
              <a:solidFill>
                <a:schemeClr val="bg1"/>
              </a:solidFill>
              <a:highlight>
                <a:srgbClr val="800000"/>
              </a:highlight>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00282"/>
                                        </p:tgtEl>
                                        <p:attrNameLst>
                                          <p:attrName>style.visibility</p:attrName>
                                        </p:attrNameLst>
                                      </p:cBhvr>
                                      <p:to>
                                        <p:strVal val="visible"/>
                                      </p:to>
                                    </p:set>
                                    <p:anim calcmode="lin" valueType="num">
                                      <p:cBhvr additive="base">
                                        <p:cTn id="7" dur="500" fill="hold"/>
                                        <p:tgtEl>
                                          <p:spTgt spid="300282"/>
                                        </p:tgtEl>
                                        <p:attrNameLst>
                                          <p:attrName>ppt_x</p:attrName>
                                        </p:attrNameLst>
                                      </p:cBhvr>
                                      <p:tavLst>
                                        <p:tav tm="0">
                                          <p:val>
                                            <p:strVal val="#ppt_x"/>
                                          </p:val>
                                        </p:tav>
                                        <p:tav tm="100000">
                                          <p:val>
                                            <p:strVal val="#ppt_x"/>
                                          </p:val>
                                        </p:tav>
                                      </p:tavLst>
                                    </p:anim>
                                    <p:anim calcmode="lin" valueType="num">
                                      <p:cBhvr additive="base">
                                        <p:cTn id="8" dur="500" fill="hold"/>
                                        <p:tgtEl>
                                          <p:spTgt spid="30028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00297"/>
                                        </p:tgtEl>
                                        <p:attrNameLst>
                                          <p:attrName>style.visibility</p:attrName>
                                        </p:attrNameLst>
                                      </p:cBhvr>
                                      <p:to>
                                        <p:strVal val="visible"/>
                                      </p:to>
                                    </p:set>
                                    <p:anim calcmode="lin" valueType="num">
                                      <p:cBhvr additive="base">
                                        <p:cTn id="11" dur="500" fill="hold"/>
                                        <p:tgtEl>
                                          <p:spTgt spid="300297"/>
                                        </p:tgtEl>
                                        <p:attrNameLst>
                                          <p:attrName>ppt_x</p:attrName>
                                        </p:attrNameLst>
                                      </p:cBhvr>
                                      <p:tavLst>
                                        <p:tav tm="0">
                                          <p:val>
                                            <p:strVal val="#ppt_x"/>
                                          </p:val>
                                        </p:tav>
                                        <p:tav tm="100000">
                                          <p:val>
                                            <p:strVal val="#ppt_x"/>
                                          </p:val>
                                        </p:tav>
                                      </p:tavLst>
                                    </p:anim>
                                    <p:anim calcmode="lin" valueType="num">
                                      <p:cBhvr additive="base">
                                        <p:cTn id="12" dur="500" fill="hold"/>
                                        <p:tgtEl>
                                          <p:spTgt spid="300297"/>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00362"/>
                                        </p:tgtEl>
                                        <p:attrNameLst>
                                          <p:attrName>style.visibility</p:attrName>
                                        </p:attrNameLst>
                                      </p:cBhvr>
                                      <p:to>
                                        <p:strVal val="visible"/>
                                      </p:to>
                                    </p:set>
                                    <p:anim calcmode="lin" valueType="num">
                                      <p:cBhvr additive="base">
                                        <p:cTn id="15" dur="500" fill="hold"/>
                                        <p:tgtEl>
                                          <p:spTgt spid="300362"/>
                                        </p:tgtEl>
                                        <p:attrNameLst>
                                          <p:attrName>ppt_x</p:attrName>
                                        </p:attrNameLst>
                                      </p:cBhvr>
                                      <p:tavLst>
                                        <p:tav tm="0">
                                          <p:val>
                                            <p:strVal val="#ppt_x"/>
                                          </p:val>
                                        </p:tav>
                                        <p:tav tm="100000">
                                          <p:val>
                                            <p:strVal val="#ppt_x"/>
                                          </p:val>
                                        </p:tav>
                                      </p:tavLst>
                                    </p:anim>
                                    <p:anim calcmode="lin" valueType="num">
                                      <p:cBhvr additive="base">
                                        <p:cTn id="16" dur="500" fill="hold"/>
                                        <p:tgtEl>
                                          <p:spTgt spid="300362"/>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00370"/>
                                        </p:tgtEl>
                                        <p:attrNameLst>
                                          <p:attrName>style.visibility</p:attrName>
                                        </p:attrNameLst>
                                      </p:cBhvr>
                                      <p:to>
                                        <p:strVal val="visible"/>
                                      </p:to>
                                    </p:set>
                                    <p:anim calcmode="lin" valueType="num">
                                      <p:cBhvr additive="base">
                                        <p:cTn id="19" dur="500" fill="hold"/>
                                        <p:tgtEl>
                                          <p:spTgt spid="300370"/>
                                        </p:tgtEl>
                                        <p:attrNameLst>
                                          <p:attrName>ppt_x</p:attrName>
                                        </p:attrNameLst>
                                      </p:cBhvr>
                                      <p:tavLst>
                                        <p:tav tm="0">
                                          <p:val>
                                            <p:strVal val="#ppt_x"/>
                                          </p:val>
                                        </p:tav>
                                        <p:tav tm="100000">
                                          <p:val>
                                            <p:strVal val="#ppt_x"/>
                                          </p:val>
                                        </p:tav>
                                      </p:tavLst>
                                    </p:anim>
                                    <p:anim calcmode="lin" valueType="num">
                                      <p:cBhvr additive="base">
                                        <p:cTn id="20" dur="500" fill="hold"/>
                                        <p:tgtEl>
                                          <p:spTgt spid="300370"/>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00429"/>
                                        </p:tgtEl>
                                        <p:attrNameLst>
                                          <p:attrName>style.visibility</p:attrName>
                                        </p:attrNameLst>
                                      </p:cBhvr>
                                      <p:to>
                                        <p:strVal val="visible"/>
                                      </p:to>
                                    </p:set>
                                    <p:anim calcmode="lin" valueType="num">
                                      <p:cBhvr additive="base">
                                        <p:cTn id="23" dur="500" fill="hold"/>
                                        <p:tgtEl>
                                          <p:spTgt spid="300429"/>
                                        </p:tgtEl>
                                        <p:attrNameLst>
                                          <p:attrName>ppt_x</p:attrName>
                                        </p:attrNameLst>
                                      </p:cBhvr>
                                      <p:tavLst>
                                        <p:tav tm="0">
                                          <p:val>
                                            <p:strVal val="#ppt_x"/>
                                          </p:val>
                                        </p:tav>
                                        <p:tav tm="100000">
                                          <p:val>
                                            <p:strVal val="#ppt_x"/>
                                          </p:val>
                                        </p:tav>
                                      </p:tavLst>
                                    </p:anim>
                                    <p:anim calcmode="lin" valueType="num">
                                      <p:cBhvr additive="base">
                                        <p:cTn id="24" dur="500" fill="hold"/>
                                        <p:tgtEl>
                                          <p:spTgt spid="300429"/>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00485"/>
                                        </p:tgtEl>
                                        <p:attrNameLst>
                                          <p:attrName>style.visibility</p:attrName>
                                        </p:attrNameLst>
                                      </p:cBhvr>
                                      <p:to>
                                        <p:strVal val="visible"/>
                                      </p:to>
                                    </p:set>
                                    <p:anim calcmode="lin" valueType="num">
                                      <p:cBhvr additive="base">
                                        <p:cTn id="27" dur="500" fill="hold"/>
                                        <p:tgtEl>
                                          <p:spTgt spid="300485"/>
                                        </p:tgtEl>
                                        <p:attrNameLst>
                                          <p:attrName>ppt_x</p:attrName>
                                        </p:attrNameLst>
                                      </p:cBhvr>
                                      <p:tavLst>
                                        <p:tav tm="0">
                                          <p:val>
                                            <p:strVal val="#ppt_x"/>
                                          </p:val>
                                        </p:tav>
                                        <p:tav tm="100000">
                                          <p:val>
                                            <p:strVal val="#ppt_x"/>
                                          </p:val>
                                        </p:tav>
                                      </p:tavLst>
                                    </p:anim>
                                    <p:anim calcmode="lin" valueType="num">
                                      <p:cBhvr additive="base">
                                        <p:cTn id="28" dur="500" fill="hold"/>
                                        <p:tgtEl>
                                          <p:spTgt spid="300485"/>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00508"/>
                                        </p:tgtEl>
                                        <p:attrNameLst>
                                          <p:attrName>style.visibility</p:attrName>
                                        </p:attrNameLst>
                                      </p:cBhvr>
                                      <p:to>
                                        <p:strVal val="visible"/>
                                      </p:to>
                                    </p:set>
                                    <p:anim calcmode="lin" valueType="num">
                                      <p:cBhvr additive="base">
                                        <p:cTn id="31" dur="500" fill="hold"/>
                                        <p:tgtEl>
                                          <p:spTgt spid="300508"/>
                                        </p:tgtEl>
                                        <p:attrNameLst>
                                          <p:attrName>ppt_x</p:attrName>
                                        </p:attrNameLst>
                                      </p:cBhvr>
                                      <p:tavLst>
                                        <p:tav tm="0">
                                          <p:val>
                                            <p:strVal val="#ppt_x"/>
                                          </p:val>
                                        </p:tav>
                                        <p:tav tm="100000">
                                          <p:val>
                                            <p:strVal val="#ppt_x"/>
                                          </p:val>
                                        </p:tav>
                                      </p:tavLst>
                                    </p:anim>
                                    <p:anim calcmode="lin" valueType="num">
                                      <p:cBhvr additive="base">
                                        <p:cTn id="32" dur="500" fill="hold"/>
                                        <p:tgtEl>
                                          <p:spTgt spid="300508"/>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00550"/>
                                        </p:tgtEl>
                                        <p:attrNameLst>
                                          <p:attrName>style.visibility</p:attrName>
                                        </p:attrNameLst>
                                      </p:cBhvr>
                                      <p:to>
                                        <p:strVal val="visible"/>
                                      </p:to>
                                    </p:set>
                                    <p:anim calcmode="lin" valueType="num">
                                      <p:cBhvr additive="base">
                                        <p:cTn id="35" dur="500" fill="hold"/>
                                        <p:tgtEl>
                                          <p:spTgt spid="300550"/>
                                        </p:tgtEl>
                                        <p:attrNameLst>
                                          <p:attrName>ppt_x</p:attrName>
                                        </p:attrNameLst>
                                      </p:cBhvr>
                                      <p:tavLst>
                                        <p:tav tm="0">
                                          <p:val>
                                            <p:strVal val="#ppt_x"/>
                                          </p:val>
                                        </p:tav>
                                        <p:tav tm="100000">
                                          <p:val>
                                            <p:strVal val="#ppt_x"/>
                                          </p:val>
                                        </p:tav>
                                      </p:tavLst>
                                    </p:anim>
                                    <p:anim calcmode="lin" valueType="num">
                                      <p:cBhvr additive="base">
                                        <p:cTn id="36" dur="500" fill="hold"/>
                                        <p:tgtEl>
                                          <p:spTgt spid="300550"/>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00602"/>
                                        </p:tgtEl>
                                        <p:attrNameLst>
                                          <p:attrName>style.visibility</p:attrName>
                                        </p:attrNameLst>
                                      </p:cBhvr>
                                      <p:to>
                                        <p:strVal val="visible"/>
                                      </p:to>
                                    </p:set>
                                    <p:anim calcmode="lin" valueType="num">
                                      <p:cBhvr additive="base">
                                        <p:cTn id="39" dur="500" fill="hold"/>
                                        <p:tgtEl>
                                          <p:spTgt spid="300602"/>
                                        </p:tgtEl>
                                        <p:attrNameLst>
                                          <p:attrName>ppt_x</p:attrName>
                                        </p:attrNameLst>
                                      </p:cBhvr>
                                      <p:tavLst>
                                        <p:tav tm="0">
                                          <p:val>
                                            <p:strVal val="#ppt_x"/>
                                          </p:val>
                                        </p:tav>
                                        <p:tav tm="100000">
                                          <p:val>
                                            <p:strVal val="#ppt_x"/>
                                          </p:val>
                                        </p:tav>
                                      </p:tavLst>
                                    </p:anim>
                                    <p:anim calcmode="lin" valueType="num">
                                      <p:cBhvr additive="base">
                                        <p:cTn id="40" dur="500" fill="hold"/>
                                        <p:tgtEl>
                                          <p:spTgt spid="300602"/>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00635"/>
                                        </p:tgtEl>
                                        <p:attrNameLst>
                                          <p:attrName>style.visibility</p:attrName>
                                        </p:attrNameLst>
                                      </p:cBhvr>
                                      <p:to>
                                        <p:strVal val="visible"/>
                                      </p:to>
                                    </p:set>
                                    <p:anim calcmode="lin" valueType="num">
                                      <p:cBhvr additive="base">
                                        <p:cTn id="43" dur="500" fill="hold"/>
                                        <p:tgtEl>
                                          <p:spTgt spid="300635"/>
                                        </p:tgtEl>
                                        <p:attrNameLst>
                                          <p:attrName>ppt_x</p:attrName>
                                        </p:attrNameLst>
                                      </p:cBhvr>
                                      <p:tavLst>
                                        <p:tav tm="0">
                                          <p:val>
                                            <p:strVal val="#ppt_x"/>
                                          </p:val>
                                        </p:tav>
                                        <p:tav tm="100000">
                                          <p:val>
                                            <p:strVal val="#ppt_x"/>
                                          </p:val>
                                        </p:tav>
                                      </p:tavLst>
                                    </p:anim>
                                    <p:anim calcmode="lin" valueType="num">
                                      <p:cBhvr additive="base">
                                        <p:cTn id="44" dur="500" fill="hold"/>
                                        <p:tgtEl>
                                          <p:spTgt spid="300635"/>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300656"/>
                                        </p:tgtEl>
                                        <p:attrNameLst>
                                          <p:attrName>style.visibility</p:attrName>
                                        </p:attrNameLst>
                                      </p:cBhvr>
                                      <p:to>
                                        <p:strVal val="visible"/>
                                      </p:to>
                                    </p:set>
                                    <p:anim calcmode="lin" valueType="num">
                                      <p:cBhvr additive="base">
                                        <p:cTn id="47" dur="500" fill="hold"/>
                                        <p:tgtEl>
                                          <p:spTgt spid="300656"/>
                                        </p:tgtEl>
                                        <p:attrNameLst>
                                          <p:attrName>ppt_x</p:attrName>
                                        </p:attrNameLst>
                                      </p:cBhvr>
                                      <p:tavLst>
                                        <p:tav tm="0">
                                          <p:val>
                                            <p:strVal val="#ppt_x"/>
                                          </p:val>
                                        </p:tav>
                                        <p:tav tm="100000">
                                          <p:val>
                                            <p:strVal val="#ppt_x"/>
                                          </p:val>
                                        </p:tav>
                                      </p:tavLst>
                                    </p:anim>
                                    <p:anim calcmode="lin" valueType="num">
                                      <p:cBhvr additive="base">
                                        <p:cTn id="48" dur="500" fill="hold"/>
                                        <p:tgtEl>
                                          <p:spTgt spid="3006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0656" grpId="0"/>
    </p:bld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7" name="直接连接符 6">
            <a:extLst>
              <a:ext uri="{FF2B5EF4-FFF2-40B4-BE49-F238E27FC236}">
                <a16:creationId xmlns:a16="http://schemas.microsoft.com/office/drawing/2014/main" id="{8560D4E8-1A45-4C38-820B-A2418D14C4F0}"/>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131075"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576DB2FB-6811-4A2B-BA6C-2993BF1013D8}"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31</a:t>
            </a:fld>
            <a:endParaRPr lang="en-US" altLang="zh-CN" sz="1200">
              <a:solidFill>
                <a:srgbClr val="FFFFFF"/>
              </a:solidFill>
              <a:latin typeface="Century Schoolbook" panose="02040604050505020304" pitchFamily="18" charset="0"/>
              <a:ea typeface="宋体" panose="02010600030101010101" pitchFamily="2" charset="-122"/>
            </a:endParaRPr>
          </a:p>
        </p:txBody>
      </p:sp>
      <p:pic>
        <p:nvPicPr>
          <p:cNvPr id="131076" name="Picture 2" descr="3-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10138" y="1628775"/>
            <a:ext cx="4038600"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1077" name="Text Box 4"/>
          <p:cNvSpPr txBox="1">
            <a:spLocks noChangeArrowheads="1"/>
          </p:cNvSpPr>
          <p:nvPr/>
        </p:nvSpPr>
        <p:spPr bwMode="auto">
          <a:xfrm>
            <a:off x="323850" y="515938"/>
            <a:ext cx="8562975" cy="573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600" tIns="10800" rIns="21600" bIns="1080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0000"/>
              </a:lnSpc>
              <a:spcBef>
                <a:spcPct val="50000"/>
              </a:spcBef>
              <a:buFontTx/>
              <a:buNone/>
            </a:pPr>
            <a:r>
              <a:rPr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序列分布的表示</a:t>
            </a:r>
          </a:p>
          <a:p>
            <a:pPr algn="just" eaLnBrk="1" hangingPunct="1">
              <a:lnSpc>
                <a:spcPct val="120000"/>
              </a:lnSpc>
              <a:spcBef>
                <a:spcPct val="50000"/>
              </a:spcBef>
              <a:buFontTx/>
              <a:buNone/>
            </a:pPr>
            <a:r>
              <a:rPr lang="zh-CN" altLang="en-US" sz="1800">
                <a:latin typeface="Arial" panose="020B0604020202020204" pitchFamily="34" charset="0"/>
                <a:ea typeface="楷体" panose="02010609060101010101" pitchFamily="49" charset="-122"/>
                <a:cs typeface="Arial" panose="020B0604020202020204" pitchFamily="34" charset="0"/>
              </a:rPr>
              <a:t>1</a:t>
            </a:r>
            <a:r>
              <a:rPr lang="en-US" altLang="zh-CN" sz="1800">
                <a:latin typeface="Arial" panose="020B0604020202020204" pitchFamily="34" charset="0"/>
                <a:ea typeface="楷体" panose="02010609060101010101" pitchFamily="49" charset="-122"/>
                <a:cs typeface="Arial" panose="020B0604020202020204" pitchFamily="34" charset="0"/>
              </a:rPr>
              <a:t>) </a:t>
            </a:r>
            <a:r>
              <a:rPr lang="zh-CN" altLang="en-US" sz="1800">
                <a:latin typeface="Arial" panose="020B0604020202020204" pitchFamily="34" charset="0"/>
                <a:ea typeface="楷体" panose="02010609060101010101" pitchFamily="49" charset="-122"/>
                <a:cs typeface="Arial" panose="020B0604020202020204" pitchFamily="34" charset="0"/>
              </a:rPr>
              <a:t>完整表示不同长度的序列的数量分布</a:t>
            </a:r>
            <a:r>
              <a:rPr lang="en-US" altLang="zh-CN" sz="1800">
                <a:latin typeface="Arial" panose="020B0604020202020204" pitchFamily="34" charset="0"/>
                <a:ea typeface="楷体" panose="02010609060101010101" pitchFamily="49" charset="-122"/>
                <a:cs typeface="Arial" panose="020B0604020202020204" pitchFamily="34" charset="0"/>
              </a:rPr>
              <a:t>(</a:t>
            </a:r>
            <a:r>
              <a:rPr lang="zh-CN" altLang="en-US" sz="1800">
                <a:latin typeface="Arial" panose="020B0604020202020204" pitchFamily="34" charset="0"/>
                <a:ea typeface="楷体" panose="02010609060101010101" pitchFamily="49" charset="-122"/>
                <a:cs typeface="Arial" panose="020B0604020202020204" pitchFamily="34" charset="0"/>
              </a:rPr>
              <a:t>或重量分布</a:t>
            </a:r>
            <a:r>
              <a:rPr lang="en-US" altLang="zh-CN" sz="1800">
                <a:latin typeface="Arial" panose="020B0604020202020204" pitchFamily="34" charset="0"/>
                <a:ea typeface="楷体" panose="02010609060101010101" pitchFamily="49" charset="-122"/>
                <a:cs typeface="Arial" panose="020B0604020202020204" pitchFamily="34" charset="0"/>
              </a:rPr>
              <a:t>)</a:t>
            </a:r>
            <a:endParaRPr lang="zh-CN" altLang="en-US" sz="1800">
              <a:latin typeface="Arial" panose="020B0604020202020204" pitchFamily="34" charset="0"/>
              <a:ea typeface="楷体" panose="02010609060101010101" pitchFamily="49" charset="-122"/>
              <a:cs typeface="Arial" panose="020B0604020202020204" pitchFamily="34" charset="0"/>
            </a:endParaRPr>
          </a:p>
          <a:p>
            <a:pPr algn="just" eaLnBrk="1" hangingPunct="1">
              <a:lnSpc>
                <a:spcPct val="120000"/>
              </a:lnSpc>
              <a:spcBef>
                <a:spcPct val="10000"/>
              </a:spcBef>
              <a:buFontTx/>
              <a:buNone/>
            </a:pPr>
            <a:r>
              <a:rPr lang="zh-CN" altLang="en-US" sz="2000">
                <a:solidFill>
                  <a:srgbClr val="FF0000"/>
                </a:solidFill>
                <a:latin typeface="Arial" panose="020B0604020202020204" pitchFamily="34" charset="0"/>
                <a:ea typeface="楷体" panose="02010609060101010101" pitchFamily="49" charset="-122"/>
                <a:cs typeface="Arial" panose="020B0604020202020204" pitchFamily="34" charset="0"/>
              </a:rPr>
              <a:t>    (注意</a:t>
            </a:r>
            <a:r>
              <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 </a:t>
            </a:r>
            <a:r>
              <a:rPr lang="zh-CN" altLang="en-US" sz="2000">
                <a:solidFill>
                  <a:srgbClr val="FF0000"/>
                </a:solidFill>
                <a:latin typeface="Arial" panose="020B0604020202020204" pitchFamily="34" charset="0"/>
                <a:ea typeface="楷体" panose="02010609060101010101" pitchFamily="49" charset="-122"/>
                <a:cs typeface="Arial" panose="020B0604020202020204" pitchFamily="34" charset="0"/>
              </a:rPr>
              <a:t>两种单体的序列分布都要测定</a:t>
            </a:r>
            <a:r>
              <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a:t>
            </a:r>
            <a:endParaRPr lang="zh-CN" altLang="en-US" sz="2000">
              <a:solidFill>
                <a:srgbClr val="FF0000"/>
              </a:solidFill>
              <a:latin typeface="Arial" panose="020B0604020202020204" pitchFamily="34" charset="0"/>
              <a:ea typeface="楷体" panose="02010609060101010101" pitchFamily="49" charset="-122"/>
              <a:cs typeface="Arial" panose="020B0604020202020204" pitchFamily="34" charset="0"/>
            </a:endParaRPr>
          </a:p>
          <a:p>
            <a:pPr algn="just" eaLnBrk="1" hangingPunct="1">
              <a:lnSpc>
                <a:spcPct val="120000"/>
              </a:lnSpc>
              <a:spcBef>
                <a:spcPct val="50000"/>
              </a:spcBef>
              <a:buFontTx/>
              <a:buNone/>
            </a:pPr>
            <a:endParaRPr lang="en-US" altLang="zh-CN" sz="800" b="1">
              <a:latin typeface="Century Schoolbook" panose="02040604050505020304" pitchFamily="18" charset="0"/>
              <a:ea typeface="宋体" panose="02010600030101010101" pitchFamily="2" charset="-122"/>
              <a:cs typeface="Arial" panose="020B0604020202020204" pitchFamily="34" charset="0"/>
            </a:endParaRPr>
          </a:p>
          <a:p>
            <a:pPr algn="just" eaLnBrk="1" hangingPunct="1">
              <a:lnSpc>
                <a:spcPct val="120000"/>
              </a:lnSpc>
              <a:spcBef>
                <a:spcPct val="50000"/>
              </a:spcBef>
              <a:buFontTx/>
              <a:buNone/>
            </a:pPr>
            <a:endParaRPr lang="en-US" altLang="zh-CN" sz="2000" b="1">
              <a:latin typeface="Century Schoolbook" panose="02040604050505020304" pitchFamily="18" charset="0"/>
              <a:ea typeface="宋体" panose="02010600030101010101" pitchFamily="2" charset="-122"/>
              <a:cs typeface="Arial" panose="020B0604020202020204" pitchFamily="34" charset="0"/>
            </a:endParaRPr>
          </a:p>
          <a:p>
            <a:pPr algn="just" eaLnBrk="1" hangingPunct="1">
              <a:lnSpc>
                <a:spcPct val="120000"/>
              </a:lnSpc>
              <a:spcBef>
                <a:spcPct val="50000"/>
              </a:spcBef>
              <a:buFontTx/>
              <a:buNone/>
            </a:pPr>
            <a:endParaRPr lang="zh-CN" altLang="en-US" sz="1400" b="1">
              <a:latin typeface="Century Schoolbook" panose="02040604050505020304" pitchFamily="18" charset="0"/>
              <a:ea typeface="宋体" panose="02010600030101010101" pitchFamily="2" charset="-122"/>
              <a:cs typeface="Arial" panose="020B0604020202020204" pitchFamily="34" charset="0"/>
            </a:endParaRPr>
          </a:p>
          <a:p>
            <a:pPr algn="just" eaLnBrk="1" hangingPunct="1">
              <a:lnSpc>
                <a:spcPct val="120000"/>
              </a:lnSpc>
              <a:spcBef>
                <a:spcPct val="50000"/>
              </a:spcBef>
              <a:buFontTx/>
              <a:buNone/>
            </a:pPr>
            <a:endParaRPr lang="en-US" altLang="zh-CN" sz="1800" b="1">
              <a:latin typeface="Century Schoolbook" panose="02040604050505020304" pitchFamily="18" charset="0"/>
              <a:ea typeface="宋体" panose="02010600030101010101" pitchFamily="2" charset="-122"/>
              <a:cs typeface="Arial" panose="020B0604020202020204" pitchFamily="34" charset="0"/>
            </a:endParaRPr>
          </a:p>
          <a:p>
            <a:pPr algn="just" eaLnBrk="1" hangingPunct="1">
              <a:lnSpc>
                <a:spcPct val="120000"/>
              </a:lnSpc>
              <a:spcBef>
                <a:spcPct val="50000"/>
              </a:spcBef>
              <a:buFontTx/>
              <a:buNone/>
            </a:pPr>
            <a:endParaRPr lang="en-US" altLang="zh-CN" sz="1800">
              <a:latin typeface="Arial" panose="020B0604020202020204" pitchFamily="34" charset="0"/>
              <a:ea typeface="楷体" panose="02010609060101010101" pitchFamily="49" charset="-122"/>
              <a:cs typeface="Arial" panose="020B0604020202020204" pitchFamily="34" charset="0"/>
            </a:endParaRPr>
          </a:p>
          <a:p>
            <a:pPr algn="just" eaLnBrk="1" hangingPunct="1">
              <a:lnSpc>
                <a:spcPct val="120000"/>
              </a:lnSpc>
              <a:spcBef>
                <a:spcPct val="50000"/>
              </a:spcBef>
              <a:buFontTx/>
              <a:buNone/>
            </a:pPr>
            <a:endParaRPr lang="en-US" altLang="zh-CN" sz="1800">
              <a:latin typeface="Arial" panose="020B0604020202020204" pitchFamily="34" charset="0"/>
              <a:ea typeface="楷体" panose="02010609060101010101" pitchFamily="49" charset="-122"/>
              <a:cs typeface="Arial" panose="020B0604020202020204" pitchFamily="34" charset="0"/>
            </a:endParaRPr>
          </a:p>
          <a:p>
            <a:pPr algn="just" eaLnBrk="1" hangingPunct="1">
              <a:lnSpc>
                <a:spcPct val="120000"/>
              </a:lnSpc>
              <a:spcBef>
                <a:spcPct val="50000"/>
              </a:spcBef>
              <a:buFontTx/>
              <a:buNone/>
            </a:pPr>
            <a:r>
              <a:rPr lang="zh-CN" altLang="en-US" sz="1800">
                <a:latin typeface="Arial" panose="020B0604020202020204" pitchFamily="34" charset="0"/>
                <a:ea typeface="楷体" panose="02010609060101010101" pitchFamily="49" charset="-122"/>
                <a:cs typeface="Arial" panose="020B0604020202020204" pitchFamily="34" charset="0"/>
              </a:rPr>
              <a:t>2</a:t>
            </a:r>
            <a:r>
              <a:rPr lang="en-US" altLang="zh-CN" sz="1800">
                <a:latin typeface="Arial" panose="020B0604020202020204" pitchFamily="34" charset="0"/>
                <a:ea typeface="楷体" panose="02010609060101010101" pitchFamily="49" charset="-122"/>
                <a:cs typeface="Arial" panose="020B0604020202020204" pitchFamily="34" charset="0"/>
              </a:rPr>
              <a:t>) </a:t>
            </a:r>
            <a:r>
              <a:rPr lang="zh-CN" altLang="en-US" sz="1800">
                <a:latin typeface="Arial" panose="020B0604020202020204" pitchFamily="34" charset="0"/>
                <a:ea typeface="楷体" panose="02010609060101010101" pitchFamily="49" charset="-122"/>
                <a:cs typeface="Arial" panose="020B0604020202020204" pitchFamily="34" charset="0"/>
              </a:rPr>
              <a:t>用三元组、四元组等的分子分率表示</a:t>
            </a:r>
          </a:p>
          <a:p>
            <a:pPr algn="just" eaLnBrk="1" hangingPunct="1">
              <a:lnSpc>
                <a:spcPct val="120000"/>
              </a:lnSpc>
              <a:spcBef>
                <a:spcPct val="50000"/>
              </a:spcBef>
              <a:buFontTx/>
              <a:buNone/>
            </a:pPr>
            <a:r>
              <a:rPr lang="zh-CN" altLang="en-US" sz="1800">
                <a:latin typeface="Arial" panose="020B0604020202020204" pitchFamily="34" charset="0"/>
                <a:ea typeface="楷体" panose="02010609060101010101" pitchFamily="49" charset="-122"/>
                <a:cs typeface="Arial" panose="020B0604020202020204" pitchFamily="34" charset="0"/>
              </a:rPr>
              <a:t>如：</a:t>
            </a:r>
            <a:r>
              <a:rPr lang="en-US" altLang="zh-CN" sz="1800">
                <a:latin typeface="Arial" panose="020B0604020202020204" pitchFamily="34" charset="0"/>
                <a:ea typeface="楷体" panose="02010609060101010101" pitchFamily="49" charset="-122"/>
                <a:cs typeface="Arial" panose="020B0604020202020204" pitchFamily="34" charset="0"/>
              </a:rPr>
              <a:t>MMA(A)</a:t>
            </a:r>
            <a:r>
              <a:rPr lang="zh-CN" altLang="en-US" sz="1800">
                <a:latin typeface="Arial" panose="020B0604020202020204" pitchFamily="34" charset="0"/>
                <a:ea typeface="楷体" panose="02010609060101010101" pitchFamily="49" charset="-122"/>
                <a:cs typeface="Arial" panose="020B0604020202020204" pitchFamily="34" charset="0"/>
              </a:rPr>
              <a:t>和</a:t>
            </a:r>
            <a:r>
              <a:rPr lang="en-US" altLang="zh-CN" sz="1800">
                <a:latin typeface="Arial" panose="020B0604020202020204" pitchFamily="34" charset="0"/>
                <a:ea typeface="楷体" panose="02010609060101010101" pitchFamily="49" charset="-122"/>
                <a:cs typeface="Arial" panose="020B0604020202020204" pitchFamily="34" charset="0"/>
              </a:rPr>
              <a:t>MA(B)</a:t>
            </a:r>
            <a:r>
              <a:rPr lang="zh-CN" altLang="en-US" sz="1800">
                <a:latin typeface="Arial" panose="020B0604020202020204" pitchFamily="34" charset="0"/>
                <a:ea typeface="楷体" panose="02010609060101010101" pitchFamily="49" charset="-122"/>
                <a:cs typeface="Arial" panose="020B0604020202020204" pitchFamily="34" charset="0"/>
              </a:rPr>
              <a:t> 共聚物序列分布的三元组表示</a:t>
            </a:r>
          </a:p>
          <a:p>
            <a:pPr algn="just" eaLnBrk="1" hangingPunct="1">
              <a:lnSpc>
                <a:spcPct val="120000"/>
              </a:lnSpc>
              <a:spcBef>
                <a:spcPct val="50000"/>
              </a:spcBef>
              <a:buFontTx/>
              <a:buNone/>
            </a:pPr>
            <a:r>
              <a:rPr lang="en-US" altLang="zh-CN" sz="1800">
                <a:latin typeface="Arial" panose="020B0604020202020204" pitchFamily="34" charset="0"/>
                <a:ea typeface="楷体" panose="02010609060101010101" pitchFamily="49" charset="-122"/>
                <a:cs typeface="Arial" panose="020B0604020202020204" pitchFamily="34" charset="0"/>
              </a:rPr>
              <a:t>AAA     AAB    BAB    ABA    BBA     BBB</a:t>
            </a:r>
          </a:p>
          <a:p>
            <a:pPr algn="just" eaLnBrk="1" hangingPunct="1">
              <a:lnSpc>
                <a:spcPct val="120000"/>
              </a:lnSpc>
              <a:spcBef>
                <a:spcPct val="50000"/>
              </a:spcBef>
              <a:buFontTx/>
              <a:buNone/>
            </a:pPr>
            <a:r>
              <a:rPr lang="en-US" altLang="zh-CN" sz="1800">
                <a:latin typeface="Arial" panose="020B0604020202020204" pitchFamily="34" charset="0"/>
                <a:ea typeface="楷体" panose="02010609060101010101" pitchFamily="49" charset="-122"/>
                <a:cs typeface="Arial" panose="020B0604020202020204" pitchFamily="34" charset="0"/>
              </a:rPr>
              <a:t>0.15     0.20    0.10    0.17     0.23     0.15</a:t>
            </a:r>
          </a:p>
        </p:txBody>
      </p:sp>
      <p:sp>
        <p:nvSpPr>
          <p:cNvPr id="131078" name="TextBox 4"/>
          <p:cNvSpPr txBox="1">
            <a:spLocks noChangeArrowheads="1"/>
          </p:cNvSpPr>
          <p:nvPr/>
        </p:nvSpPr>
        <p:spPr bwMode="auto">
          <a:xfrm>
            <a:off x="5076825" y="5732463"/>
            <a:ext cx="3262313"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0000"/>
              </a:lnSpc>
              <a:spcBef>
                <a:spcPct val="50000"/>
              </a:spcBef>
              <a:buFontTx/>
              <a:buNone/>
            </a:pPr>
            <a:r>
              <a:rPr lang="zh-CN" altLang="en-US" sz="2000" b="1">
                <a:solidFill>
                  <a:srgbClr val="FF0000"/>
                </a:solidFill>
                <a:latin typeface="华文楷体" panose="02010600040101010101" pitchFamily="2" charset="-122"/>
                <a:ea typeface="华文楷体" panose="02010600040101010101" pitchFamily="2" charset="-122"/>
              </a:rPr>
              <a:t>通过核磁共振波谱分析测定</a:t>
            </a:r>
          </a:p>
        </p:txBody>
      </p:sp>
      <p:sp>
        <p:nvSpPr>
          <p:cNvPr id="131079" name="TextBox 5"/>
          <p:cNvSpPr txBox="1">
            <a:spLocks noChangeArrowheads="1"/>
          </p:cNvSpPr>
          <p:nvPr/>
        </p:nvSpPr>
        <p:spPr bwMode="auto">
          <a:xfrm>
            <a:off x="546100" y="1989138"/>
            <a:ext cx="274796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0000"/>
              </a:lnSpc>
              <a:spcBef>
                <a:spcPct val="50000"/>
              </a:spcBef>
              <a:buFontTx/>
              <a:buNone/>
            </a:pPr>
            <a:r>
              <a:rPr lang="zh-CN" altLang="en-US" sz="2000">
                <a:latin typeface="黑体" panose="02010609060101010101" pitchFamily="49" charset="-122"/>
                <a:ea typeface="黑体" panose="02010609060101010101" pitchFamily="49" charset="-122"/>
              </a:rPr>
              <a:t>准确测定完整的序列分布在实验上难度很大</a:t>
            </a: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6" name="直接连接符 5">
            <a:extLst>
              <a:ext uri="{FF2B5EF4-FFF2-40B4-BE49-F238E27FC236}">
                <a16:creationId xmlns:a16="http://schemas.microsoft.com/office/drawing/2014/main" id="{8E5BF2EB-9AB1-45E2-AE10-7017EC677A18}"/>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132099"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A6D30190-BAE4-431F-9922-1AC2C91FF665}"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32</a:t>
            </a:fld>
            <a:endParaRPr lang="en-US" altLang="zh-CN" sz="1200">
              <a:solidFill>
                <a:srgbClr val="FFFFFF"/>
              </a:solidFill>
              <a:latin typeface="Century Schoolbook" panose="02040604050505020304" pitchFamily="18" charset="0"/>
              <a:ea typeface="宋体" panose="02010600030101010101" pitchFamily="2" charset="-122"/>
            </a:endParaRPr>
          </a:p>
        </p:txBody>
      </p:sp>
      <p:sp>
        <p:nvSpPr>
          <p:cNvPr id="132100" name="Text Box 2"/>
          <p:cNvSpPr txBox="1">
            <a:spLocks noChangeArrowheads="1"/>
          </p:cNvSpPr>
          <p:nvPr/>
        </p:nvSpPr>
        <p:spPr bwMode="auto">
          <a:xfrm>
            <a:off x="571500" y="285750"/>
            <a:ext cx="6376988" cy="272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600" tIns="10800" rIns="21600" bIns="1080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0000"/>
              </a:lnSpc>
              <a:spcBef>
                <a:spcPct val="50000"/>
              </a:spcBef>
              <a:buFontTx/>
              <a:buNone/>
            </a:pPr>
            <a:r>
              <a:rPr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共聚物序列分布与聚合物性能的关系</a:t>
            </a:r>
          </a:p>
          <a:p>
            <a:pPr algn="just" eaLnBrk="1" hangingPunct="1">
              <a:lnSpc>
                <a:spcPct val="120000"/>
              </a:lnSpc>
              <a:spcBef>
                <a:spcPct val="0"/>
              </a:spcBef>
              <a:buFontTx/>
              <a:buNone/>
            </a:pPr>
            <a:endParaRPr lang="zh-CN" altLang="en-US" sz="1000">
              <a:latin typeface="Arial" panose="020B0604020202020204" pitchFamily="34" charset="0"/>
              <a:ea typeface="楷体" panose="02010609060101010101" pitchFamily="49" charset="-122"/>
              <a:cs typeface="Arial" panose="020B0604020202020204" pitchFamily="34" charset="0"/>
            </a:endParaRPr>
          </a:p>
          <a:p>
            <a:pPr algn="just" eaLnBrk="1" hangingPunct="1">
              <a:lnSpc>
                <a:spcPct val="120000"/>
              </a:lnSpc>
              <a:spcBef>
                <a:spcPct val="0"/>
              </a:spcBef>
              <a:buFontTx/>
              <a:buNone/>
            </a:pPr>
            <a:r>
              <a:rPr lang="en-US" altLang="zh-CN" sz="2000">
                <a:latin typeface="Arial" panose="020B0604020202020204" pitchFamily="34" charset="0"/>
                <a:ea typeface="楷体" panose="02010609060101010101" pitchFamily="49" charset="-122"/>
                <a:cs typeface="Arial" panose="020B0604020202020204" pitchFamily="34" charset="0"/>
              </a:rPr>
              <a:t>A： </a:t>
            </a:r>
            <a:r>
              <a:rPr lang="zh-CN" altLang="en-US" sz="2000">
                <a:latin typeface="Arial" panose="020B0604020202020204" pitchFamily="34" charset="0"/>
                <a:ea typeface="楷体" panose="02010609060101010101" pitchFamily="49" charset="-122"/>
                <a:cs typeface="Arial" panose="020B0604020202020204" pitchFamily="34" charset="0"/>
              </a:rPr>
              <a:t>无规共聚物</a:t>
            </a:r>
          </a:p>
          <a:p>
            <a:pPr algn="just" eaLnBrk="1" hangingPunct="1">
              <a:lnSpc>
                <a:spcPct val="120000"/>
              </a:lnSpc>
              <a:spcBef>
                <a:spcPct val="50000"/>
              </a:spcBef>
              <a:buFontTx/>
              <a:buNone/>
            </a:pPr>
            <a:r>
              <a:rPr lang="en-US" altLang="zh-CN" sz="2000">
                <a:latin typeface="Arial" panose="020B0604020202020204" pitchFamily="34" charset="0"/>
                <a:ea typeface="楷体" panose="02010609060101010101" pitchFamily="49" charset="-122"/>
                <a:cs typeface="Arial" panose="020B0604020202020204" pitchFamily="34" charset="0"/>
              </a:rPr>
              <a:t>….AAABBABBAABBBABAAB…</a:t>
            </a:r>
          </a:p>
          <a:p>
            <a:pPr algn="just" eaLnBrk="1" hangingPunct="1">
              <a:lnSpc>
                <a:spcPct val="120000"/>
              </a:lnSpc>
              <a:spcBef>
                <a:spcPct val="50000"/>
              </a:spcBef>
              <a:buFontTx/>
              <a:buNone/>
            </a:pPr>
            <a:r>
              <a:rPr lang="en-US" altLang="zh-CN" sz="2000">
                <a:latin typeface="Arial" panose="020B0604020202020204" pitchFamily="34" charset="0"/>
                <a:ea typeface="楷体" panose="02010609060101010101" pitchFamily="49" charset="-122"/>
                <a:cs typeface="Arial" panose="020B0604020202020204" pitchFamily="34" charset="0"/>
              </a:rPr>
              <a:t>B：</a:t>
            </a:r>
            <a:r>
              <a:rPr lang="zh-CN" altLang="en-US" sz="2000">
                <a:latin typeface="Arial" panose="020B0604020202020204" pitchFamily="34" charset="0"/>
                <a:ea typeface="楷体" panose="02010609060101010101" pitchFamily="49" charset="-122"/>
                <a:cs typeface="Arial" panose="020B0604020202020204" pitchFamily="34" charset="0"/>
              </a:rPr>
              <a:t>多嵌段共聚物</a:t>
            </a:r>
          </a:p>
          <a:p>
            <a:pPr algn="just" eaLnBrk="1" hangingPunct="1">
              <a:lnSpc>
                <a:spcPct val="120000"/>
              </a:lnSpc>
              <a:spcBef>
                <a:spcPts val="600"/>
              </a:spcBef>
              <a:buFontTx/>
              <a:buNone/>
            </a:pPr>
            <a:r>
              <a:rPr lang="zh-CN" altLang="en-US" sz="2000">
                <a:latin typeface="Arial" panose="020B0604020202020204" pitchFamily="34" charset="0"/>
                <a:ea typeface="楷体" panose="02010609060101010101" pitchFamily="49" charset="-122"/>
                <a:cs typeface="Arial" panose="020B0604020202020204" pitchFamily="34" charset="0"/>
              </a:rPr>
              <a:t>…</a:t>
            </a:r>
            <a:r>
              <a:rPr lang="en-US" altLang="zh-CN" sz="2000">
                <a:latin typeface="Arial" panose="020B0604020202020204" pitchFamily="34" charset="0"/>
                <a:ea typeface="楷体" panose="02010609060101010101" pitchFamily="49" charset="-122"/>
                <a:cs typeface="Arial" panose="020B0604020202020204" pitchFamily="34" charset="0"/>
              </a:rPr>
              <a:t>AAAAAAAABBBBBBBBBBBAAAAAAAAAAA…..</a:t>
            </a:r>
          </a:p>
          <a:p>
            <a:pPr algn="just" eaLnBrk="1" hangingPunct="1">
              <a:lnSpc>
                <a:spcPct val="120000"/>
              </a:lnSpc>
              <a:spcBef>
                <a:spcPct val="50000"/>
              </a:spcBef>
              <a:buFontTx/>
              <a:buNone/>
            </a:pPr>
            <a:endParaRPr lang="en-US" altLang="zh-CN" sz="800" b="1">
              <a:latin typeface="Century Schoolbook" panose="02040604050505020304" pitchFamily="18" charset="0"/>
              <a:ea typeface="宋体" panose="02010600030101010101" pitchFamily="2" charset="-122"/>
              <a:cs typeface="Arial" panose="020B0604020202020204" pitchFamily="34" charset="0"/>
            </a:endParaRPr>
          </a:p>
        </p:txBody>
      </p:sp>
      <p:pic>
        <p:nvPicPr>
          <p:cNvPr id="13210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00" y="2986088"/>
            <a:ext cx="5172075" cy="357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2102" name="TextBox 4"/>
          <p:cNvSpPr txBox="1">
            <a:spLocks noChangeArrowheads="1"/>
          </p:cNvSpPr>
          <p:nvPr/>
        </p:nvSpPr>
        <p:spPr bwMode="auto">
          <a:xfrm>
            <a:off x="5867400" y="3573463"/>
            <a:ext cx="2894013"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20000"/>
              </a:lnSpc>
              <a:spcBef>
                <a:spcPct val="50000"/>
              </a:spcBef>
              <a:buFontTx/>
              <a:buNone/>
            </a:pPr>
            <a:r>
              <a:rPr lang="zh-CN" altLang="en-US" sz="2000">
                <a:solidFill>
                  <a:srgbClr val="FF0000"/>
                </a:solidFill>
                <a:latin typeface="楷体" panose="02010609060101010101" pitchFamily="49" charset="-122"/>
                <a:ea typeface="楷体" panose="02010609060101010101" pitchFamily="49" charset="-122"/>
              </a:rPr>
              <a:t>无规共聚物的性质与两种单体均聚物均有明显差别</a:t>
            </a:r>
            <a:r>
              <a:rPr lang="en-US" altLang="zh-CN" sz="2000">
                <a:solidFill>
                  <a:srgbClr val="FF0000"/>
                </a:solidFill>
                <a:latin typeface="楷体" panose="02010609060101010101" pitchFamily="49" charset="-122"/>
                <a:ea typeface="楷体" panose="02010609060101010101" pitchFamily="49" charset="-122"/>
              </a:rPr>
              <a:t>, </a:t>
            </a:r>
            <a:r>
              <a:rPr lang="zh-CN" altLang="en-US" sz="2000">
                <a:solidFill>
                  <a:srgbClr val="FF0000"/>
                </a:solidFill>
                <a:latin typeface="楷体" panose="02010609060101010101" pitchFamily="49" charset="-122"/>
                <a:ea typeface="楷体" panose="02010609060101010101" pitchFamily="49" charset="-122"/>
              </a:rPr>
              <a:t>多嵌段共聚物的性质很可能更接近两种均聚物的混合物</a:t>
            </a:r>
            <a:r>
              <a:rPr lang="en-US" altLang="zh-CN" sz="2000">
                <a:solidFill>
                  <a:srgbClr val="FF0000"/>
                </a:solidFill>
                <a:latin typeface="楷体" panose="02010609060101010101" pitchFamily="49" charset="-122"/>
                <a:ea typeface="楷体" panose="02010609060101010101" pitchFamily="49" charset="-122"/>
              </a:rPr>
              <a:t>.</a:t>
            </a:r>
            <a:endParaRPr lang="zh-CN" altLang="en-US" sz="2000">
              <a:solidFill>
                <a:srgbClr val="FF0000"/>
              </a:solidFill>
              <a:latin typeface="楷体" panose="02010609060101010101" pitchFamily="49" charset="-122"/>
              <a:ea typeface="楷体" panose="02010609060101010101" pitchFamily="49" charset="-122"/>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BDEAB491-8A4B-4087-96BD-FFD044FDFEAA}"/>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133123"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8D65AC40-66AE-454C-B399-FD840C0D39DA}"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33</a:t>
            </a:fld>
            <a:endParaRPr lang="en-US" altLang="zh-CN" sz="1200">
              <a:solidFill>
                <a:srgbClr val="FFFFFF"/>
              </a:solidFill>
              <a:latin typeface="Century Schoolbook" panose="02040604050505020304" pitchFamily="18" charset="0"/>
              <a:ea typeface="宋体" panose="02010600030101010101" pitchFamily="2" charset="-122"/>
            </a:endParaRPr>
          </a:p>
        </p:txBody>
      </p:sp>
      <p:sp>
        <p:nvSpPr>
          <p:cNvPr id="133124" name="Text Box 2050"/>
          <p:cNvSpPr txBox="1">
            <a:spLocks noChangeArrowheads="1"/>
          </p:cNvSpPr>
          <p:nvPr/>
        </p:nvSpPr>
        <p:spPr bwMode="auto">
          <a:xfrm>
            <a:off x="838200" y="304800"/>
            <a:ext cx="7772400" cy="467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80000"/>
              </a:lnSpc>
              <a:spcBef>
                <a:spcPct val="0"/>
              </a:spcBef>
              <a:buFontTx/>
              <a:buNone/>
            </a:pPr>
            <a:r>
              <a:rPr lang="zh-CN" altLang="en-US" sz="2000">
                <a:latin typeface="Arial" panose="020B0604020202020204" pitchFamily="34" charset="0"/>
                <a:ea typeface="楷体" panose="02010609060101010101" pitchFamily="49" charset="-122"/>
                <a:cs typeface="Arial" panose="020B0604020202020204" pitchFamily="34" charset="0"/>
              </a:rPr>
              <a:t>共聚物的序列分布，一般介于以下三种极端情况之间：</a:t>
            </a:r>
          </a:p>
          <a:p>
            <a:pPr algn="just">
              <a:lnSpc>
                <a:spcPct val="120000"/>
              </a:lnSpc>
              <a:spcBef>
                <a:spcPct val="50000"/>
              </a:spcBef>
              <a:buFontTx/>
              <a:buNone/>
            </a:pPr>
            <a:r>
              <a:rPr lang="zh-CN" altLang="en-US" sz="2000" b="1">
                <a:solidFill>
                  <a:srgbClr val="FF0000"/>
                </a:solidFill>
                <a:latin typeface="Arial" panose="020B0604020202020204" pitchFamily="34" charset="0"/>
                <a:ea typeface="楷体" panose="02010609060101010101" pitchFamily="49" charset="-122"/>
                <a:cs typeface="Arial" panose="020B0604020202020204" pitchFamily="34" charset="0"/>
              </a:rPr>
              <a:t>1</a:t>
            </a:r>
            <a:r>
              <a:rPr lang="en-US" altLang="zh-CN" sz="2000" b="1">
                <a:solidFill>
                  <a:srgbClr val="FF0000"/>
                </a:solidFill>
                <a:latin typeface="Arial" panose="020B0604020202020204" pitchFamily="34" charset="0"/>
                <a:ea typeface="楷体" panose="02010609060101010101" pitchFamily="49" charset="-122"/>
                <a:cs typeface="Arial" panose="020B0604020202020204" pitchFamily="34" charset="0"/>
              </a:rPr>
              <a:t>) </a:t>
            </a:r>
            <a:r>
              <a:rPr lang="zh-CN" altLang="en-US" sz="2000" b="1">
                <a:solidFill>
                  <a:srgbClr val="FF0000"/>
                </a:solidFill>
                <a:latin typeface="Arial" panose="020B0604020202020204" pitchFamily="34" charset="0"/>
                <a:ea typeface="楷体" panose="02010609060101010101" pitchFamily="49" charset="-122"/>
                <a:cs typeface="Arial" panose="020B0604020202020204" pitchFamily="34" charset="0"/>
              </a:rPr>
              <a:t>交替共聚物</a:t>
            </a:r>
          </a:p>
          <a:p>
            <a:pPr algn="just">
              <a:lnSpc>
                <a:spcPct val="120000"/>
              </a:lnSpc>
              <a:spcBef>
                <a:spcPct val="0"/>
              </a:spcBef>
              <a:buFontTx/>
              <a:buNone/>
            </a:pPr>
            <a:r>
              <a:rPr lang="en-US" altLang="zh-CN" sz="2000">
                <a:latin typeface="Arial" panose="020B0604020202020204" pitchFamily="34" charset="0"/>
                <a:ea typeface="楷体" panose="02010609060101010101" pitchFamily="49" charset="-122"/>
                <a:cs typeface="Arial" panose="020B0604020202020204" pitchFamily="34" charset="0"/>
              </a:rPr>
              <a:t>     M</a:t>
            </a:r>
            <a:r>
              <a:rPr lang="en-US" altLang="zh-CN" sz="2000" baseline="-25000">
                <a:latin typeface="Arial" panose="020B0604020202020204" pitchFamily="34" charset="0"/>
                <a:ea typeface="楷体" panose="02010609060101010101" pitchFamily="49" charset="-122"/>
                <a:cs typeface="Arial" panose="020B0604020202020204" pitchFamily="34" charset="0"/>
              </a:rPr>
              <a:t>1</a:t>
            </a:r>
            <a:r>
              <a:rPr lang="en-US" altLang="zh-CN" sz="2000">
                <a:latin typeface="Arial" panose="020B0604020202020204" pitchFamily="34" charset="0"/>
                <a:ea typeface="楷体" panose="02010609060101010101" pitchFamily="49" charset="-122"/>
                <a:cs typeface="Arial" panose="020B0604020202020204" pitchFamily="34" charset="0"/>
              </a:rPr>
              <a:t>M</a:t>
            </a:r>
            <a:r>
              <a:rPr lang="en-US" altLang="zh-CN" sz="2000" baseline="-25000">
                <a:latin typeface="Arial" panose="020B0604020202020204" pitchFamily="34" charset="0"/>
                <a:ea typeface="楷体" panose="02010609060101010101" pitchFamily="49" charset="-122"/>
                <a:cs typeface="Arial" panose="020B0604020202020204" pitchFamily="34" charset="0"/>
              </a:rPr>
              <a:t>2</a:t>
            </a:r>
            <a:r>
              <a:rPr lang="zh-CN" altLang="en-US" sz="2000">
                <a:latin typeface="Arial" panose="020B0604020202020204" pitchFamily="34" charset="0"/>
                <a:ea typeface="楷体" panose="02010609060101010101" pitchFamily="49" charset="-122"/>
                <a:cs typeface="Arial" panose="020B0604020202020204" pitchFamily="34" charset="0"/>
              </a:rPr>
              <a:t>单体单元交替排列，所有序列的长度： </a:t>
            </a:r>
            <a:r>
              <a:rPr lang="en-US" altLang="zh-CN" sz="2000">
                <a:latin typeface="Arial" panose="020B0604020202020204" pitchFamily="34" charset="0"/>
                <a:ea typeface="楷体" panose="02010609060101010101" pitchFamily="49" charset="-122"/>
                <a:cs typeface="Arial" panose="020B0604020202020204" pitchFamily="34" charset="0"/>
              </a:rPr>
              <a:t>n = 1</a:t>
            </a:r>
            <a:endParaRPr lang="zh-CN" altLang="en-US" sz="2000">
              <a:latin typeface="Arial" panose="020B0604020202020204" pitchFamily="34" charset="0"/>
              <a:ea typeface="楷体" panose="02010609060101010101" pitchFamily="49" charset="-122"/>
              <a:cs typeface="Arial" panose="020B0604020202020204" pitchFamily="34" charset="0"/>
            </a:endParaRPr>
          </a:p>
          <a:p>
            <a:pPr algn="just">
              <a:lnSpc>
                <a:spcPct val="120000"/>
              </a:lnSpc>
              <a:spcBef>
                <a:spcPct val="0"/>
              </a:spcBef>
              <a:buFontTx/>
              <a:buNone/>
            </a:pPr>
            <a:endParaRPr lang="zh-CN" altLang="en-US" sz="2000">
              <a:latin typeface="Arial" panose="020B0604020202020204" pitchFamily="34" charset="0"/>
              <a:ea typeface="楷体" panose="02010609060101010101" pitchFamily="49" charset="-122"/>
              <a:cs typeface="Arial" panose="020B0604020202020204" pitchFamily="34" charset="0"/>
            </a:endParaRPr>
          </a:p>
          <a:p>
            <a:pPr algn="just">
              <a:lnSpc>
                <a:spcPct val="120000"/>
              </a:lnSpc>
              <a:spcBef>
                <a:spcPct val="0"/>
              </a:spcBef>
              <a:buFontTx/>
              <a:buNone/>
            </a:pPr>
            <a:r>
              <a:rPr lang="zh-CN" altLang="en-US" sz="2000" b="1">
                <a:solidFill>
                  <a:srgbClr val="FF0000"/>
                </a:solidFill>
                <a:latin typeface="Arial" panose="020B0604020202020204" pitchFamily="34" charset="0"/>
                <a:ea typeface="楷体" panose="02010609060101010101" pitchFamily="49" charset="-122"/>
                <a:cs typeface="Arial" panose="020B0604020202020204" pitchFamily="34" charset="0"/>
              </a:rPr>
              <a:t>2</a:t>
            </a:r>
            <a:r>
              <a:rPr lang="en-US" altLang="zh-CN" sz="2000" b="1">
                <a:solidFill>
                  <a:srgbClr val="FF0000"/>
                </a:solidFill>
                <a:latin typeface="Arial" panose="020B0604020202020204" pitchFamily="34" charset="0"/>
                <a:ea typeface="楷体" panose="02010609060101010101" pitchFamily="49" charset="-122"/>
                <a:cs typeface="Arial" panose="020B0604020202020204" pitchFamily="34" charset="0"/>
              </a:rPr>
              <a:t>)</a:t>
            </a:r>
            <a:r>
              <a:rPr lang="zh-CN" altLang="en-US" sz="2000" b="1">
                <a:solidFill>
                  <a:srgbClr val="FF0000"/>
                </a:solidFill>
                <a:latin typeface="Arial" panose="020B0604020202020204" pitchFamily="34" charset="0"/>
                <a:ea typeface="楷体" panose="02010609060101010101" pitchFamily="49" charset="-122"/>
                <a:cs typeface="Arial" panose="020B0604020202020204" pitchFamily="34" charset="0"/>
              </a:rPr>
              <a:t> 嵌段共聚物</a:t>
            </a:r>
          </a:p>
          <a:p>
            <a:pPr algn="just">
              <a:lnSpc>
                <a:spcPct val="120000"/>
              </a:lnSpc>
              <a:spcBef>
                <a:spcPct val="0"/>
              </a:spcBef>
              <a:buFontTx/>
              <a:buNone/>
            </a:pPr>
            <a:r>
              <a:rPr lang="en-US" altLang="zh-CN" sz="2000">
                <a:latin typeface="Arial" panose="020B0604020202020204" pitchFamily="34" charset="0"/>
                <a:ea typeface="楷体" panose="02010609060101010101" pitchFamily="49" charset="-122"/>
                <a:cs typeface="Arial" panose="020B0604020202020204" pitchFamily="34" charset="0"/>
              </a:rPr>
              <a:t>     ~AAAAAAAAAAAAAABBBBBBBBBBBBBBB~</a:t>
            </a:r>
          </a:p>
          <a:p>
            <a:pPr algn="just">
              <a:lnSpc>
                <a:spcPct val="120000"/>
              </a:lnSpc>
              <a:spcBef>
                <a:spcPct val="0"/>
              </a:spcBef>
              <a:buFontTx/>
              <a:buNone/>
            </a:pPr>
            <a:r>
              <a:rPr lang="en-US" altLang="zh-CN" sz="2000">
                <a:latin typeface="Arial" panose="020B0604020202020204" pitchFamily="34" charset="0"/>
                <a:ea typeface="楷体" panose="02010609060101010101" pitchFamily="49" charset="-122"/>
                <a:cs typeface="Arial" panose="020B0604020202020204" pitchFamily="34" charset="0"/>
              </a:rPr>
              <a:t>     </a:t>
            </a:r>
            <a:r>
              <a:rPr lang="zh-CN" altLang="en-US" sz="2000">
                <a:latin typeface="Arial" panose="020B0604020202020204" pitchFamily="34" charset="0"/>
                <a:ea typeface="楷体" panose="02010609060101010101" pitchFamily="49" charset="-122"/>
                <a:cs typeface="Arial" panose="020B0604020202020204" pitchFamily="34" charset="0"/>
              </a:rPr>
              <a:t>序列数量极少，每个序列均很长</a:t>
            </a:r>
          </a:p>
          <a:p>
            <a:pPr algn="just">
              <a:lnSpc>
                <a:spcPct val="120000"/>
              </a:lnSpc>
              <a:spcBef>
                <a:spcPct val="0"/>
              </a:spcBef>
              <a:buFontTx/>
              <a:buNone/>
            </a:pPr>
            <a:endParaRPr lang="en-US" altLang="zh-CN" sz="2000">
              <a:latin typeface="Arial" panose="020B0604020202020204" pitchFamily="34" charset="0"/>
              <a:ea typeface="楷体" panose="02010609060101010101" pitchFamily="49" charset="-122"/>
              <a:cs typeface="Arial" panose="020B0604020202020204" pitchFamily="34" charset="0"/>
            </a:endParaRPr>
          </a:p>
          <a:p>
            <a:pPr algn="just">
              <a:lnSpc>
                <a:spcPct val="120000"/>
              </a:lnSpc>
              <a:spcBef>
                <a:spcPct val="0"/>
              </a:spcBef>
              <a:buFontTx/>
              <a:buNone/>
            </a:pPr>
            <a:r>
              <a:rPr lang="en-US" altLang="zh-CN" sz="2000" b="1">
                <a:solidFill>
                  <a:srgbClr val="FF0000"/>
                </a:solidFill>
                <a:latin typeface="Arial" panose="020B0604020202020204" pitchFamily="34" charset="0"/>
                <a:ea typeface="楷体" panose="02010609060101010101" pitchFamily="49" charset="-122"/>
                <a:cs typeface="Arial" panose="020B0604020202020204" pitchFamily="34" charset="0"/>
              </a:rPr>
              <a:t>3) </a:t>
            </a:r>
            <a:r>
              <a:rPr lang="zh-CN" altLang="en-US" sz="2000" b="1">
                <a:solidFill>
                  <a:srgbClr val="FF0000"/>
                </a:solidFill>
                <a:latin typeface="Arial" panose="020B0604020202020204" pitchFamily="34" charset="0"/>
                <a:ea typeface="楷体" panose="02010609060101010101" pitchFamily="49" charset="-122"/>
                <a:cs typeface="Arial" panose="020B0604020202020204" pitchFamily="34" charset="0"/>
              </a:rPr>
              <a:t>无规共聚物</a:t>
            </a:r>
          </a:p>
          <a:p>
            <a:pPr algn="just">
              <a:lnSpc>
                <a:spcPct val="150000"/>
              </a:lnSpc>
              <a:spcBef>
                <a:spcPct val="0"/>
              </a:spcBef>
              <a:buFontTx/>
              <a:buNone/>
            </a:pPr>
            <a:r>
              <a:rPr lang="zh-CN" altLang="en-US" sz="2000">
                <a:latin typeface="Arial" panose="020B0604020202020204" pitchFamily="34" charset="0"/>
                <a:ea typeface="楷体" panose="02010609060101010101" pitchFamily="49" charset="-122"/>
                <a:cs typeface="Arial" panose="020B0604020202020204" pitchFamily="34" charset="0"/>
              </a:rPr>
              <a:t>     两种单体按统计规律相互连接起来构成一个大分子，</a:t>
            </a:r>
            <a:r>
              <a:rPr lang="en-US" altLang="zh-CN" sz="2000">
                <a:latin typeface="Arial" panose="020B0604020202020204" pitchFamily="34" charset="0"/>
                <a:ea typeface="楷体" panose="02010609060101010101" pitchFamily="49" charset="-122"/>
                <a:cs typeface="Arial" panose="020B0604020202020204" pitchFamily="34" charset="0"/>
              </a:rPr>
              <a:t>M</a:t>
            </a:r>
            <a:r>
              <a:rPr lang="en-US" altLang="zh-CN" sz="2000" baseline="-25000">
                <a:latin typeface="Arial" panose="020B0604020202020204" pitchFamily="34" charset="0"/>
                <a:ea typeface="楷体" panose="02010609060101010101" pitchFamily="49" charset="-122"/>
                <a:cs typeface="Arial" panose="020B0604020202020204" pitchFamily="34" charset="0"/>
              </a:rPr>
              <a:t>1</a:t>
            </a:r>
            <a:r>
              <a:rPr lang="en-US" altLang="zh-CN" sz="2000">
                <a:latin typeface="Arial" panose="020B0604020202020204" pitchFamily="34" charset="0"/>
                <a:ea typeface="楷体" panose="02010609060101010101" pitchFamily="49" charset="-122"/>
                <a:cs typeface="Arial" panose="020B0604020202020204" pitchFamily="34" charset="0"/>
              </a:rPr>
              <a:t>，M</a:t>
            </a:r>
            <a:r>
              <a:rPr lang="en-US" altLang="zh-CN" sz="2000" baseline="-25000">
                <a:latin typeface="Arial" panose="020B0604020202020204" pitchFamily="34" charset="0"/>
                <a:ea typeface="楷体" panose="02010609060101010101" pitchFamily="49" charset="-122"/>
                <a:cs typeface="Arial" panose="020B0604020202020204" pitchFamily="34" charset="0"/>
              </a:rPr>
              <a:t>2</a:t>
            </a:r>
            <a:r>
              <a:rPr lang="zh-CN" altLang="en-US" sz="2000">
                <a:latin typeface="Arial" panose="020B0604020202020204" pitchFamily="34" charset="0"/>
                <a:ea typeface="楷体" panose="02010609060101010101" pitchFamily="49" charset="-122"/>
                <a:cs typeface="Arial" panose="020B0604020202020204" pitchFamily="34" charset="0"/>
              </a:rPr>
              <a:t>随机排列</a:t>
            </a:r>
          </a:p>
        </p:txBody>
      </p:sp>
      <p:pic>
        <p:nvPicPr>
          <p:cNvPr id="133125" name="Picture 2053"/>
          <p:cNvPicPr>
            <a:picLocks noChangeAspect="1" noChangeArrowheads="1"/>
          </p:cNvPicPr>
          <p:nvPr/>
        </p:nvPicPr>
        <p:blipFill>
          <a:blip r:embed="rId2">
            <a:lum bright="6000" contrast="6000"/>
            <a:extLst>
              <a:ext uri="{28A0092B-C50C-407E-A947-70E740481C1C}">
                <a14:useLocalDpi xmlns:a14="http://schemas.microsoft.com/office/drawing/2010/main" val="0"/>
              </a:ext>
            </a:extLst>
          </a:blip>
          <a:srcRect/>
          <a:stretch>
            <a:fillRect/>
          </a:stretch>
        </p:blipFill>
        <p:spPr bwMode="auto">
          <a:xfrm>
            <a:off x="1276350" y="5157788"/>
            <a:ext cx="5181600"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直接连接符 3">
            <a:extLst>
              <a:ext uri="{FF2B5EF4-FFF2-40B4-BE49-F238E27FC236}">
                <a16:creationId xmlns:a16="http://schemas.microsoft.com/office/drawing/2014/main" id="{B9E81772-A7B8-46F6-A149-31B9BF8F5F93}"/>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134147"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13BA8D9F-33F8-4708-8F6A-324F7F56C5E3}"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34</a:t>
            </a:fld>
            <a:endParaRPr lang="en-US" altLang="zh-CN" sz="1200">
              <a:solidFill>
                <a:srgbClr val="FFFFFF"/>
              </a:solidFill>
              <a:latin typeface="Century Schoolbook" panose="02040604050505020304" pitchFamily="18" charset="0"/>
              <a:ea typeface="宋体" panose="02010600030101010101" pitchFamily="2" charset="-122"/>
            </a:endParaRPr>
          </a:p>
        </p:txBody>
      </p:sp>
      <p:sp>
        <p:nvSpPr>
          <p:cNvPr id="121860" name="Text Box 2">
            <a:extLst>
              <a:ext uri="{FF2B5EF4-FFF2-40B4-BE49-F238E27FC236}">
                <a16:creationId xmlns:a16="http://schemas.microsoft.com/office/drawing/2014/main" id="{DE7845E3-CADF-4DB5-B351-31761D5D32FA}"/>
              </a:ext>
            </a:extLst>
          </p:cNvPr>
          <p:cNvSpPr txBox="1">
            <a:spLocks noChangeArrowheads="1"/>
          </p:cNvSpPr>
          <p:nvPr/>
        </p:nvSpPr>
        <p:spPr bwMode="auto">
          <a:xfrm>
            <a:off x="533400" y="268288"/>
            <a:ext cx="7639050" cy="605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600" tIns="10800" rIns="21600" bIns="1080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0000"/>
              </a:lnSpc>
              <a:spcBef>
                <a:spcPct val="10000"/>
              </a:spcBef>
              <a:buFontTx/>
              <a:buNone/>
              <a:defRPr/>
            </a:pPr>
            <a:r>
              <a:rPr lang="zh-CN" altLang="en-US" sz="2000" b="1" dirty="0">
                <a:solidFill>
                  <a:srgbClr val="FF0000"/>
                </a:solidFill>
                <a:latin typeface="Arial" panose="020B0604020202020204" pitchFamily="34" charset="0"/>
                <a:ea typeface="楷体" panose="02010609060101010101" pitchFamily="49" charset="-122"/>
                <a:cs typeface="Arial" panose="020B0604020202020204" pitchFamily="34" charset="0"/>
              </a:rPr>
              <a:t>几率法推导二元共聚物的序列分布</a:t>
            </a:r>
          </a:p>
          <a:p>
            <a:pPr algn="just" eaLnBrk="1" hangingPunct="1">
              <a:lnSpc>
                <a:spcPct val="120000"/>
              </a:lnSpc>
              <a:spcBef>
                <a:spcPct val="10000"/>
              </a:spcBef>
              <a:buFontTx/>
              <a:buNone/>
              <a:defRPr/>
            </a:pPr>
            <a:r>
              <a:rPr lang="zh-CN" altLang="en-US" sz="2000" dirty="0">
                <a:latin typeface="Arial" panose="020B0604020202020204" pitchFamily="34" charset="0"/>
                <a:ea typeface="楷体" panose="02010609060101010101" pitchFamily="49" charset="-122"/>
                <a:cs typeface="Arial" panose="020B0604020202020204" pitchFamily="34" charset="0"/>
              </a:rPr>
              <a:t>前提：没有前末端效应 </a:t>
            </a:r>
            <a:r>
              <a:rPr lang="zh-CN" altLang="en-US" sz="2000" dirty="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 符合</a:t>
            </a:r>
            <a:r>
              <a:rPr lang="zh-CN" altLang="en-US" sz="2000" dirty="0">
                <a:latin typeface="Arial" panose="020B0604020202020204" pitchFamily="34" charset="0"/>
                <a:ea typeface="楷体" panose="02010609060101010101" pitchFamily="49" charset="-122"/>
                <a:cs typeface="Arial" panose="020B0604020202020204" pitchFamily="34" charset="0"/>
              </a:rPr>
              <a:t> 一次</a:t>
            </a:r>
            <a:r>
              <a:rPr lang="en-US" altLang="zh-CN" sz="2000" dirty="0">
                <a:latin typeface="Arial" panose="020B0604020202020204" pitchFamily="34" charset="0"/>
                <a:ea typeface="楷体" panose="02010609060101010101" pitchFamily="49" charset="-122"/>
                <a:cs typeface="Arial" panose="020B0604020202020204" pitchFamily="34" charset="0"/>
              </a:rPr>
              <a:t>Markov</a:t>
            </a:r>
            <a:r>
              <a:rPr lang="zh-CN" altLang="en-US" sz="2000" dirty="0">
                <a:latin typeface="Arial" panose="020B0604020202020204" pitchFamily="34" charset="0"/>
                <a:ea typeface="楷体" panose="02010609060101010101" pitchFamily="49" charset="-122"/>
                <a:cs typeface="Arial" panose="020B0604020202020204" pitchFamily="34" charset="0"/>
              </a:rPr>
              <a:t>统计</a:t>
            </a:r>
            <a:endParaRPr lang="en-US" altLang="zh-CN" sz="2000" dirty="0">
              <a:latin typeface="Arial" panose="020B0604020202020204" pitchFamily="34" charset="0"/>
              <a:ea typeface="楷体" panose="02010609060101010101" pitchFamily="49" charset="-122"/>
              <a:cs typeface="Arial" panose="020B0604020202020204" pitchFamily="34" charset="0"/>
            </a:endParaRPr>
          </a:p>
          <a:p>
            <a:pPr algn="just" eaLnBrk="1" hangingPunct="1">
              <a:lnSpc>
                <a:spcPct val="120000"/>
              </a:lnSpc>
              <a:spcBef>
                <a:spcPct val="10000"/>
              </a:spcBef>
              <a:buFontTx/>
              <a:buNone/>
              <a:defRPr/>
            </a:pPr>
            <a:endParaRPr lang="zh-CN" altLang="en-US" sz="2000" dirty="0">
              <a:latin typeface="Arial" panose="020B0604020202020204" pitchFamily="34" charset="0"/>
              <a:ea typeface="楷体" panose="02010609060101010101" pitchFamily="49" charset="-122"/>
              <a:cs typeface="Arial" panose="020B0604020202020204" pitchFamily="34" charset="0"/>
            </a:endParaRPr>
          </a:p>
          <a:p>
            <a:pPr algn="just" eaLnBrk="1" hangingPunct="1">
              <a:lnSpc>
                <a:spcPct val="120000"/>
              </a:lnSpc>
              <a:spcBef>
                <a:spcPct val="10000"/>
              </a:spcBef>
              <a:buFontTx/>
              <a:buNone/>
              <a:defRPr/>
            </a:pPr>
            <a:r>
              <a:rPr lang="en-US" altLang="zh-CN" sz="2000" dirty="0">
                <a:latin typeface="Arial" panose="020B0604020202020204" pitchFamily="34" charset="0"/>
                <a:ea typeface="楷体" panose="02010609060101010101" pitchFamily="49" charset="-122"/>
                <a:cs typeface="Arial" panose="020B0604020202020204" pitchFamily="34" charset="0"/>
              </a:rPr>
              <a:t>M</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1</a:t>
            </a:r>
            <a:r>
              <a:rPr lang="en-US" altLang="zh-CN" sz="2000" baseline="30000" dirty="0">
                <a:latin typeface="Arial" panose="020B0604020202020204" pitchFamily="34" charset="0"/>
                <a:ea typeface="楷体" panose="02010609060101010101" pitchFamily="49" charset="-122"/>
                <a:cs typeface="Arial" panose="020B0604020202020204" pitchFamily="34" charset="0"/>
              </a:rPr>
              <a:t>.</a:t>
            </a:r>
            <a:r>
              <a:rPr lang="zh-CN" altLang="en-US" sz="2000" dirty="0">
                <a:latin typeface="Arial" panose="020B0604020202020204" pitchFamily="34" charset="0"/>
                <a:ea typeface="楷体" panose="02010609060101010101" pitchFamily="49" charset="-122"/>
                <a:cs typeface="Arial" panose="020B0604020202020204" pitchFamily="34" charset="0"/>
              </a:rPr>
              <a:t>上增长</a:t>
            </a:r>
            <a:r>
              <a:rPr lang="en-US" altLang="zh-CN" sz="2000" dirty="0">
                <a:latin typeface="Arial" panose="020B0604020202020204" pitchFamily="34" charset="0"/>
                <a:ea typeface="楷体" panose="02010609060101010101" pitchFamily="49" charset="-122"/>
                <a:cs typeface="Arial" panose="020B0604020202020204" pitchFamily="34" charset="0"/>
              </a:rPr>
              <a:t>M</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1</a:t>
            </a:r>
            <a:r>
              <a:rPr lang="zh-CN" altLang="en-US" sz="2000" dirty="0">
                <a:latin typeface="Arial" panose="020B0604020202020204" pitchFamily="34" charset="0"/>
                <a:ea typeface="楷体" panose="02010609060101010101" pitchFamily="49" charset="-122"/>
                <a:cs typeface="Arial" panose="020B0604020202020204" pitchFamily="34" charset="0"/>
              </a:rPr>
              <a:t>的几率：</a:t>
            </a:r>
          </a:p>
          <a:p>
            <a:pPr algn="just" eaLnBrk="1" hangingPunct="1">
              <a:lnSpc>
                <a:spcPct val="120000"/>
              </a:lnSpc>
              <a:spcBef>
                <a:spcPct val="10000"/>
              </a:spcBef>
              <a:buFontTx/>
              <a:buNone/>
              <a:defRPr/>
            </a:pPr>
            <a:r>
              <a:rPr lang="zh-CN" altLang="en-US" sz="2000" dirty="0">
                <a:latin typeface="Arial" panose="020B0604020202020204" pitchFamily="34" charset="0"/>
                <a:ea typeface="楷体" panose="02010609060101010101" pitchFamily="49" charset="-122"/>
                <a:cs typeface="Arial" panose="020B0604020202020204" pitchFamily="34" charset="0"/>
              </a:rPr>
              <a:t>       </a:t>
            </a:r>
            <a:r>
              <a:rPr lang="en-US" altLang="zh-CN" sz="2000" dirty="0">
                <a:latin typeface="Arial" panose="020B0604020202020204" pitchFamily="34" charset="0"/>
                <a:ea typeface="楷体" panose="02010609060101010101" pitchFamily="49" charset="-122"/>
                <a:cs typeface="Arial" panose="020B0604020202020204" pitchFamily="34" charset="0"/>
              </a:rPr>
              <a:t>p</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11</a:t>
            </a:r>
            <a:r>
              <a:rPr lang="en-US" altLang="zh-CN" sz="2000" dirty="0">
                <a:latin typeface="Arial" panose="020B0604020202020204" pitchFamily="34" charset="0"/>
                <a:ea typeface="楷体" panose="02010609060101010101" pitchFamily="49" charset="-122"/>
                <a:cs typeface="Arial" panose="020B0604020202020204" pitchFamily="34" charset="0"/>
              </a:rPr>
              <a:t> = k</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11</a:t>
            </a:r>
            <a:r>
              <a:rPr lang="en-US" altLang="zh-CN" sz="2000" dirty="0">
                <a:latin typeface="Arial" panose="020B0604020202020204" pitchFamily="34" charset="0"/>
                <a:ea typeface="楷体" panose="02010609060101010101" pitchFamily="49" charset="-122"/>
                <a:cs typeface="Arial" panose="020B0604020202020204" pitchFamily="34" charset="0"/>
              </a:rPr>
              <a:t>[M</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1</a:t>
            </a:r>
            <a:r>
              <a:rPr lang="en-US" altLang="zh-CN" sz="2000" dirty="0">
                <a:latin typeface="Arial" panose="020B0604020202020204" pitchFamily="34" charset="0"/>
                <a:ea typeface="楷体" panose="02010609060101010101" pitchFamily="49" charset="-122"/>
                <a:cs typeface="Arial" panose="020B0604020202020204" pitchFamily="34" charset="0"/>
              </a:rPr>
              <a:t>]/(k</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11</a:t>
            </a:r>
            <a:r>
              <a:rPr lang="en-US" altLang="zh-CN" sz="2000" dirty="0">
                <a:latin typeface="Arial" panose="020B0604020202020204" pitchFamily="34" charset="0"/>
                <a:ea typeface="楷体" panose="02010609060101010101" pitchFamily="49" charset="-122"/>
                <a:cs typeface="Arial" panose="020B0604020202020204" pitchFamily="34" charset="0"/>
              </a:rPr>
              <a:t>[M</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1</a:t>
            </a:r>
            <a:r>
              <a:rPr lang="en-US" altLang="zh-CN" sz="2000" dirty="0">
                <a:latin typeface="Arial" panose="020B0604020202020204" pitchFamily="34" charset="0"/>
                <a:ea typeface="楷体" panose="02010609060101010101" pitchFamily="49" charset="-122"/>
                <a:cs typeface="Arial" panose="020B0604020202020204" pitchFamily="34" charset="0"/>
              </a:rPr>
              <a:t>] + k</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12</a:t>
            </a:r>
            <a:r>
              <a:rPr lang="en-US" altLang="zh-CN" sz="2000" dirty="0">
                <a:latin typeface="Arial" panose="020B0604020202020204" pitchFamily="34" charset="0"/>
                <a:ea typeface="楷体" panose="02010609060101010101" pitchFamily="49" charset="-122"/>
                <a:cs typeface="Arial" panose="020B0604020202020204" pitchFamily="34" charset="0"/>
              </a:rPr>
              <a:t>[M</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2</a:t>
            </a:r>
            <a:r>
              <a:rPr lang="en-US" altLang="zh-CN" sz="2000" dirty="0">
                <a:latin typeface="Arial" panose="020B0604020202020204" pitchFamily="34" charset="0"/>
                <a:ea typeface="楷体" panose="02010609060101010101" pitchFamily="49" charset="-122"/>
                <a:cs typeface="Arial" panose="020B0604020202020204" pitchFamily="34" charset="0"/>
              </a:rPr>
              <a:t>]) = r</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1</a:t>
            </a:r>
            <a:r>
              <a:rPr lang="en-US" altLang="zh-CN" sz="2000" dirty="0">
                <a:latin typeface="Arial" panose="020B0604020202020204" pitchFamily="34" charset="0"/>
                <a:ea typeface="楷体" panose="02010609060101010101" pitchFamily="49" charset="-122"/>
                <a:cs typeface="Arial" panose="020B0604020202020204" pitchFamily="34" charset="0"/>
              </a:rPr>
              <a:t>[M</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1</a:t>
            </a:r>
            <a:r>
              <a:rPr lang="en-US" altLang="zh-CN" sz="2000" dirty="0">
                <a:latin typeface="Arial" panose="020B0604020202020204" pitchFamily="34" charset="0"/>
                <a:ea typeface="楷体" panose="02010609060101010101" pitchFamily="49" charset="-122"/>
                <a:cs typeface="Arial" panose="020B0604020202020204" pitchFamily="34" charset="0"/>
              </a:rPr>
              <a:t>]/(r</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1</a:t>
            </a:r>
            <a:r>
              <a:rPr lang="en-US" altLang="zh-CN" sz="2000" dirty="0">
                <a:latin typeface="Arial" panose="020B0604020202020204" pitchFamily="34" charset="0"/>
                <a:ea typeface="楷体" panose="02010609060101010101" pitchFamily="49" charset="-122"/>
                <a:cs typeface="Arial" panose="020B0604020202020204" pitchFamily="34" charset="0"/>
              </a:rPr>
              <a:t>[M</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1</a:t>
            </a:r>
            <a:r>
              <a:rPr lang="en-US" altLang="zh-CN" sz="2000" dirty="0">
                <a:latin typeface="Arial" panose="020B0604020202020204" pitchFamily="34" charset="0"/>
                <a:ea typeface="楷体" panose="02010609060101010101" pitchFamily="49" charset="-122"/>
                <a:cs typeface="Arial" panose="020B0604020202020204" pitchFamily="34" charset="0"/>
              </a:rPr>
              <a:t>] + [M</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2</a:t>
            </a:r>
            <a:r>
              <a:rPr lang="en-US" altLang="zh-CN" sz="2000" dirty="0">
                <a:latin typeface="Arial" panose="020B0604020202020204" pitchFamily="34" charset="0"/>
                <a:ea typeface="楷体" panose="02010609060101010101" pitchFamily="49" charset="-122"/>
                <a:cs typeface="Arial" panose="020B0604020202020204" pitchFamily="34" charset="0"/>
              </a:rPr>
              <a:t>])</a:t>
            </a:r>
          </a:p>
          <a:p>
            <a:pPr algn="just" eaLnBrk="1" hangingPunct="1">
              <a:lnSpc>
                <a:spcPct val="120000"/>
              </a:lnSpc>
              <a:spcBef>
                <a:spcPct val="40000"/>
              </a:spcBef>
              <a:buFontTx/>
              <a:buNone/>
              <a:defRPr/>
            </a:pPr>
            <a:r>
              <a:rPr lang="en-US" altLang="zh-CN" sz="2000" dirty="0">
                <a:latin typeface="Arial" panose="020B0604020202020204" pitchFamily="34" charset="0"/>
                <a:ea typeface="楷体" panose="02010609060101010101" pitchFamily="49" charset="-122"/>
                <a:cs typeface="Arial" panose="020B0604020202020204" pitchFamily="34" charset="0"/>
              </a:rPr>
              <a:t>M</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1</a:t>
            </a:r>
            <a:r>
              <a:rPr lang="en-US" altLang="zh-CN" sz="2000" baseline="30000" dirty="0">
                <a:latin typeface="Arial" panose="020B0604020202020204" pitchFamily="34" charset="0"/>
                <a:ea typeface="楷体" panose="02010609060101010101" pitchFamily="49" charset="-122"/>
                <a:cs typeface="Arial" panose="020B0604020202020204" pitchFamily="34" charset="0"/>
              </a:rPr>
              <a:t>.</a:t>
            </a:r>
            <a:r>
              <a:rPr lang="zh-CN" altLang="en-US" sz="2000" dirty="0">
                <a:latin typeface="Arial" panose="020B0604020202020204" pitchFamily="34" charset="0"/>
                <a:ea typeface="楷体" panose="02010609060101010101" pitchFamily="49" charset="-122"/>
                <a:cs typeface="Arial" panose="020B0604020202020204" pitchFamily="34" charset="0"/>
              </a:rPr>
              <a:t>上增长</a:t>
            </a:r>
            <a:r>
              <a:rPr lang="en-US" altLang="zh-CN" sz="2000" dirty="0">
                <a:latin typeface="Arial" panose="020B0604020202020204" pitchFamily="34" charset="0"/>
                <a:ea typeface="楷体" panose="02010609060101010101" pitchFamily="49" charset="-122"/>
                <a:cs typeface="Arial" panose="020B0604020202020204" pitchFamily="34" charset="0"/>
              </a:rPr>
              <a:t>M</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2</a:t>
            </a:r>
            <a:r>
              <a:rPr lang="zh-CN" altLang="en-US" sz="2000" dirty="0">
                <a:latin typeface="Arial" panose="020B0604020202020204" pitchFamily="34" charset="0"/>
                <a:ea typeface="楷体" panose="02010609060101010101" pitchFamily="49" charset="-122"/>
                <a:cs typeface="Arial" panose="020B0604020202020204" pitchFamily="34" charset="0"/>
              </a:rPr>
              <a:t>的几率：</a:t>
            </a:r>
          </a:p>
          <a:p>
            <a:pPr algn="just" eaLnBrk="1" hangingPunct="1">
              <a:lnSpc>
                <a:spcPct val="120000"/>
              </a:lnSpc>
              <a:spcBef>
                <a:spcPct val="10000"/>
              </a:spcBef>
              <a:buFontTx/>
              <a:buNone/>
              <a:defRPr/>
            </a:pPr>
            <a:r>
              <a:rPr lang="en-US" altLang="zh-CN" sz="2000" dirty="0">
                <a:latin typeface="Arial" panose="020B0604020202020204" pitchFamily="34" charset="0"/>
                <a:ea typeface="楷体" panose="02010609060101010101" pitchFamily="49" charset="-122"/>
                <a:cs typeface="Arial" panose="020B0604020202020204" pitchFamily="34" charset="0"/>
              </a:rPr>
              <a:t>       p</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12</a:t>
            </a:r>
            <a:r>
              <a:rPr lang="en-US" altLang="zh-CN" sz="2000" dirty="0">
                <a:latin typeface="Arial" panose="020B0604020202020204" pitchFamily="34" charset="0"/>
                <a:ea typeface="楷体" panose="02010609060101010101" pitchFamily="49" charset="-122"/>
                <a:cs typeface="Arial" panose="020B0604020202020204" pitchFamily="34" charset="0"/>
              </a:rPr>
              <a:t> = 1- p</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11</a:t>
            </a:r>
            <a:r>
              <a:rPr lang="en-US" altLang="zh-CN" sz="2000" dirty="0">
                <a:latin typeface="Arial" panose="020B0604020202020204" pitchFamily="34" charset="0"/>
                <a:ea typeface="楷体" panose="02010609060101010101" pitchFamily="49" charset="-122"/>
                <a:cs typeface="Arial" panose="020B0604020202020204" pitchFamily="34" charset="0"/>
              </a:rPr>
              <a:t> = [M</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2</a:t>
            </a:r>
            <a:r>
              <a:rPr lang="en-US" altLang="zh-CN" sz="2000" dirty="0">
                <a:latin typeface="Arial" panose="020B0604020202020204" pitchFamily="34" charset="0"/>
                <a:ea typeface="楷体" panose="02010609060101010101" pitchFamily="49" charset="-122"/>
                <a:cs typeface="Arial" panose="020B0604020202020204" pitchFamily="34" charset="0"/>
              </a:rPr>
              <a:t>]/(r</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1</a:t>
            </a:r>
            <a:r>
              <a:rPr lang="en-US" altLang="zh-CN" sz="2000" dirty="0">
                <a:latin typeface="Arial" panose="020B0604020202020204" pitchFamily="34" charset="0"/>
                <a:ea typeface="楷体" panose="02010609060101010101" pitchFamily="49" charset="-122"/>
                <a:cs typeface="Arial" panose="020B0604020202020204" pitchFamily="34" charset="0"/>
              </a:rPr>
              <a:t>[M</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1</a:t>
            </a:r>
            <a:r>
              <a:rPr lang="en-US" altLang="zh-CN" sz="2000" dirty="0">
                <a:latin typeface="Arial" panose="020B0604020202020204" pitchFamily="34" charset="0"/>
                <a:ea typeface="楷体" panose="02010609060101010101" pitchFamily="49" charset="-122"/>
                <a:cs typeface="Arial" panose="020B0604020202020204" pitchFamily="34" charset="0"/>
              </a:rPr>
              <a:t>] + [M</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2</a:t>
            </a:r>
            <a:r>
              <a:rPr lang="en-US" altLang="zh-CN" sz="2000" dirty="0">
                <a:latin typeface="Arial" panose="020B0604020202020204" pitchFamily="34" charset="0"/>
                <a:ea typeface="楷体" panose="02010609060101010101" pitchFamily="49" charset="-122"/>
                <a:cs typeface="Arial" panose="020B0604020202020204" pitchFamily="34" charset="0"/>
              </a:rPr>
              <a:t>])</a:t>
            </a:r>
          </a:p>
          <a:p>
            <a:pPr algn="just" eaLnBrk="1" hangingPunct="1">
              <a:lnSpc>
                <a:spcPct val="120000"/>
              </a:lnSpc>
              <a:spcBef>
                <a:spcPct val="40000"/>
              </a:spcBef>
              <a:buFontTx/>
              <a:buNone/>
              <a:defRPr/>
            </a:pPr>
            <a:r>
              <a:rPr lang="zh-CN" altLang="en-US" sz="2000" dirty="0">
                <a:latin typeface="Arial" panose="020B0604020202020204" pitchFamily="34" charset="0"/>
                <a:ea typeface="楷体" panose="02010609060101010101" pitchFamily="49" charset="-122"/>
                <a:cs typeface="Arial" panose="020B0604020202020204" pitchFamily="34" charset="0"/>
              </a:rPr>
              <a:t>对于</a:t>
            </a:r>
            <a:r>
              <a:rPr lang="en-US" altLang="zh-CN" sz="2000" dirty="0">
                <a:latin typeface="Arial" panose="020B0604020202020204" pitchFamily="34" charset="0"/>
                <a:ea typeface="楷体" panose="02010609060101010101" pitchFamily="49" charset="-122"/>
                <a:cs typeface="Arial" panose="020B0604020202020204" pitchFamily="34" charset="0"/>
              </a:rPr>
              <a:t>M</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2</a:t>
            </a:r>
            <a:r>
              <a:rPr lang="en-US" altLang="zh-CN" sz="2000" baseline="30000" dirty="0">
                <a:latin typeface="Arial" panose="020B0604020202020204" pitchFamily="34" charset="0"/>
                <a:ea typeface="楷体" panose="02010609060101010101" pitchFamily="49" charset="-122"/>
                <a:cs typeface="Arial" panose="020B0604020202020204" pitchFamily="34" charset="0"/>
              </a:rPr>
              <a:t>.</a:t>
            </a:r>
            <a:r>
              <a:rPr lang="zh-CN" altLang="en-US" sz="2000" dirty="0">
                <a:latin typeface="Arial" panose="020B0604020202020204" pitchFamily="34" charset="0"/>
                <a:ea typeface="楷体" panose="02010609060101010101" pitchFamily="49" charset="-122"/>
                <a:cs typeface="Arial" panose="020B0604020202020204" pitchFamily="34" charset="0"/>
              </a:rPr>
              <a:t>上的两种单体增长的竞争，也有类似的规律</a:t>
            </a:r>
          </a:p>
          <a:p>
            <a:pPr algn="just" eaLnBrk="1" hangingPunct="1">
              <a:lnSpc>
                <a:spcPct val="120000"/>
              </a:lnSpc>
              <a:spcBef>
                <a:spcPct val="60000"/>
              </a:spcBef>
              <a:buFontTx/>
              <a:buNone/>
              <a:defRPr/>
            </a:pPr>
            <a:r>
              <a:rPr lang="zh-CN" altLang="en-US" sz="2000" dirty="0">
                <a:latin typeface="Arial" panose="020B0604020202020204" pitchFamily="34" charset="0"/>
                <a:ea typeface="楷体" panose="02010609060101010101" pitchFamily="49" charset="-122"/>
                <a:cs typeface="Arial" panose="020B0604020202020204" pitchFamily="34" charset="0"/>
              </a:rPr>
              <a:t>生成  </a:t>
            </a:r>
            <a:r>
              <a:rPr lang="en-US" altLang="zh-CN" sz="2000" dirty="0">
                <a:latin typeface="Arial" panose="020B0604020202020204" pitchFamily="34" charset="0"/>
                <a:ea typeface="楷体" panose="02010609060101010101" pitchFamily="49" charset="-122"/>
                <a:cs typeface="Arial" panose="020B0604020202020204" pitchFamily="34" charset="0"/>
              </a:rPr>
              <a:t>M</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2</a:t>
            </a:r>
            <a:r>
              <a:rPr lang="en-US" altLang="zh-CN" sz="2000" dirty="0">
                <a:highlight>
                  <a:srgbClr val="FFFF00"/>
                </a:highlight>
                <a:latin typeface="Arial" panose="020B0604020202020204" pitchFamily="34" charset="0"/>
                <a:ea typeface="楷体" panose="02010609060101010101" pitchFamily="49" charset="-122"/>
                <a:cs typeface="Arial" panose="020B0604020202020204" pitchFamily="34" charset="0"/>
              </a:rPr>
              <a:t>(M</a:t>
            </a:r>
            <a:r>
              <a:rPr lang="en-US" altLang="zh-CN" sz="2000" baseline="-25000" dirty="0">
                <a:highlight>
                  <a:srgbClr val="FFFF00"/>
                </a:highlight>
                <a:latin typeface="Arial" panose="020B0604020202020204" pitchFamily="34" charset="0"/>
                <a:ea typeface="楷体" panose="02010609060101010101" pitchFamily="49" charset="-122"/>
                <a:cs typeface="Arial" panose="020B0604020202020204" pitchFamily="34" charset="0"/>
              </a:rPr>
              <a:t>1</a:t>
            </a:r>
            <a:r>
              <a:rPr lang="en-US" altLang="zh-CN" sz="2000" dirty="0">
                <a:highlight>
                  <a:srgbClr val="FFFF00"/>
                </a:highlight>
                <a:latin typeface="Arial" panose="020B0604020202020204" pitchFamily="34" charset="0"/>
                <a:ea typeface="楷体" panose="02010609060101010101" pitchFamily="49" charset="-122"/>
                <a:cs typeface="Arial" panose="020B0604020202020204" pitchFamily="34" charset="0"/>
              </a:rPr>
              <a:t>)</a:t>
            </a:r>
            <a:r>
              <a:rPr lang="en-US" altLang="zh-CN" sz="2000" baseline="-25000" dirty="0">
                <a:highlight>
                  <a:srgbClr val="FFFF00"/>
                </a:highlight>
                <a:latin typeface="Arial" panose="020B0604020202020204" pitchFamily="34" charset="0"/>
                <a:ea typeface="楷体" panose="02010609060101010101" pitchFamily="49" charset="-122"/>
                <a:cs typeface="Arial" panose="020B0604020202020204" pitchFamily="34" charset="0"/>
              </a:rPr>
              <a:t>x</a:t>
            </a:r>
            <a:r>
              <a:rPr lang="en-US" altLang="zh-CN" sz="2000" dirty="0">
                <a:latin typeface="Arial" panose="020B0604020202020204" pitchFamily="34" charset="0"/>
                <a:ea typeface="楷体" panose="02010609060101010101" pitchFamily="49" charset="-122"/>
                <a:cs typeface="Arial" panose="020B0604020202020204" pitchFamily="34" charset="0"/>
              </a:rPr>
              <a:t>M</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2</a:t>
            </a:r>
            <a:r>
              <a:rPr lang="en-US" altLang="zh-CN" sz="2000" dirty="0">
                <a:latin typeface="Arial" panose="020B0604020202020204" pitchFamily="34" charset="0"/>
                <a:ea typeface="楷体" panose="02010609060101010101" pitchFamily="49" charset="-122"/>
                <a:cs typeface="Arial" panose="020B0604020202020204" pitchFamily="34" charset="0"/>
              </a:rPr>
              <a:t> </a:t>
            </a:r>
            <a:r>
              <a:rPr lang="zh-CN" altLang="en-US" sz="2000" dirty="0">
                <a:latin typeface="Arial" panose="020B0604020202020204" pitchFamily="34" charset="0"/>
                <a:ea typeface="楷体" panose="02010609060101010101" pitchFamily="49" charset="-122"/>
                <a:cs typeface="Arial" panose="020B0604020202020204" pitchFamily="34" charset="0"/>
              </a:rPr>
              <a:t>序列的几率 </a:t>
            </a:r>
            <a:r>
              <a:rPr lang="en-US" altLang="zh-CN" sz="2000" dirty="0">
                <a:latin typeface="Arial" panose="020B0604020202020204" pitchFamily="34" charset="0"/>
                <a:ea typeface="楷体" panose="02010609060101010101" pitchFamily="49" charset="-122"/>
                <a:cs typeface="Arial" panose="020B0604020202020204" pitchFamily="34" charset="0"/>
              </a:rPr>
              <a:t>(xM</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1</a:t>
            </a:r>
            <a:r>
              <a:rPr lang="zh-CN" altLang="en-US" sz="2000" dirty="0">
                <a:latin typeface="Arial" panose="020B0604020202020204" pitchFamily="34" charset="0"/>
                <a:ea typeface="楷体" panose="02010609060101010101" pitchFamily="49" charset="-122"/>
                <a:cs typeface="Arial" panose="020B0604020202020204" pitchFamily="34" charset="0"/>
              </a:rPr>
              <a:t>序列</a:t>
            </a:r>
            <a:r>
              <a:rPr lang="en-US" altLang="zh-CN" sz="2000" dirty="0">
                <a:latin typeface="Arial" panose="020B0604020202020204" pitchFamily="34" charset="0"/>
                <a:ea typeface="楷体" panose="02010609060101010101" pitchFamily="49" charset="-122"/>
                <a:cs typeface="Arial" panose="020B0604020202020204" pitchFamily="34" charset="0"/>
              </a:rPr>
              <a:t>)</a:t>
            </a:r>
            <a:r>
              <a:rPr lang="zh-CN" altLang="en-US" sz="2000" dirty="0">
                <a:latin typeface="Arial" panose="020B0604020202020204" pitchFamily="34" charset="0"/>
                <a:ea typeface="楷体" panose="02010609060101010101" pitchFamily="49" charset="-122"/>
                <a:cs typeface="Arial" panose="020B0604020202020204" pitchFamily="34" charset="0"/>
              </a:rPr>
              <a:t> 命名为 (</a:t>
            </a:r>
            <a:r>
              <a:rPr lang="en-US" altLang="zh-CN" sz="2000" dirty="0">
                <a:latin typeface="Arial" panose="020B0604020202020204" pitchFamily="34" charset="0"/>
                <a:ea typeface="楷体" panose="02010609060101010101" pitchFamily="49" charset="-122"/>
                <a:cs typeface="Arial" panose="020B0604020202020204" pitchFamily="34" charset="0"/>
              </a:rPr>
              <a:t>p</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M1</a:t>
            </a:r>
            <a:r>
              <a:rPr lang="en-US" altLang="zh-CN" sz="2000" dirty="0">
                <a:latin typeface="Arial" panose="020B0604020202020204" pitchFamily="34" charset="0"/>
                <a:ea typeface="楷体" panose="02010609060101010101" pitchFamily="49" charset="-122"/>
                <a:cs typeface="Arial" panose="020B0604020202020204" pitchFamily="34" charset="0"/>
              </a:rPr>
              <a:t>)</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x</a:t>
            </a:r>
          </a:p>
          <a:p>
            <a:pPr algn="just" eaLnBrk="1" hangingPunct="1">
              <a:lnSpc>
                <a:spcPct val="120000"/>
              </a:lnSpc>
              <a:spcBef>
                <a:spcPct val="40000"/>
              </a:spcBef>
              <a:buFontTx/>
              <a:buNone/>
              <a:defRPr/>
            </a:pPr>
            <a:r>
              <a:rPr lang="zh-CN" altLang="en-US" sz="2000" dirty="0">
                <a:latin typeface="Arial" panose="020B0604020202020204" pitchFamily="34" charset="0"/>
                <a:ea typeface="楷体" panose="02010609060101010101" pitchFamily="49" charset="-122"/>
                <a:cs typeface="Arial" panose="020B0604020202020204" pitchFamily="34" charset="0"/>
              </a:rPr>
              <a:t>(</a:t>
            </a:r>
            <a:r>
              <a:rPr lang="en-US" altLang="zh-CN" sz="2000" dirty="0">
                <a:latin typeface="Arial" panose="020B0604020202020204" pitchFamily="34" charset="0"/>
                <a:ea typeface="楷体" panose="02010609060101010101" pitchFamily="49" charset="-122"/>
                <a:cs typeface="Arial" panose="020B0604020202020204" pitchFamily="34" charset="0"/>
              </a:rPr>
              <a:t>p</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M1</a:t>
            </a:r>
            <a:r>
              <a:rPr lang="en-US" altLang="zh-CN" sz="2000" dirty="0">
                <a:latin typeface="Arial" panose="020B0604020202020204" pitchFamily="34" charset="0"/>
                <a:ea typeface="楷体" panose="02010609060101010101" pitchFamily="49" charset="-122"/>
                <a:cs typeface="Arial" panose="020B0604020202020204" pitchFamily="34" charset="0"/>
              </a:rPr>
              <a:t>)</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x  </a:t>
            </a:r>
            <a:r>
              <a:rPr lang="en-US" altLang="zh-CN" sz="2000" dirty="0">
                <a:latin typeface="Arial" panose="020B0604020202020204" pitchFamily="34" charset="0"/>
                <a:ea typeface="楷体" panose="02010609060101010101" pitchFamily="49" charset="-122"/>
                <a:cs typeface="Arial" panose="020B0604020202020204" pitchFamily="34" charset="0"/>
              </a:rPr>
              <a:t>= p</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11</a:t>
            </a:r>
            <a:r>
              <a:rPr lang="en-US" altLang="zh-CN" sz="2000" baseline="30000" dirty="0">
                <a:latin typeface="Arial" panose="020B0604020202020204" pitchFamily="34" charset="0"/>
                <a:ea typeface="楷体" panose="02010609060101010101" pitchFamily="49" charset="-122"/>
                <a:cs typeface="Arial" panose="020B0604020202020204" pitchFamily="34" charset="0"/>
              </a:rPr>
              <a:t>x-1</a:t>
            </a:r>
            <a:r>
              <a:rPr lang="en-US" altLang="zh-CN" sz="2000" dirty="0">
                <a:latin typeface="Arial" panose="020B0604020202020204" pitchFamily="34" charset="0"/>
                <a:ea typeface="楷体" panose="02010609060101010101" pitchFamily="49" charset="-122"/>
                <a:cs typeface="Arial" panose="020B0604020202020204" pitchFamily="34" charset="0"/>
              </a:rPr>
              <a:t> p</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12</a:t>
            </a:r>
            <a:r>
              <a:rPr lang="en-US" altLang="zh-CN" sz="2000" dirty="0">
                <a:latin typeface="Arial" panose="020B0604020202020204" pitchFamily="34" charset="0"/>
                <a:ea typeface="楷体" panose="02010609060101010101" pitchFamily="49" charset="-122"/>
                <a:cs typeface="Arial" panose="020B0604020202020204" pitchFamily="34" charset="0"/>
              </a:rPr>
              <a:t> =  p</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11</a:t>
            </a:r>
            <a:r>
              <a:rPr lang="en-US" altLang="zh-CN" sz="2000" baseline="30000" dirty="0">
                <a:latin typeface="Arial" panose="020B0604020202020204" pitchFamily="34" charset="0"/>
                <a:ea typeface="楷体" panose="02010609060101010101" pitchFamily="49" charset="-122"/>
                <a:cs typeface="Arial" panose="020B0604020202020204" pitchFamily="34" charset="0"/>
              </a:rPr>
              <a:t>x-1</a:t>
            </a:r>
            <a:r>
              <a:rPr lang="en-US" altLang="zh-CN" sz="2000" dirty="0">
                <a:latin typeface="Arial" panose="020B0604020202020204" pitchFamily="34" charset="0"/>
                <a:ea typeface="楷体" panose="02010609060101010101" pitchFamily="49" charset="-122"/>
                <a:cs typeface="Arial" panose="020B0604020202020204" pitchFamily="34" charset="0"/>
              </a:rPr>
              <a:t>(1- p</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11</a:t>
            </a:r>
            <a:r>
              <a:rPr lang="en-US" altLang="zh-CN" sz="2000" dirty="0">
                <a:latin typeface="Arial" panose="020B0604020202020204" pitchFamily="34" charset="0"/>
                <a:ea typeface="楷体" panose="02010609060101010101" pitchFamily="49" charset="-122"/>
                <a:cs typeface="Arial" panose="020B0604020202020204" pitchFamily="34" charset="0"/>
              </a:rPr>
              <a:t>)                       (</a:t>
            </a:r>
            <a:r>
              <a:rPr lang="zh-CN" altLang="en-US" sz="2000" dirty="0">
                <a:latin typeface="Arial" panose="020B0604020202020204" pitchFamily="34" charset="0"/>
                <a:ea typeface="楷体" panose="02010609060101010101" pitchFamily="49" charset="-122"/>
                <a:cs typeface="Arial" panose="020B0604020202020204" pitchFamily="34" charset="0"/>
              </a:rPr>
              <a:t>是</a:t>
            </a:r>
            <a:r>
              <a:rPr lang="en-US" altLang="zh-CN" sz="2000" dirty="0">
                <a:latin typeface="Arial" panose="020B0604020202020204" pitchFamily="34" charset="0"/>
                <a:ea typeface="楷体" panose="02010609060101010101" pitchFamily="49" charset="-122"/>
                <a:cs typeface="Arial" panose="020B0604020202020204" pitchFamily="34" charset="0"/>
              </a:rPr>
              <a:t>r</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1</a:t>
            </a:r>
            <a:r>
              <a:rPr lang="zh-CN" altLang="en-US" sz="2000" dirty="0">
                <a:latin typeface="Arial" panose="020B0604020202020204" pitchFamily="34" charset="0"/>
                <a:ea typeface="楷体" panose="02010609060101010101" pitchFamily="49" charset="-122"/>
                <a:cs typeface="Arial" panose="020B0604020202020204" pitchFamily="34" charset="0"/>
              </a:rPr>
              <a:t>的函数</a:t>
            </a:r>
            <a:r>
              <a:rPr lang="en-US" altLang="zh-CN" sz="2000" dirty="0">
                <a:latin typeface="Arial" panose="020B0604020202020204" pitchFamily="34" charset="0"/>
                <a:ea typeface="楷体" panose="02010609060101010101" pitchFamily="49" charset="-122"/>
                <a:cs typeface="Arial" panose="020B0604020202020204" pitchFamily="34" charset="0"/>
              </a:rPr>
              <a:t>)</a:t>
            </a:r>
            <a:endParaRPr lang="zh-CN" altLang="en-US" sz="2000" dirty="0">
              <a:latin typeface="Arial" panose="020B0604020202020204" pitchFamily="34" charset="0"/>
              <a:ea typeface="楷体" panose="02010609060101010101" pitchFamily="49" charset="-122"/>
              <a:cs typeface="Arial" panose="020B0604020202020204" pitchFamily="34" charset="0"/>
            </a:endParaRPr>
          </a:p>
          <a:p>
            <a:pPr algn="just" eaLnBrk="1" hangingPunct="1">
              <a:lnSpc>
                <a:spcPct val="120000"/>
              </a:lnSpc>
              <a:spcBef>
                <a:spcPct val="30000"/>
              </a:spcBef>
              <a:buFontTx/>
              <a:buNone/>
              <a:defRPr/>
            </a:pPr>
            <a:r>
              <a:rPr lang="en-US" altLang="zh-CN" sz="2000" dirty="0">
                <a:latin typeface="Arial" panose="020B0604020202020204" pitchFamily="34" charset="0"/>
                <a:ea typeface="楷体" panose="02010609060101010101" pitchFamily="49" charset="-122"/>
                <a:cs typeface="Arial" panose="020B0604020202020204" pitchFamily="34" charset="0"/>
              </a:rPr>
              <a:t>[</a:t>
            </a:r>
            <a:r>
              <a:rPr lang="zh-CN" altLang="en-US" sz="2000" dirty="0">
                <a:latin typeface="Arial" panose="020B0604020202020204" pitchFamily="34" charset="0"/>
                <a:ea typeface="楷体" panose="02010609060101010101" pitchFamily="49" charset="-122"/>
                <a:cs typeface="Arial" panose="020B0604020202020204" pitchFamily="34" charset="0"/>
              </a:rPr>
              <a:t>(</a:t>
            </a:r>
            <a:r>
              <a:rPr lang="en-US" altLang="zh-CN" sz="2000" dirty="0">
                <a:latin typeface="Arial" panose="020B0604020202020204" pitchFamily="34" charset="0"/>
                <a:ea typeface="楷体" panose="02010609060101010101" pitchFamily="49" charset="-122"/>
                <a:cs typeface="Arial" panose="020B0604020202020204" pitchFamily="34" charset="0"/>
              </a:rPr>
              <a:t>p</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M1</a:t>
            </a:r>
            <a:r>
              <a:rPr lang="en-US" altLang="zh-CN" sz="2000" dirty="0">
                <a:latin typeface="Arial" panose="020B0604020202020204" pitchFamily="34" charset="0"/>
                <a:ea typeface="楷体" panose="02010609060101010101" pitchFamily="49" charset="-122"/>
                <a:cs typeface="Arial" panose="020B0604020202020204" pitchFamily="34" charset="0"/>
              </a:rPr>
              <a:t>)</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x</a:t>
            </a:r>
            <a:r>
              <a:rPr lang="zh-CN" altLang="en-US" sz="2000" dirty="0">
                <a:latin typeface="Arial" panose="020B0604020202020204" pitchFamily="34" charset="0"/>
                <a:ea typeface="楷体" panose="02010609060101010101" pitchFamily="49" charset="-122"/>
                <a:cs typeface="Arial" panose="020B0604020202020204" pitchFamily="34" charset="0"/>
              </a:rPr>
              <a:t>即是长度为 </a:t>
            </a:r>
            <a:r>
              <a:rPr lang="en-US" altLang="zh-CN" sz="2000" dirty="0">
                <a:latin typeface="Arial" panose="020B0604020202020204" pitchFamily="34" charset="0"/>
                <a:ea typeface="楷体" panose="02010609060101010101" pitchFamily="49" charset="-122"/>
                <a:cs typeface="Arial" panose="020B0604020202020204" pitchFamily="34" charset="0"/>
              </a:rPr>
              <a:t>x </a:t>
            </a:r>
            <a:r>
              <a:rPr lang="zh-CN" altLang="en-US" sz="2000" dirty="0">
                <a:latin typeface="Arial" panose="020B0604020202020204" pitchFamily="34" charset="0"/>
                <a:ea typeface="楷体" panose="02010609060101010101" pitchFamily="49" charset="-122"/>
                <a:cs typeface="Arial" panose="020B0604020202020204" pitchFamily="34" charset="0"/>
              </a:rPr>
              <a:t>的</a:t>
            </a:r>
            <a:r>
              <a:rPr lang="en-US" altLang="zh-CN" sz="2000" dirty="0">
                <a:latin typeface="Arial" panose="020B0604020202020204" pitchFamily="34" charset="0"/>
                <a:ea typeface="楷体" panose="02010609060101010101" pitchFamily="49" charset="-122"/>
                <a:cs typeface="Arial" panose="020B0604020202020204" pitchFamily="34" charset="0"/>
              </a:rPr>
              <a:t>M</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1</a:t>
            </a:r>
            <a:r>
              <a:rPr lang="zh-CN" altLang="en-US" sz="2000" dirty="0">
                <a:latin typeface="Arial" panose="020B0604020202020204" pitchFamily="34" charset="0"/>
                <a:ea typeface="楷体" panose="02010609060101010101" pitchFamily="49" charset="-122"/>
                <a:cs typeface="Arial" panose="020B0604020202020204" pitchFamily="34" charset="0"/>
              </a:rPr>
              <a:t>序列在所有</a:t>
            </a:r>
            <a:r>
              <a:rPr lang="en-US" altLang="zh-CN" sz="2000" dirty="0">
                <a:latin typeface="Arial" panose="020B0604020202020204" pitchFamily="34" charset="0"/>
                <a:ea typeface="楷体" panose="02010609060101010101" pitchFamily="49" charset="-122"/>
                <a:cs typeface="Arial" panose="020B0604020202020204" pitchFamily="34" charset="0"/>
              </a:rPr>
              <a:t>M</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1</a:t>
            </a:r>
            <a:r>
              <a:rPr lang="zh-CN" altLang="en-US" sz="2000" dirty="0">
                <a:latin typeface="Arial" panose="020B0604020202020204" pitchFamily="34" charset="0"/>
                <a:ea typeface="楷体" panose="02010609060101010101" pitchFamily="49" charset="-122"/>
                <a:cs typeface="Arial" panose="020B0604020202020204" pitchFamily="34" charset="0"/>
              </a:rPr>
              <a:t>序列中所占的数量分数</a:t>
            </a:r>
            <a:r>
              <a:rPr lang="en-US" altLang="zh-CN" sz="2000" dirty="0">
                <a:latin typeface="Arial" panose="020B0604020202020204" pitchFamily="34" charset="0"/>
                <a:ea typeface="楷体" panose="02010609060101010101" pitchFamily="49" charset="-122"/>
                <a:cs typeface="Arial" panose="020B0604020202020204" pitchFamily="34" charset="0"/>
              </a:rPr>
              <a:t>]</a:t>
            </a:r>
            <a:endParaRPr lang="zh-CN" altLang="en-US" sz="2000" dirty="0">
              <a:latin typeface="Arial" panose="020B0604020202020204" pitchFamily="34" charset="0"/>
              <a:ea typeface="楷体" panose="02010609060101010101" pitchFamily="49" charset="-122"/>
              <a:cs typeface="Arial" panose="020B0604020202020204" pitchFamily="34" charset="0"/>
            </a:endParaRPr>
          </a:p>
          <a:p>
            <a:pPr algn="just" eaLnBrk="1" hangingPunct="1">
              <a:lnSpc>
                <a:spcPct val="120000"/>
              </a:lnSpc>
              <a:spcBef>
                <a:spcPct val="60000"/>
              </a:spcBef>
              <a:buFontTx/>
              <a:buNone/>
              <a:defRPr/>
            </a:pPr>
            <a:r>
              <a:rPr lang="zh-CN" altLang="en-US" sz="2000" dirty="0">
                <a:latin typeface="Arial" panose="020B0604020202020204" pitchFamily="34" charset="0"/>
                <a:ea typeface="楷体" panose="02010609060101010101" pitchFamily="49" charset="-122"/>
                <a:cs typeface="Arial" panose="020B0604020202020204" pitchFamily="34" charset="0"/>
              </a:rPr>
              <a:t>同样方法可得生成</a:t>
            </a:r>
            <a:r>
              <a:rPr lang="en-US" altLang="zh-CN" sz="2000" dirty="0">
                <a:latin typeface="Arial" panose="020B0604020202020204" pitchFamily="34" charset="0"/>
                <a:ea typeface="楷体" panose="02010609060101010101" pitchFamily="49" charset="-122"/>
                <a:cs typeface="Arial" panose="020B0604020202020204" pitchFamily="34" charset="0"/>
              </a:rPr>
              <a:t>xM</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2</a:t>
            </a:r>
            <a:r>
              <a:rPr lang="zh-CN" altLang="en-US" sz="2000" dirty="0">
                <a:latin typeface="Arial" panose="020B0604020202020204" pitchFamily="34" charset="0"/>
                <a:ea typeface="楷体" panose="02010609060101010101" pitchFamily="49" charset="-122"/>
                <a:cs typeface="Arial" panose="020B0604020202020204" pitchFamily="34" charset="0"/>
              </a:rPr>
              <a:t>序列的几率为：</a:t>
            </a:r>
          </a:p>
          <a:p>
            <a:pPr algn="just" eaLnBrk="1" hangingPunct="1">
              <a:lnSpc>
                <a:spcPct val="120000"/>
              </a:lnSpc>
              <a:spcBef>
                <a:spcPct val="10000"/>
              </a:spcBef>
              <a:buFontTx/>
              <a:buNone/>
              <a:defRPr/>
            </a:pPr>
            <a:r>
              <a:rPr lang="zh-CN" altLang="en-US" sz="2000" dirty="0">
                <a:latin typeface="Arial" panose="020B0604020202020204" pitchFamily="34" charset="0"/>
                <a:ea typeface="楷体" panose="02010609060101010101" pitchFamily="49" charset="-122"/>
                <a:cs typeface="Arial" panose="020B0604020202020204" pitchFamily="34" charset="0"/>
              </a:rPr>
              <a:t>(</a:t>
            </a:r>
            <a:r>
              <a:rPr lang="en-US" altLang="zh-CN" sz="2000" dirty="0">
                <a:latin typeface="Arial" panose="020B0604020202020204" pitchFamily="34" charset="0"/>
                <a:ea typeface="楷体" panose="02010609060101010101" pitchFamily="49" charset="-122"/>
                <a:cs typeface="Arial" panose="020B0604020202020204" pitchFamily="34" charset="0"/>
              </a:rPr>
              <a:t>p</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M2</a:t>
            </a:r>
            <a:r>
              <a:rPr lang="en-US" altLang="zh-CN" sz="2000" dirty="0">
                <a:latin typeface="Arial" panose="020B0604020202020204" pitchFamily="34" charset="0"/>
                <a:ea typeface="楷体" panose="02010609060101010101" pitchFamily="49" charset="-122"/>
                <a:cs typeface="Arial" panose="020B0604020202020204" pitchFamily="34" charset="0"/>
              </a:rPr>
              <a:t>)</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x  </a:t>
            </a:r>
            <a:r>
              <a:rPr lang="en-US" altLang="zh-CN" sz="2000" dirty="0">
                <a:latin typeface="Arial" panose="020B0604020202020204" pitchFamily="34" charset="0"/>
                <a:ea typeface="楷体" panose="02010609060101010101" pitchFamily="49" charset="-122"/>
                <a:cs typeface="Arial" panose="020B0604020202020204" pitchFamily="34" charset="0"/>
              </a:rPr>
              <a:t>= p</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22</a:t>
            </a:r>
            <a:r>
              <a:rPr lang="en-US" altLang="zh-CN" sz="2000" baseline="30000" dirty="0">
                <a:latin typeface="Arial" panose="020B0604020202020204" pitchFamily="34" charset="0"/>
                <a:ea typeface="楷体" panose="02010609060101010101" pitchFamily="49" charset="-122"/>
                <a:cs typeface="Arial" panose="020B0604020202020204" pitchFamily="34" charset="0"/>
              </a:rPr>
              <a:t>x-1</a:t>
            </a:r>
            <a:r>
              <a:rPr lang="en-US" altLang="zh-CN" sz="2000" dirty="0">
                <a:latin typeface="Arial" panose="020B0604020202020204" pitchFamily="34" charset="0"/>
                <a:ea typeface="楷体" panose="02010609060101010101" pitchFamily="49" charset="-122"/>
                <a:cs typeface="Arial" panose="020B0604020202020204" pitchFamily="34" charset="0"/>
              </a:rPr>
              <a:t> p</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21</a:t>
            </a:r>
            <a:r>
              <a:rPr lang="en-US" altLang="zh-CN" sz="2000" dirty="0">
                <a:latin typeface="Arial" panose="020B0604020202020204" pitchFamily="34" charset="0"/>
                <a:ea typeface="楷体" panose="02010609060101010101" pitchFamily="49" charset="-122"/>
                <a:cs typeface="Arial" panose="020B0604020202020204" pitchFamily="34" charset="0"/>
              </a:rPr>
              <a:t> =  p</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22</a:t>
            </a:r>
            <a:r>
              <a:rPr lang="en-US" altLang="zh-CN" sz="2000" baseline="30000" dirty="0">
                <a:latin typeface="Arial" panose="020B0604020202020204" pitchFamily="34" charset="0"/>
                <a:ea typeface="楷体" panose="02010609060101010101" pitchFamily="49" charset="-122"/>
                <a:cs typeface="Arial" panose="020B0604020202020204" pitchFamily="34" charset="0"/>
              </a:rPr>
              <a:t>x-1</a:t>
            </a:r>
            <a:r>
              <a:rPr lang="en-US" altLang="zh-CN" sz="2000" dirty="0">
                <a:latin typeface="Arial" panose="020B0604020202020204" pitchFamily="34" charset="0"/>
                <a:ea typeface="楷体" panose="02010609060101010101" pitchFamily="49" charset="-122"/>
                <a:cs typeface="Arial" panose="020B0604020202020204" pitchFamily="34" charset="0"/>
              </a:rPr>
              <a:t>(1- p</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22</a:t>
            </a:r>
            <a:r>
              <a:rPr lang="en-US" altLang="zh-CN" sz="2000" dirty="0">
                <a:latin typeface="Arial" panose="020B0604020202020204" pitchFamily="34" charset="0"/>
                <a:ea typeface="楷体" panose="02010609060101010101" pitchFamily="49" charset="-122"/>
                <a:cs typeface="Arial" panose="020B0604020202020204" pitchFamily="34" charset="0"/>
              </a:rPr>
              <a:t>)                       (</a:t>
            </a:r>
            <a:r>
              <a:rPr lang="zh-CN" altLang="en-US" sz="2000" dirty="0">
                <a:latin typeface="Arial" panose="020B0604020202020204" pitchFamily="34" charset="0"/>
                <a:ea typeface="楷体" panose="02010609060101010101" pitchFamily="49" charset="-122"/>
                <a:cs typeface="Arial" panose="020B0604020202020204" pitchFamily="34" charset="0"/>
              </a:rPr>
              <a:t>是</a:t>
            </a:r>
            <a:r>
              <a:rPr lang="en-US" altLang="zh-CN" sz="2000" dirty="0">
                <a:latin typeface="Arial" panose="020B0604020202020204" pitchFamily="34" charset="0"/>
                <a:ea typeface="楷体" panose="02010609060101010101" pitchFamily="49" charset="-122"/>
                <a:cs typeface="Arial" panose="020B0604020202020204" pitchFamily="34" charset="0"/>
              </a:rPr>
              <a:t>r</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2</a:t>
            </a:r>
            <a:r>
              <a:rPr lang="zh-CN" altLang="en-US" sz="2000" dirty="0">
                <a:latin typeface="Arial" panose="020B0604020202020204" pitchFamily="34" charset="0"/>
                <a:ea typeface="楷体" panose="02010609060101010101" pitchFamily="49" charset="-122"/>
                <a:cs typeface="Arial" panose="020B0604020202020204" pitchFamily="34" charset="0"/>
              </a:rPr>
              <a:t>的函数</a:t>
            </a:r>
            <a:r>
              <a:rPr lang="en-US" altLang="zh-CN" sz="2000" dirty="0">
                <a:latin typeface="Arial" panose="020B0604020202020204" pitchFamily="34" charset="0"/>
                <a:ea typeface="楷体" panose="02010609060101010101" pitchFamily="49" charset="-122"/>
                <a:cs typeface="Arial" panose="020B0604020202020204" pitchFamily="34" charset="0"/>
              </a:rPr>
              <a:t>)</a:t>
            </a:r>
            <a:endParaRPr lang="zh-CN" altLang="en-US" sz="2000" dirty="0">
              <a:latin typeface="Arial" panose="020B0604020202020204" pitchFamily="34" charset="0"/>
              <a:ea typeface="楷体" panose="02010609060101010101" pitchFamily="49" charset="-122"/>
              <a:cs typeface="Arial" panose="020B0604020202020204" pitchFamily="34" charset="0"/>
            </a:endParaRPr>
          </a:p>
          <a:p>
            <a:pPr algn="just" eaLnBrk="1" hangingPunct="1">
              <a:lnSpc>
                <a:spcPct val="120000"/>
              </a:lnSpc>
              <a:spcBef>
                <a:spcPct val="10000"/>
              </a:spcBef>
              <a:buFontTx/>
              <a:buNone/>
              <a:defRPr/>
            </a:pPr>
            <a:endParaRPr lang="zh-CN" altLang="en-US" sz="1800" baseline="-25000" dirty="0">
              <a:latin typeface="Century Schoolbook" panose="02040604050505020304" pitchFamily="18" charset="0"/>
              <a:ea typeface="宋体" panose="02010600030101010101" pitchFamily="2" charset="-122"/>
              <a:cs typeface="Arial" panose="020B0604020202020204" pitchFamily="34" charset="0"/>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135170" name="Object 8"/>
          <p:cNvGraphicFramePr>
            <a:graphicFrameLocks noChangeAspect="1"/>
          </p:cNvGraphicFramePr>
          <p:nvPr/>
        </p:nvGraphicFramePr>
        <p:xfrm>
          <a:off x="1657350" y="1266825"/>
          <a:ext cx="4746625" cy="4127500"/>
        </p:xfrm>
        <a:graphic>
          <a:graphicData uri="http://schemas.openxmlformats.org/presentationml/2006/ole">
            <mc:AlternateContent xmlns:mc="http://schemas.openxmlformats.org/markup-compatibility/2006">
              <mc:Choice xmlns:v="urn:schemas-microsoft-com:vml" Requires="v">
                <p:oleObj spid="_x0000_s135252" name="Graph" r:id="rId3" imgW="3710026" imgH="3226003" progId="Origin50.Graph">
                  <p:embed/>
                </p:oleObj>
              </mc:Choice>
              <mc:Fallback>
                <p:oleObj name="Graph" r:id="rId3" imgW="3710026" imgH="3226003" progId="Origin50.Graph">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57350" y="1266825"/>
                        <a:ext cx="4746625" cy="4127500"/>
                      </a:xfrm>
                      <a:prstGeom prst="rect">
                        <a:avLst/>
                      </a:prstGeom>
                      <a:solidFill>
                        <a:srgbClr val="FFFFFF"/>
                      </a:solidFill>
                      <a:ln>
                        <a:noFill/>
                      </a:ln>
                      <a:extLst>
                        <a:ext uri="{91240B29-F687-4F45-9708-019B960494DF}">
                          <a14:hiddenLine xmlns:a14="http://schemas.microsoft.com/office/drawing/2010/main" w="12700">
                            <a:solidFill>
                              <a:srgbClr val="000000"/>
                            </a:solidFill>
                            <a:miter lim="800000"/>
                            <a:headEnd/>
                            <a:tailEnd/>
                          </a14:hiddenLine>
                        </a:ext>
                      </a:extLst>
                    </p:spPr>
                  </p:pic>
                </p:oleObj>
              </mc:Fallback>
            </mc:AlternateContent>
          </a:graphicData>
        </a:graphic>
      </p:graphicFrame>
      <p:cxnSp>
        <p:nvCxnSpPr>
          <p:cNvPr id="8" name="直接连接符 7">
            <a:extLst>
              <a:ext uri="{FF2B5EF4-FFF2-40B4-BE49-F238E27FC236}">
                <a16:creationId xmlns:a16="http://schemas.microsoft.com/office/drawing/2014/main" id="{D801A59B-C9EF-4D8B-A7C4-F8B658D767D8}"/>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135172"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03656479-CB1A-435E-9004-86DCE03297C8}"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35</a:t>
            </a:fld>
            <a:endParaRPr lang="en-US" altLang="zh-CN" sz="1200">
              <a:solidFill>
                <a:srgbClr val="FFFFFF"/>
              </a:solidFill>
              <a:latin typeface="Century Schoolbook" panose="02040604050505020304" pitchFamily="18" charset="0"/>
              <a:ea typeface="宋体" panose="02010600030101010101" pitchFamily="2" charset="-122"/>
            </a:endParaRPr>
          </a:p>
        </p:txBody>
      </p:sp>
      <p:graphicFrame>
        <p:nvGraphicFramePr>
          <p:cNvPr id="135173" name="Object 4"/>
          <p:cNvGraphicFramePr>
            <a:graphicFrameLocks noChangeAspect="1"/>
          </p:cNvGraphicFramePr>
          <p:nvPr/>
        </p:nvGraphicFramePr>
        <p:xfrm>
          <a:off x="2949575" y="347663"/>
          <a:ext cx="3013075" cy="565150"/>
        </p:xfrm>
        <a:graphic>
          <a:graphicData uri="http://schemas.openxmlformats.org/presentationml/2006/ole">
            <mc:AlternateContent xmlns:mc="http://schemas.openxmlformats.org/markup-compatibility/2006">
              <mc:Choice xmlns:v="urn:schemas-microsoft-com:vml" Requires="v">
                <p:oleObj spid="_x0000_s135253" name="公式" r:id="rId5" imgW="1422400" imgH="266700" progId="Equation.3">
                  <p:embed/>
                </p:oleObj>
              </mc:Choice>
              <mc:Fallback>
                <p:oleObj name="公式" r:id="rId5" imgW="1422400" imgH="2667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49575" y="347663"/>
                        <a:ext cx="3013075" cy="5651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5174" name="Object 7"/>
          <p:cNvGraphicFramePr>
            <a:graphicFrameLocks noChangeAspect="1"/>
          </p:cNvGraphicFramePr>
          <p:nvPr/>
        </p:nvGraphicFramePr>
        <p:xfrm>
          <a:off x="2973388" y="1168400"/>
          <a:ext cx="3173412" cy="565150"/>
        </p:xfrm>
        <a:graphic>
          <a:graphicData uri="http://schemas.openxmlformats.org/presentationml/2006/ole">
            <mc:AlternateContent xmlns:mc="http://schemas.openxmlformats.org/markup-compatibility/2006">
              <mc:Choice xmlns:v="urn:schemas-microsoft-com:vml" Requires="v">
                <p:oleObj spid="_x0000_s135254" name="公式" r:id="rId7" imgW="1497950" imgH="266584" progId="Equation.3">
                  <p:embed/>
                </p:oleObj>
              </mc:Choice>
              <mc:Fallback>
                <p:oleObj name="公式" r:id="rId7" imgW="1497950" imgH="266584"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73388" y="1168400"/>
                        <a:ext cx="3173412" cy="5651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5175" name="Text Box 10"/>
          <p:cNvSpPr txBox="1">
            <a:spLocks noChangeArrowheads="1"/>
          </p:cNvSpPr>
          <p:nvPr/>
        </p:nvSpPr>
        <p:spPr bwMode="auto">
          <a:xfrm>
            <a:off x="755650" y="369888"/>
            <a:ext cx="2217738" cy="1239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600" tIns="10800" rIns="21600" bIns="10800">
            <a:spAutoFit/>
          </a:bodyPr>
          <a:lstStyle>
            <a:lvl1pPr marL="1143000" indent="-11430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0000"/>
              </a:lnSpc>
              <a:spcBef>
                <a:spcPct val="50000"/>
              </a:spcBef>
              <a:buFontTx/>
              <a:buNone/>
            </a:pPr>
            <a:r>
              <a:rPr lang="zh-CN" altLang="en-US" sz="2400">
                <a:latin typeface="楷体" panose="02010609060101010101" pitchFamily="49" charset="-122"/>
                <a:ea typeface="楷体" panose="02010609060101010101" pitchFamily="49" charset="-122"/>
              </a:rPr>
              <a:t>数量分布函数</a:t>
            </a:r>
            <a:r>
              <a:rPr lang="en-US" altLang="zh-CN" sz="2400">
                <a:latin typeface="楷体" panose="02010609060101010101" pitchFamily="49" charset="-122"/>
                <a:ea typeface="楷体" panose="02010609060101010101" pitchFamily="49" charset="-122"/>
              </a:rPr>
              <a:t>:</a:t>
            </a:r>
            <a:endParaRPr lang="zh-CN" altLang="en-US" sz="2400">
              <a:latin typeface="楷体" panose="02010609060101010101" pitchFamily="49" charset="-122"/>
              <a:ea typeface="楷体" panose="02010609060101010101" pitchFamily="49" charset="-122"/>
            </a:endParaRPr>
          </a:p>
          <a:p>
            <a:pPr eaLnBrk="1" hangingPunct="1">
              <a:lnSpc>
                <a:spcPct val="120000"/>
              </a:lnSpc>
              <a:spcBef>
                <a:spcPct val="90000"/>
              </a:spcBef>
              <a:buFontTx/>
              <a:buNone/>
            </a:pPr>
            <a:r>
              <a:rPr lang="zh-CN" altLang="en-US" sz="2400">
                <a:latin typeface="楷体" panose="02010609060101010101" pitchFamily="49" charset="-122"/>
                <a:ea typeface="楷体" panose="02010609060101010101" pitchFamily="49" charset="-122"/>
              </a:rPr>
              <a:t>重量分布函数</a:t>
            </a:r>
            <a:r>
              <a:rPr lang="en-US" altLang="zh-CN" sz="2400">
                <a:latin typeface="楷体" panose="02010609060101010101" pitchFamily="49" charset="-122"/>
                <a:ea typeface="楷体" panose="02010609060101010101" pitchFamily="49" charset="-122"/>
              </a:rPr>
              <a:t>:</a:t>
            </a:r>
            <a:endParaRPr lang="zh-CN" altLang="en-US" sz="2400">
              <a:latin typeface="楷体" panose="02010609060101010101" pitchFamily="49" charset="-122"/>
              <a:ea typeface="楷体" panose="02010609060101010101" pitchFamily="49" charset="-122"/>
            </a:endParaRPr>
          </a:p>
        </p:txBody>
      </p:sp>
      <p:sp>
        <p:nvSpPr>
          <p:cNvPr id="135176" name="Rectangle 11"/>
          <p:cNvSpPr>
            <a:spLocks noChangeArrowheads="1"/>
          </p:cNvSpPr>
          <p:nvPr/>
        </p:nvSpPr>
        <p:spPr bwMode="auto">
          <a:xfrm>
            <a:off x="914400" y="5394325"/>
            <a:ext cx="5702300"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1600" tIns="10800" rIns="21600" bIns="1080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0000"/>
              </a:lnSpc>
              <a:spcBef>
                <a:spcPct val="50000"/>
              </a:spcBef>
              <a:buFontTx/>
              <a:buNone/>
            </a:pPr>
            <a:r>
              <a:rPr lang="zh-CN" altLang="en-US" sz="2000">
                <a:solidFill>
                  <a:srgbClr val="FF0000"/>
                </a:solidFill>
                <a:latin typeface="Arial" panose="020B0604020202020204" pitchFamily="34" charset="0"/>
                <a:ea typeface="楷体" panose="02010609060101010101" pitchFamily="49" charset="-122"/>
                <a:cs typeface="Arial" panose="020B0604020202020204" pitchFamily="34" charset="0"/>
              </a:rPr>
              <a:t>数均序列长度：</a:t>
            </a:r>
            <a:r>
              <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N</a:t>
            </a:r>
            <a:r>
              <a:rPr lang="en-US" altLang="zh-CN" sz="2000" baseline="-25000">
                <a:solidFill>
                  <a:srgbClr val="FF0000"/>
                </a:solidFill>
                <a:latin typeface="Arial" panose="020B0604020202020204" pitchFamily="34" charset="0"/>
                <a:ea typeface="楷体" panose="02010609060101010101" pitchFamily="49" charset="-122"/>
                <a:cs typeface="Arial" panose="020B0604020202020204" pitchFamily="34" charset="0"/>
              </a:rPr>
              <a:t>M1</a:t>
            </a:r>
            <a:r>
              <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 = 1/(1-p</a:t>
            </a:r>
            <a:r>
              <a:rPr lang="en-US" altLang="zh-CN" sz="2000" baseline="-25000">
                <a:solidFill>
                  <a:srgbClr val="FF0000"/>
                </a:solidFill>
                <a:latin typeface="Arial" panose="020B0604020202020204" pitchFamily="34" charset="0"/>
                <a:ea typeface="楷体" panose="02010609060101010101" pitchFamily="49" charset="-122"/>
                <a:cs typeface="Arial" panose="020B0604020202020204" pitchFamily="34" charset="0"/>
              </a:rPr>
              <a:t>11</a:t>
            </a:r>
            <a:r>
              <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        N</a:t>
            </a:r>
            <a:r>
              <a:rPr lang="en-US" altLang="zh-CN" sz="2000" baseline="-25000">
                <a:solidFill>
                  <a:srgbClr val="FF0000"/>
                </a:solidFill>
                <a:latin typeface="Arial" panose="020B0604020202020204" pitchFamily="34" charset="0"/>
                <a:ea typeface="楷体" panose="02010609060101010101" pitchFamily="49" charset="-122"/>
                <a:cs typeface="Arial" panose="020B0604020202020204" pitchFamily="34" charset="0"/>
              </a:rPr>
              <a:t>M2</a:t>
            </a:r>
            <a:r>
              <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 = 1/(1-p</a:t>
            </a:r>
            <a:r>
              <a:rPr lang="en-US" altLang="zh-CN" sz="2000" baseline="-25000">
                <a:solidFill>
                  <a:srgbClr val="FF0000"/>
                </a:solidFill>
                <a:latin typeface="Arial" panose="020B0604020202020204" pitchFamily="34" charset="0"/>
                <a:ea typeface="楷体" panose="02010609060101010101" pitchFamily="49" charset="-122"/>
                <a:cs typeface="Arial" panose="020B0604020202020204" pitchFamily="34" charset="0"/>
              </a:rPr>
              <a:t>22</a:t>
            </a:r>
            <a:r>
              <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6" name="直接连接符 5">
            <a:extLst>
              <a:ext uri="{FF2B5EF4-FFF2-40B4-BE49-F238E27FC236}">
                <a16:creationId xmlns:a16="http://schemas.microsoft.com/office/drawing/2014/main" id="{662EDF90-763C-4EB0-A667-09F52D3FFBB4}"/>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136195"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78B6B08A-7BD8-46EA-8A35-AFE6371B2F9C}"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36</a:t>
            </a:fld>
            <a:endParaRPr lang="en-US" altLang="zh-CN" sz="1200">
              <a:solidFill>
                <a:srgbClr val="FFFFFF"/>
              </a:solidFill>
              <a:latin typeface="Century Schoolbook" panose="02040604050505020304" pitchFamily="18" charset="0"/>
              <a:ea typeface="宋体" panose="02010600030101010101" pitchFamily="2" charset="-122"/>
            </a:endParaRPr>
          </a:p>
        </p:txBody>
      </p:sp>
      <p:sp>
        <p:nvSpPr>
          <p:cNvPr id="136196" name="Text Box 2"/>
          <p:cNvSpPr txBox="1">
            <a:spLocks noChangeArrowheads="1"/>
          </p:cNvSpPr>
          <p:nvPr/>
        </p:nvSpPr>
        <p:spPr bwMode="auto">
          <a:xfrm>
            <a:off x="611188" y="188913"/>
            <a:ext cx="7700962" cy="6189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600" tIns="10800" rIns="21600" bIns="1080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0000"/>
              </a:lnSpc>
              <a:spcBef>
                <a:spcPct val="50000"/>
              </a:spcBef>
              <a:buFontTx/>
              <a:buNone/>
            </a:pPr>
            <a:r>
              <a:rPr lang="zh-CN" altLang="en-US" sz="2000">
                <a:solidFill>
                  <a:srgbClr val="FF0000"/>
                </a:solidFill>
                <a:latin typeface="楷体" panose="02010609060101010101" pitchFamily="49" charset="-122"/>
                <a:ea typeface="楷体" panose="02010609060101010101" pitchFamily="49" charset="-122"/>
              </a:rPr>
              <a:t>由以上推导结果可见，共聚物的序列分布决定于竞聚率</a:t>
            </a:r>
            <a:endParaRPr lang="en-US" altLang="zh-CN" sz="2000">
              <a:solidFill>
                <a:srgbClr val="FF0000"/>
              </a:solidFill>
              <a:latin typeface="楷体" panose="02010609060101010101" pitchFamily="49" charset="-122"/>
              <a:ea typeface="楷体" panose="02010609060101010101" pitchFamily="49" charset="-122"/>
            </a:endParaRPr>
          </a:p>
          <a:p>
            <a:pPr algn="just" eaLnBrk="1" hangingPunct="1">
              <a:lnSpc>
                <a:spcPct val="120000"/>
              </a:lnSpc>
              <a:spcBef>
                <a:spcPct val="50000"/>
              </a:spcBef>
              <a:buFontTx/>
              <a:buNone/>
            </a:pPr>
            <a:endParaRPr lang="zh-CN" altLang="en-US" sz="1800" b="1">
              <a:solidFill>
                <a:srgbClr val="FF3300"/>
              </a:solidFill>
              <a:latin typeface="Century Schoolbook" panose="02040604050505020304" pitchFamily="18" charset="0"/>
              <a:ea typeface="宋体" panose="02010600030101010101" pitchFamily="2" charset="-122"/>
            </a:endParaRPr>
          </a:p>
          <a:p>
            <a:pPr algn="just" eaLnBrk="1" hangingPunct="1">
              <a:lnSpc>
                <a:spcPct val="120000"/>
              </a:lnSpc>
              <a:spcBef>
                <a:spcPct val="50000"/>
              </a:spcBef>
              <a:buFontTx/>
              <a:buNone/>
            </a:pPr>
            <a:endParaRPr lang="zh-CN" altLang="en-US" sz="1800" b="1">
              <a:solidFill>
                <a:srgbClr val="FF3300"/>
              </a:solidFill>
              <a:latin typeface="Century Schoolbook" panose="02040604050505020304" pitchFamily="18" charset="0"/>
              <a:ea typeface="宋体" panose="02010600030101010101" pitchFamily="2" charset="-122"/>
            </a:endParaRPr>
          </a:p>
          <a:p>
            <a:pPr algn="just" eaLnBrk="1" hangingPunct="1">
              <a:lnSpc>
                <a:spcPct val="120000"/>
              </a:lnSpc>
              <a:spcBef>
                <a:spcPct val="50000"/>
              </a:spcBef>
              <a:buFontTx/>
              <a:buNone/>
            </a:pPr>
            <a:endParaRPr lang="zh-CN" altLang="en-US" sz="1800" b="1">
              <a:solidFill>
                <a:srgbClr val="FF3300"/>
              </a:solidFill>
              <a:latin typeface="Century Schoolbook" panose="02040604050505020304" pitchFamily="18" charset="0"/>
              <a:ea typeface="宋体" panose="02010600030101010101" pitchFamily="2" charset="-122"/>
            </a:endParaRPr>
          </a:p>
          <a:p>
            <a:pPr algn="just" eaLnBrk="1" hangingPunct="1">
              <a:lnSpc>
                <a:spcPct val="120000"/>
              </a:lnSpc>
              <a:spcBef>
                <a:spcPct val="50000"/>
              </a:spcBef>
              <a:buFontTx/>
              <a:buNone/>
            </a:pPr>
            <a:endParaRPr lang="zh-CN" altLang="en-US" sz="1800" b="1">
              <a:solidFill>
                <a:srgbClr val="FF3300"/>
              </a:solidFill>
              <a:latin typeface="Century Schoolbook" panose="02040604050505020304" pitchFamily="18" charset="0"/>
              <a:ea typeface="宋体" panose="02010600030101010101" pitchFamily="2" charset="-122"/>
            </a:endParaRPr>
          </a:p>
          <a:p>
            <a:pPr algn="just" eaLnBrk="1" hangingPunct="1">
              <a:lnSpc>
                <a:spcPct val="120000"/>
              </a:lnSpc>
              <a:spcBef>
                <a:spcPct val="50000"/>
              </a:spcBef>
              <a:buFontTx/>
              <a:buNone/>
            </a:pPr>
            <a:endParaRPr lang="zh-CN" altLang="en-US" sz="800" b="1">
              <a:solidFill>
                <a:srgbClr val="FF3300"/>
              </a:solidFill>
              <a:latin typeface="Century Schoolbook" panose="02040604050505020304" pitchFamily="18" charset="0"/>
              <a:ea typeface="宋体" panose="02010600030101010101" pitchFamily="2" charset="-122"/>
            </a:endParaRPr>
          </a:p>
          <a:p>
            <a:pPr algn="just" eaLnBrk="1" hangingPunct="1">
              <a:lnSpc>
                <a:spcPct val="110000"/>
              </a:lnSpc>
              <a:spcBef>
                <a:spcPct val="0"/>
              </a:spcBef>
              <a:buFontTx/>
              <a:buNone/>
            </a:pPr>
            <a:r>
              <a:rPr lang="zh-CN" altLang="en-US" sz="2000">
                <a:latin typeface="Arial" panose="020B0604020202020204" pitchFamily="34" charset="0"/>
                <a:ea typeface="楷体" panose="02010609060101010101" pitchFamily="49" charset="-122"/>
                <a:cs typeface="Arial" panose="020B0604020202020204" pitchFamily="34" charset="0"/>
              </a:rPr>
              <a:t>几种典型共聚体系的数均序列长度：</a:t>
            </a:r>
          </a:p>
          <a:p>
            <a:pPr algn="just" eaLnBrk="1" hangingPunct="1">
              <a:lnSpc>
                <a:spcPct val="110000"/>
              </a:lnSpc>
              <a:spcBef>
                <a:spcPct val="25000"/>
              </a:spcBef>
              <a:buFontTx/>
              <a:buNone/>
            </a:pPr>
            <a:r>
              <a:rPr lang="zh-CN" altLang="en-US" sz="2000">
                <a:latin typeface="Arial" panose="020B0604020202020204" pitchFamily="34" charset="0"/>
                <a:ea typeface="楷体" panose="02010609060101010101" pitchFamily="49" charset="-122"/>
                <a:cs typeface="Arial" panose="020B0604020202020204" pitchFamily="34" charset="0"/>
              </a:rPr>
              <a:t>1</a:t>
            </a:r>
            <a:r>
              <a:rPr lang="en-US" altLang="zh-CN" sz="2000">
                <a:latin typeface="Arial" panose="020B0604020202020204" pitchFamily="34" charset="0"/>
                <a:ea typeface="楷体" panose="02010609060101010101" pitchFamily="49" charset="-122"/>
                <a:cs typeface="Arial" panose="020B0604020202020204" pitchFamily="34" charset="0"/>
              </a:rPr>
              <a:t>)  </a:t>
            </a:r>
            <a:r>
              <a:rPr lang="zh-CN" altLang="en-US" sz="2000">
                <a:latin typeface="Arial" panose="020B0604020202020204" pitchFamily="34" charset="0"/>
                <a:ea typeface="楷体" panose="02010609060101010101" pitchFamily="49" charset="-122"/>
                <a:cs typeface="Arial" panose="020B0604020202020204" pitchFamily="34" charset="0"/>
              </a:rPr>
              <a:t>交替共聚 （</a:t>
            </a:r>
            <a:r>
              <a:rPr lang="en-US" altLang="zh-CN" sz="2000">
                <a:latin typeface="Arial" panose="020B0604020202020204" pitchFamily="34" charset="0"/>
                <a:ea typeface="楷体" panose="02010609060101010101" pitchFamily="49" charset="-122"/>
                <a:cs typeface="Arial" panose="020B0604020202020204" pitchFamily="34" charset="0"/>
              </a:rPr>
              <a:t>r</a:t>
            </a:r>
            <a:r>
              <a:rPr lang="en-US" altLang="zh-CN" sz="2000" baseline="-25000">
                <a:latin typeface="Arial" panose="020B0604020202020204" pitchFamily="34" charset="0"/>
                <a:ea typeface="楷体" panose="02010609060101010101" pitchFamily="49" charset="-122"/>
                <a:cs typeface="Arial" panose="020B0604020202020204" pitchFamily="34" charset="0"/>
              </a:rPr>
              <a:t>1</a:t>
            </a:r>
            <a:r>
              <a:rPr lang="en-US" altLang="zh-CN" sz="2000">
                <a:latin typeface="Arial" panose="020B0604020202020204" pitchFamily="34" charset="0"/>
                <a:ea typeface="楷体" panose="02010609060101010101" pitchFamily="49" charset="-122"/>
                <a:cs typeface="Arial" panose="020B0604020202020204" pitchFamily="34" charset="0"/>
              </a:rPr>
              <a:t> = r</a:t>
            </a:r>
            <a:r>
              <a:rPr lang="en-US" altLang="zh-CN" sz="2000" baseline="-25000">
                <a:latin typeface="Arial" panose="020B0604020202020204" pitchFamily="34" charset="0"/>
                <a:ea typeface="楷体" panose="02010609060101010101" pitchFamily="49" charset="-122"/>
                <a:cs typeface="Arial" panose="020B0604020202020204" pitchFamily="34" charset="0"/>
              </a:rPr>
              <a:t>2</a:t>
            </a:r>
            <a:r>
              <a:rPr lang="en-US" altLang="zh-CN" sz="2000">
                <a:latin typeface="Arial" panose="020B0604020202020204" pitchFamily="34" charset="0"/>
                <a:ea typeface="楷体" panose="02010609060101010101" pitchFamily="49" charset="-122"/>
                <a:cs typeface="Arial" panose="020B0604020202020204" pitchFamily="34" charset="0"/>
              </a:rPr>
              <a:t> = 0） </a:t>
            </a:r>
            <a:r>
              <a:rPr lang="zh-CN" altLang="en-US" sz="2000">
                <a:latin typeface="Arial" panose="020B0604020202020204" pitchFamily="34" charset="0"/>
                <a:ea typeface="楷体" panose="02010609060101010101" pitchFamily="49" charset="-122"/>
                <a:cs typeface="Arial" panose="020B0604020202020204" pitchFamily="34" charset="0"/>
              </a:rPr>
              <a:t>即 </a:t>
            </a:r>
            <a:r>
              <a:rPr lang="en-US" altLang="zh-CN" sz="2000">
                <a:solidFill>
                  <a:srgbClr val="0033CC"/>
                </a:solidFill>
                <a:latin typeface="Arial" panose="020B0604020202020204" pitchFamily="34" charset="0"/>
                <a:ea typeface="楷体" panose="02010609060101010101" pitchFamily="49" charset="-122"/>
                <a:cs typeface="Arial" panose="020B0604020202020204" pitchFamily="34" charset="0"/>
              </a:rPr>
              <a:t>p</a:t>
            </a:r>
            <a:r>
              <a:rPr lang="en-US" altLang="zh-CN" sz="2000" baseline="-25000">
                <a:solidFill>
                  <a:srgbClr val="0033CC"/>
                </a:solidFill>
                <a:latin typeface="Arial" panose="020B0604020202020204" pitchFamily="34" charset="0"/>
                <a:ea typeface="楷体" panose="02010609060101010101" pitchFamily="49" charset="-122"/>
                <a:cs typeface="Arial" panose="020B0604020202020204" pitchFamily="34" charset="0"/>
              </a:rPr>
              <a:t>11</a:t>
            </a:r>
            <a:r>
              <a:rPr lang="en-US" altLang="zh-CN" sz="2000">
                <a:solidFill>
                  <a:srgbClr val="0033CC"/>
                </a:solidFill>
                <a:latin typeface="Arial" panose="020B0604020202020204" pitchFamily="34" charset="0"/>
                <a:ea typeface="楷体" panose="02010609060101010101" pitchFamily="49" charset="-122"/>
                <a:cs typeface="Arial" panose="020B0604020202020204" pitchFamily="34" charset="0"/>
              </a:rPr>
              <a:t> = 0, p</a:t>
            </a:r>
            <a:r>
              <a:rPr lang="en-US" altLang="zh-CN" sz="2000" baseline="-25000">
                <a:solidFill>
                  <a:srgbClr val="0033CC"/>
                </a:solidFill>
                <a:latin typeface="Arial" panose="020B0604020202020204" pitchFamily="34" charset="0"/>
                <a:ea typeface="楷体" panose="02010609060101010101" pitchFamily="49" charset="-122"/>
                <a:cs typeface="Arial" panose="020B0604020202020204" pitchFamily="34" charset="0"/>
              </a:rPr>
              <a:t>12</a:t>
            </a:r>
            <a:r>
              <a:rPr lang="en-US" altLang="zh-CN" sz="2000">
                <a:solidFill>
                  <a:srgbClr val="0033CC"/>
                </a:solidFill>
                <a:latin typeface="Arial" panose="020B0604020202020204" pitchFamily="34" charset="0"/>
                <a:ea typeface="楷体" panose="02010609060101010101" pitchFamily="49" charset="-122"/>
                <a:cs typeface="Arial" panose="020B0604020202020204" pitchFamily="34" charset="0"/>
              </a:rPr>
              <a:t> = 1</a:t>
            </a:r>
          </a:p>
          <a:p>
            <a:pPr algn="just" eaLnBrk="1" hangingPunct="1">
              <a:lnSpc>
                <a:spcPct val="110000"/>
              </a:lnSpc>
              <a:spcBef>
                <a:spcPct val="0"/>
              </a:spcBef>
              <a:buFontTx/>
              <a:buNone/>
            </a:pPr>
            <a:r>
              <a:rPr lang="zh-CN" altLang="en-US" sz="2000">
                <a:latin typeface="Arial" panose="020B0604020202020204" pitchFamily="34" charset="0"/>
                <a:ea typeface="楷体" panose="02010609060101010101" pitchFamily="49" charset="-122"/>
                <a:cs typeface="Arial" panose="020B0604020202020204" pitchFamily="34" charset="0"/>
              </a:rPr>
              <a:t>     可得： </a:t>
            </a:r>
            <a:r>
              <a:rPr lang="zh-CN" altLang="en-US" sz="2000">
                <a:solidFill>
                  <a:srgbClr val="9900CC"/>
                </a:solidFill>
                <a:latin typeface="Arial" panose="020B0604020202020204" pitchFamily="34" charset="0"/>
                <a:ea typeface="楷体" panose="02010609060101010101" pitchFamily="49" charset="-122"/>
                <a:cs typeface="Arial" panose="020B0604020202020204" pitchFamily="34" charset="0"/>
              </a:rPr>
              <a:t>(</a:t>
            </a:r>
            <a:r>
              <a:rPr lang="en-US" altLang="zh-CN" sz="2000">
                <a:solidFill>
                  <a:srgbClr val="9900CC"/>
                </a:solidFill>
                <a:latin typeface="Arial" panose="020B0604020202020204" pitchFamily="34" charset="0"/>
                <a:ea typeface="楷体" panose="02010609060101010101" pitchFamily="49" charset="-122"/>
                <a:cs typeface="Arial" panose="020B0604020202020204" pitchFamily="34" charset="0"/>
              </a:rPr>
              <a:t>p</a:t>
            </a:r>
            <a:r>
              <a:rPr lang="en-US" altLang="zh-CN" sz="2000" baseline="-25000">
                <a:solidFill>
                  <a:srgbClr val="9900CC"/>
                </a:solidFill>
                <a:latin typeface="Arial" panose="020B0604020202020204" pitchFamily="34" charset="0"/>
                <a:ea typeface="楷体" panose="02010609060101010101" pitchFamily="49" charset="-122"/>
                <a:cs typeface="Arial" panose="020B0604020202020204" pitchFamily="34" charset="0"/>
              </a:rPr>
              <a:t>M1</a:t>
            </a:r>
            <a:r>
              <a:rPr lang="en-US" altLang="zh-CN" sz="2000">
                <a:solidFill>
                  <a:srgbClr val="9900CC"/>
                </a:solidFill>
                <a:latin typeface="Arial" panose="020B0604020202020204" pitchFamily="34" charset="0"/>
                <a:ea typeface="楷体" panose="02010609060101010101" pitchFamily="49" charset="-122"/>
                <a:cs typeface="Arial" panose="020B0604020202020204" pitchFamily="34" charset="0"/>
              </a:rPr>
              <a:t>)</a:t>
            </a:r>
            <a:r>
              <a:rPr lang="en-US" altLang="zh-CN" sz="2000" baseline="-25000">
                <a:solidFill>
                  <a:srgbClr val="9900CC"/>
                </a:solidFill>
                <a:latin typeface="Arial" panose="020B0604020202020204" pitchFamily="34" charset="0"/>
                <a:ea typeface="楷体" panose="02010609060101010101" pitchFamily="49" charset="-122"/>
                <a:cs typeface="Arial" panose="020B0604020202020204" pitchFamily="34" charset="0"/>
              </a:rPr>
              <a:t>1 </a:t>
            </a:r>
            <a:r>
              <a:rPr lang="en-US" altLang="zh-CN" sz="2000">
                <a:solidFill>
                  <a:srgbClr val="9900CC"/>
                </a:solidFill>
                <a:latin typeface="Arial" panose="020B0604020202020204" pitchFamily="34" charset="0"/>
                <a:ea typeface="楷体" panose="02010609060101010101" pitchFamily="49" charset="-122"/>
                <a:cs typeface="Arial" panose="020B0604020202020204" pitchFamily="34" charset="0"/>
              </a:rPr>
              <a:t>= 1   </a:t>
            </a:r>
            <a:r>
              <a:rPr lang="en-US" altLang="zh-CN" sz="2000">
                <a:latin typeface="Arial" panose="020B0604020202020204" pitchFamily="34" charset="0"/>
                <a:ea typeface="楷体" panose="02010609060101010101" pitchFamily="49" charset="-122"/>
                <a:cs typeface="Arial" panose="020B0604020202020204" pitchFamily="34" charset="0"/>
              </a:rPr>
              <a:t>---- </a:t>
            </a:r>
            <a:r>
              <a:rPr lang="zh-CN" altLang="en-US" sz="2000">
                <a:latin typeface="Arial" panose="020B0604020202020204" pitchFamily="34" charset="0"/>
                <a:ea typeface="楷体" panose="02010609060101010101" pitchFamily="49" charset="-122"/>
                <a:cs typeface="Arial" panose="020B0604020202020204" pitchFamily="34" charset="0"/>
              </a:rPr>
              <a:t>全部序列的长度都为1</a:t>
            </a:r>
          </a:p>
          <a:p>
            <a:pPr algn="just" eaLnBrk="1" hangingPunct="1">
              <a:lnSpc>
                <a:spcPct val="110000"/>
              </a:lnSpc>
              <a:spcBef>
                <a:spcPct val="50000"/>
              </a:spcBef>
              <a:buFontTx/>
              <a:buNone/>
            </a:pPr>
            <a:r>
              <a:rPr lang="en-US" altLang="zh-CN" sz="2000">
                <a:latin typeface="Arial" panose="020B0604020202020204" pitchFamily="34" charset="0"/>
                <a:ea typeface="楷体" panose="02010609060101010101" pitchFamily="49" charset="-122"/>
                <a:cs typeface="Arial" panose="020B0604020202020204" pitchFamily="34" charset="0"/>
              </a:rPr>
              <a:t>2)  “</a:t>
            </a:r>
            <a:r>
              <a:rPr lang="zh-CN" altLang="en-US" sz="2000">
                <a:latin typeface="Arial" panose="020B0604020202020204" pitchFamily="34" charset="0"/>
                <a:ea typeface="楷体" panose="02010609060101010101" pitchFamily="49" charset="-122"/>
                <a:cs typeface="Arial" panose="020B0604020202020204" pitchFamily="34" charset="0"/>
              </a:rPr>
              <a:t>嵌段”共聚    （ </a:t>
            </a:r>
            <a:r>
              <a:rPr lang="en-US" altLang="zh-CN" sz="2000">
                <a:latin typeface="Arial" panose="020B0604020202020204" pitchFamily="34" charset="0"/>
                <a:ea typeface="楷体" panose="02010609060101010101" pitchFamily="49" charset="-122"/>
                <a:cs typeface="Arial" panose="020B0604020202020204" pitchFamily="34" charset="0"/>
              </a:rPr>
              <a:t>r</a:t>
            </a:r>
            <a:r>
              <a:rPr lang="en-US" altLang="zh-CN" sz="2000" baseline="-25000">
                <a:latin typeface="Arial" panose="020B0604020202020204" pitchFamily="34" charset="0"/>
                <a:ea typeface="楷体" panose="02010609060101010101" pitchFamily="49" charset="-122"/>
                <a:cs typeface="Arial" panose="020B0604020202020204" pitchFamily="34" charset="0"/>
              </a:rPr>
              <a:t>1</a:t>
            </a:r>
            <a:r>
              <a:rPr lang="en-US" altLang="zh-CN" sz="2000">
                <a:latin typeface="Arial" panose="020B0604020202020204" pitchFamily="34" charset="0"/>
                <a:ea typeface="楷体" panose="02010609060101010101" pitchFamily="49" charset="-122"/>
                <a:cs typeface="Arial" panose="020B0604020202020204" pitchFamily="34" charset="0"/>
              </a:rPr>
              <a:t> </a:t>
            </a:r>
            <a:r>
              <a:rPr lang="zh-CN" altLang="en-US" sz="2000">
                <a:latin typeface="Arial" panose="020B0604020202020204" pitchFamily="34" charset="0"/>
                <a:ea typeface="楷体" panose="02010609060101010101" pitchFamily="49" charset="-122"/>
                <a:cs typeface="Arial" panose="020B0604020202020204" pitchFamily="34" charset="0"/>
              </a:rPr>
              <a:t>&gt;&gt; 1, </a:t>
            </a:r>
            <a:r>
              <a:rPr lang="en-US" altLang="zh-CN" sz="2000">
                <a:latin typeface="Arial" panose="020B0604020202020204" pitchFamily="34" charset="0"/>
                <a:ea typeface="楷体" panose="02010609060101010101" pitchFamily="49" charset="-122"/>
                <a:cs typeface="Arial" panose="020B0604020202020204" pitchFamily="34" charset="0"/>
              </a:rPr>
              <a:t>r</a:t>
            </a:r>
            <a:r>
              <a:rPr lang="en-US" altLang="zh-CN" sz="2000" baseline="-25000">
                <a:latin typeface="Arial" panose="020B0604020202020204" pitchFamily="34" charset="0"/>
                <a:ea typeface="楷体" panose="02010609060101010101" pitchFamily="49" charset="-122"/>
                <a:cs typeface="Arial" panose="020B0604020202020204" pitchFamily="34" charset="0"/>
              </a:rPr>
              <a:t>2</a:t>
            </a:r>
            <a:r>
              <a:rPr lang="en-US" altLang="zh-CN" sz="2000">
                <a:latin typeface="Arial" panose="020B0604020202020204" pitchFamily="34" charset="0"/>
                <a:ea typeface="楷体" panose="02010609060101010101" pitchFamily="49" charset="-122"/>
                <a:cs typeface="Arial" panose="020B0604020202020204" pitchFamily="34" charset="0"/>
              </a:rPr>
              <a:t> </a:t>
            </a:r>
            <a:r>
              <a:rPr lang="zh-CN" altLang="en-US" sz="2000">
                <a:latin typeface="Arial" panose="020B0604020202020204" pitchFamily="34" charset="0"/>
                <a:ea typeface="楷体" panose="02010609060101010101" pitchFamily="49" charset="-122"/>
                <a:cs typeface="Arial" panose="020B0604020202020204" pitchFamily="34" charset="0"/>
              </a:rPr>
              <a:t>&gt;&gt; 1）  </a:t>
            </a:r>
          </a:p>
          <a:p>
            <a:pPr algn="just" eaLnBrk="1" hangingPunct="1">
              <a:lnSpc>
                <a:spcPct val="110000"/>
              </a:lnSpc>
              <a:spcBef>
                <a:spcPct val="0"/>
              </a:spcBef>
              <a:buFontTx/>
              <a:buNone/>
            </a:pPr>
            <a:r>
              <a:rPr lang="zh-CN" altLang="en-US" sz="2000">
                <a:latin typeface="Arial" panose="020B0604020202020204" pitchFamily="34" charset="0"/>
                <a:ea typeface="楷体" panose="02010609060101010101" pitchFamily="49" charset="-122"/>
                <a:cs typeface="Arial" panose="020B0604020202020204" pitchFamily="34" charset="0"/>
              </a:rPr>
              <a:t>      </a:t>
            </a:r>
            <a:r>
              <a:rPr lang="en-US" altLang="zh-CN" sz="2000">
                <a:solidFill>
                  <a:srgbClr val="0033CC"/>
                </a:solidFill>
                <a:latin typeface="Arial" panose="020B0604020202020204" pitchFamily="34" charset="0"/>
                <a:ea typeface="楷体" panose="02010609060101010101" pitchFamily="49" charset="-122"/>
                <a:cs typeface="Arial" panose="020B0604020202020204" pitchFamily="34" charset="0"/>
              </a:rPr>
              <a:t>p</a:t>
            </a:r>
            <a:r>
              <a:rPr lang="en-US" altLang="zh-CN" sz="2000" baseline="-25000">
                <a:solidFill>
                  <a:srgbClr val="0033CC"/>
                </a:solidFill>
                <a:latin typeface="Arial" panose="020B0604020202020204" pitchFamily="34" charset="0"/>
                <a:ea typeface="楷体" panose="02010609060101010101" pitchFamily="49" charset="-122"/>
                <a:cs typeface="Arial" panose="020B0604020202020204" pitchFamily="34" charset="0"/>
              </a:rPr>
              <a:t>11</a:t>
            </a:r>
            <a:r>
              <a:rPr lang="en-US" altLang="zh-CN" sz="2000">
                <a:solidFill>
                  <a:srgbClr val="0033CC"/>
                </a:solidFill>
                <a:latin typeface="Arial" panose="020B0604020202020204" pitchFamily="34" charset="0"/>
                <a:ea typeface="楷体" panose="02010609060101010101" pitchFamily="49" charset="-122"/>
                <a:cs typeface="Arial" panose="020B0604020202020204" pitchFamily="34" charset="0"/>
              </a:rPr>
              <a:t> = r</a:t>
            </a:r>
            <a:r>
              <a:rPr lang="en-US" altLang="zh-CN" sz="2000" baseline="-25000">
                <a:solidFill>
                  <a:srgbClr val="0033CC"/>
                </a:solidFill>
                <a:latin typeface="Arial" panose="020B0604020202020204" pitchFamily="34" charset="0"/>
                <a:ea typeface="楷体" panose="02010609060101010101" pitchFamily="49" charset="-122"/>
                <a:cs typeface="Arial" panose="020B0604020202020204" pitchFamily="34" charset="0"/>
              </a:rPr>
              <a:t>1</a:t>
            </a:r>
            <a:r>
              <a:rPr lang="en-US" altLang="zh-CN" sz="2000">
                <a:solidFill>
                  <a:srgbClr val="0033CC"/>
                </a:solidFill>
                <a:latin typeface="Arial" panose="020B0604020202020204" pitchFamily="34" charset="0"/>
                <a:ea typeface="楷体" panose="02010609060101010101" pitchFamily="49" charset="-122"/>
                <a:cs typeface="Arial" panose="020B0604020202020204" pitchFamily="34" charset="0"/>
              </a:rPr>
              <a:t>[M</a:t>
            </a:r>
            <a:r>
              <a:rPr lang="en-US" altLang="zh-CN" sz="2000" baseline="-25000">
                <a:solidFill>
                  <a:srgbClr val="0033CC"/>
                </a:solidFill>
                <a:latin typeface="Arial" panose="020B0604020202020204" pitchFamily="34" charset="0"/>
                <a:ea typeface="楷体" panose="02010609060101010101" pitchFamily="49" charset="-122"/>
                <a:cs typeface="Arial" panose="020B0604020202020204" pitchFamily="34" charset="0"/>
              </a:rPr>
              <a:t>1</a:t>
            </a:r>
            <a:r>
              <a:rPr lang="en-US" altLang="zh-CN" sz="2000">
                <a:solidFill>
                  <a:srgbClr val="0033CC"/>
                </a:solidFill>
                <a:latin typeface="Arial" panose="020B0604020202020204" pitchFamily="34" charset="0"/>
                <a:ea typeface="楷体" panose="02010609060101010101" pitchFamily="49" charset="-122"/>
                <a:cs typeface="Arial" panose="020B0604020202020204" pitchFamily="34" charset="0"/>
              </a:rPr>
              <a:t>]/(r</a:t>
            </a:r>
            <a:r>
              <a:rPr lang="en-US" altLang="zh-CN" sz="2000" baseline="-25000">
                <a:solidFill>
                  <a:srgbClr val="0033CC"/>
                </a:solidFill>
                <a:latin typeface="Arial" panose="020B0604020202020204" pitchFamily="34" charset="0"/>
                <a:ea typeface="楷体" panose="02010609060101010101" pitchFamily="49" charset="-122"/>
                <a:cs typeface="Arial" panose="020B0604020202020204" pitchFamily="34" charset="0"/>
              </a:rPr>
              <a:t>1</a:t>
            </a:r>
            <a:r>
              <a:rPr lang="en-US" altLang="zh-CN" sz="2000">
                <a:solidFill>
                  <a:srgbClr val="0033CC"/>
                </a:solidFill>
                <a:latin typeface="Arial" panose="020B0604020202020204" pitchFamily="34" charset="0"/>
                <a:ea typeface="楷体" panose="02010609060101010101" pitchFamily="49" charset="-122"/>
                <a:cs typeface="Arial" panose="020B0604020202020204" pitchFamily="34" charset="0"/>
              </a:rPr>
              <a:t>[M</a:t>
            </a:r>
            <a:r>
              <a:rPr lang="en-US" altLang="zh-CN" sz="2000" baseline="-25000">
                <a:solidFill>
                  <a:srgbClr val="0033CC"/>
                </a:solidFill>
                <a:latin typeface="Arial" panose="020B0604020202020204" pitchFamily="34" charset="0"/>
                <a:ea typeface="楷体" panose="02010609060101010101" pitchFamily="49" charset="-122"/>
                <a:cs typeface="Arial" panose="020B0604020202020204" pitchFamily="34" charset="0"/>
              </a:rPr>
              <a:t>1</a:t>
            </a:r>
            <a:r>
              <a:rPr lang="en-US" altLang="zh-CN" sz="2000">
                <a:solidFill>
                  <a:srgbClr val="0033CC"/>
                </a:solidFill>
                <a:latin typeface="Arial" panose="020B0604020202020204" pitchFamily="34" charset="0"/>
                <a:ea typeface="楷体" panose="02010609060101010101" pitchFamily="49" charset="-122"/>
                <a:cs typeface="Arial" panose="020B0604020202020204" pitchFamily="34" charset="0"/>
              </a:rPr>
              <a:t>] + [M</a:t>
            </a:r>
            <a:r>
              <a:rPr lang="en-US" altLang="zh-CN" sz="2000" baseline="-25000">
                <a:solidFill>
                  <a:srgbClr val="0033CC"/>
                </a:solidFill>
                <a:latin typeface="Arial" panose="020B0604020202020204" pitchFamily="34" charset="0"/>
                <a:ea typeface="楷体" panose="02010609060101010101" pitchFamily="49" charset="-122"/>
                <a:cs typeface="Arial" panose="020B0604020202020204" pitchFamily="34" charset="0"/>
              </a:rPr>
              <a:t>2</a:t>
            </a:r>
            <a:r>
              <a:rPr lang="en-US" altLang="zh-CN" sz="2000">
                <a:solidFill>
                  <a:srgbClr val="0033CC"/>
                </a:solidFill>
                <a:latin typeface="Arial" panose="020B0604020202020204" pitchFamily="34" charset="0"/>
                <a:ea typeface="楷体" panose="02010609060101010101" pitchFamily="49" charset="-122"/>
                <a:cs typeface="Arial" panose="020B0604020202020204" pitchFamily="34" charset="0"/>
              </a:rPr>
              <a:t>]) </a:t>
            </a:r>
            <a:r>
              <a:rPr lang="en-US" altLang="zh-CN" sz="2000">
                <a:solidFill>
                  <a:srgbClr val="0033CC"/>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  1</a:t>
            </a:r>
          </a:p>
          <a:p>
            <a:pPr algn="just" eaLnBrk="1" hangingPunct="1">
              <a:lnSpc>
                <a:spcPct val="110000"/>
              </a:lnSpc>
              <a:spcBef>
                <a:spcPct val="0"/>
              </a:spcBef>
              <a:buFontTx/>
              <a:buNone/>
            </a:pPr>
            <a:r>
              <a:rPr lang="zh-CN" altLang="en-US" sz="200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     结果： </a:t>
            </a:r>
            <a:r>
              <a:rPr lang="en-US" altLang="zh-CN" sz="2000">
                <a:latin typeface="Arial" panose="020B0604020202020204" pitchFamily="34" charset="0"/>
                <a:ea typeface="楷体" panose="02010609060101010101" pitchFamily="49" charset="-122"/>
                <a:cs typeface="Arial" panose="020B0604020202020204" pitchFamily="34" charset="0"/>
              </a:rPr>
              <a:t>N</a:t>
            </a:r>
            <a:r>
              <a:rPr lang="en-US" altLang="zh-CN" sz="2000" baseline="-25000">
                <a:latin typeface="Arial" panose="020B0604020202020204" pitchFamily="34" charset="0"/>
                <a:ea typeface="楷体" panose="02010609060101010101" pitchFamily="49" charset="-122"/>
                <a:cs typeface="Arial" panose="020B0604020202020204" pitchFamily="34" charset="0"/>
              </a:rPr>
              <a:t>M1</a:t>
            </a:r>
            <a:r>
              <a:rPr lang="en-US" altLang="zh-CN" sz="2000">
                <a:latin typeface="Arial" panose="020B0604020202020204" pitchFamily="34" charset="0"/>
                <a:ea typeface="楷体" panose="02010609060101010101" pitchFamily="49" charset="-122"/>
                <a:cs typeface="Arial" panose="020B0604020202020204" pitchFamily="34" charset="0"/>
              </a:rPr>
              <a:t> = 1/(1-p</a:t>
            </a:r>
            <a:r>
              <a:rPr lang="en-US" altLang="zh-CN" sz="2000" baseline="-25000">
                <a:latin typeface="Arial" panose="020B0604020202020204" pitchFamily="34" charset="0"/>
                <a:ea typeface="楷体" panose="02010609060101010101" pitchFamily="49" charset="-122"/>
                <a:cs typeface="Arial" panose="020B0604020202020204" pitchFamily="34" charset="0"/>
              </a:rPr>
              <a:t>11</a:t>
            </a:r>
            <a:r>
              <a:rPr lang="en-US" altLang="zh-CN" sz="2000">
                <a:latin typeface="Arial" panose="020B0604020202020204" pitchFamily="34" charset="0"/>
                <a:ea typeface="楷体" panose="02010609060101010101" pitchFamily="49" charset="-122"/>
                <a:cs typeface="Arial" panose="020B0604020202020204" pitchFamily="34" charset="0"/>
              </a:rPr>
              <a:t>)  </a:t>
            </a:r>
            <a:r>
              <a:rPr lang="zh-CN" altLang="en-US" sz="2000">
                <a:latin typeface="Arial" panose="020B0604020202020204" pitchFamily="34" charset="0"/>
                <a:ea typeface="楷体" panose="02010609060101010101" pitchFamily="49" charset="-122"/>
                <a:cs typeface="Arial" panose="020B0604020202020204" pitchFamily="34" charset="0"/>
              </a:rPr>
              <a:t>为较大的值</a:t>
            </a:r>
          </a:p>
          <a:p>
            <a:pPr algn="just" eaLnBrk="1" hangingPunct="1">
              <a:lnSpc>
                <a:spcPct val="110000"/>
              </a:lnSpc>
              <a:spcBef>
                <a:spcPct val="0"/>
              </a:spcBef>
              <a:buFontTx/>
              <a:buNone/>
            </a:pPr>
            <a:r>
              <a:rPr lang="zh-CN" altLang="en-US" sz="2000">
                <a:solidFill>
                  <a:srgbClr val="990099"/>
                </a:solidFill>
                <a:latin typeface="Arial" panose="020B0604020202020204" pitchFamily="34" charset="0"/>
                <a:ea typeface="楷体" panose="02010609060101010101" pitchFamily="49" charset="-122"/>
                <a:cs typeface="Arial" panose="020B0604020202020204" pitchFamily="34" charset="0"/>
              </a:rPr>
              <a:t>     例： </a:t>
            </a:r>
            <a:r>
              <a:rPr lang="en-US" altLang="zh-CN" sz="2000">
                <a:solidFill>
                  <a:srgbClr val="990099"/>
                </a:solidFill>
                <a:latin typeface="Arial" panose="020B0604020202020204" pitchFamily="34" charset="0"/>
                <a:ea typeface="楷体" panose="02010609060101010101" pitchFamily="49" charset="-122"/>
                <a:cs typeface="Arial" panose="020B0604020202020204" pitchFamily="34" charset="0"/>
              </a:rPr>
              <a:t>r</a:t>
            </a:r>
            <a:r>
              <a:rPr lang="en-US" altLang="zh-CN" sz="2000" baseline="-25000">
                <a:solidFill>
                  <a:srgbClr val="990099"/>
                </a:solidFill>
                <a:latin typeface="Arial" panose="020B0604020202020204" pitchFamily="34" charset="0"/>
                <a:ea typeface="楷体" panose="02010609060101010101" pitchFamily="49" charset="-122"/>
                <a:cs typeface="Arial" panose="020B0604020202020204" pitchFamily="34" charset="0"/>
              </a:rPr>
              <a:t>1</a:t>
            </a:r>
            <a:r>
              <a:rPr lang="zh-CN" altLang="en-US" sz="2000">
                <a:solidFill>
                  <a:srgbClr val="990099"/>
                </a:solidFill>
                <a:latin typeface="Arial" panose="020B0604020202020204" pitchFamily="34" charset="0"/>
                <a:ea typeface="楷体" panose="02010609060101010101" pitchFamily="49" charset="-122"/>
                <a:cs typeface="Arial" panose="020B0604020202020204" pitchFamily="34" charset="0"/>
              </a:rPr>
              <a:t> = 9， </a:t>
            </a:r>
            <a:r>
              <a:rPr lang="en-US" altLang="zh-CN" sz="2000">
                <a:solidFill>
                  <a:srgbClr val="990099"/>
                </a:solidFill>
                <a:latin typeface="Arial" panose="020B0604020202020204" pitchFamily="34" charset="0"/>
                <a:ea typeface="楷体" panose="02010609060101010101" pitchFamily="49" charset="-122"/>
                <a:cs typeface="Arial" panose="020B0604020202020204" pitchFamily="34" charset="0"/>
              </a:rPr>
              <a:t>[M</a:t>
            </a:r>
            <a:r>
              <a:rPr lang="en-US" altLang="zh-CN" sz="2000" baseline="-25000">
                <a:solidFill>
                  <a:srgbClr val="990099"/>
                </a:solidFill>
                <a:latin typeface="Arial" panose="020B0604020202020204" pitchFamily="34" charset="0"/>
                <a:ea typeface="楷体" panose="02010609060101010101" pitchFamily="49" charset="-122"/>
                <a:cs typeface="Arial" panose="020B0604020202020204" pitchFamily="34" charset="0"/>
              </a:rPr>
              <a:t>1</a:t>
            </a:r>
            <a:r>
              <a:rPr lang="en-US" altLang="zh-CN" sz="2000">
                <a:solidFill>
                  <a:srgbClr val="990099"/>
                </a:solidFill>
                <a:latin typeface="Arial" panose="020B0604020202020204" pitchFamily="34" charset="0"/>
                <a:ea typeface="楷体" panose="02010609060101010101" pitchFamily="49" charset="-122"/>
                <a:cs typeface="Arial" panose="020B0604020202020204" pitchFamily="34" charset="0"/>
              </a:rPr>
              <a:t>] = [M</a:t>
            </a:r>
            <a:r>
              <a:rPr lang="en-US" altLang="zh-CN" sz="2000" baseline="-25000">
                <a:solidFill>
                  <a:srgbClr val="990099"/>
                </a:solidFill>
                <a:latin typeface="Arial" panose="020B0604020202020204" pitchFamily="34" charset="0"/>
                <a:ea typeface="楷体" panose="02010609060101010101" pitchFamily="49" charset="-122"/>
                <a:cs typeface="Arial" panose="020B0604020202020204" pitchFamily="34" charset="0"/>
              </a:rPr>
              <a:t>2</a:t>
            </a:r>
            <a:r>
              <a:rPr lang="en-US" altLang="zh-CN" sz="2000">
                <a:solidFill>
                  <a:srgbClr val="990099"/>
                </a:solidFill>
                <a:latin typeface="Arial" panose="020B0604020202020204" pitchFamily="34" charset="0"/>
                <a:ea typeface="楷体" panose="02010609060101010101" pitchFamily="49" charset="-122"/>
                <a:cs typeface="Arial" panose="020B0604020202020204" pitchFamily="34" charset="0"/>
              </a:rPr>
              <a:t>] </a:t>
            </a:r>
            <a:r>
              <a:rPr lang="zh-CN" altLang="en-US" sz="2000">
                <a:solidFill>
                  <a:srgbClr val="990099"/>
                </a:solidFill>
                <a:latin typeface="Arial" panose="020B0604020202020204" pitchFamily="34" charset="0"/>
                <a:ea typeface="楷体" panose="02010609060101010101" pitchFamily="49" charset="-122"/>
                <a:cs typeface="Arial" panose="020B0604020202020204" pitchFamily="34" charset="0"/>
              </a:rPr>
              <a:t>时， </a:t>
            </a:r>
            <a:r>
              <a:rPr lang="en-US" altLang="zh-CN" sz="2000">
                <a:solidFill>
                  <a:srgbClr val="990099"/>
                </a:solidFill>
                <a:latin typeface="Arial" panose="020B0604020202020204" pitchFamily="34" charset="0"/>
                <a:ea typeface="楷体" panose="02010609060101010101" pitchFamily="49" charset="-122"/>
                <a:cs typeface="Arial" panose="020B0604020202020204" pitchFamily="34" charset="0"/>
              </a:rPr>
              <a:t>p</a:t>
            </a:r>
            <a:r>
              <a:rPr lang="en-US" altLang="zh-CN" sz="2000" baseline="-25000">
                <a:solidFill>
                  <a:srgbClr val="990099"/>
                </a:solidFill>
                <a:latin typeface="Arial" panose="020B0604020202020204" pitchFamily="34" charset="0"/>
                <a:ea typeface="楷体" panose="02010609060101010101" pitchFamily="49" charset="-122"/>
                <a:cs typeface="Arial" panose="020B0604020202020204" pitchFamily="34" charset="0"/>
              </a:rPr>
              <a:t>11</a:t>
            </a:r>
            <a:r>
              <a:rPr lang="zh-CN" altLang="en-US" sz="2000">
                <a:solidFill>
                  <a:srgbClr val="990099"/>
                </a:solidFill>
                <a:latin typeface="Arial" panose="020B0604020202020204" pitchFamily="34" charset="0"/>
                <a:ea typeface="楷体" panose="02010609060101010101" pitchFamily="49" charset="-122"/>
                <a:cs typeface="Arial" panose="020B0604020202020204" pitchFamily="34" charset="0"/>
              </a:rPr>
              <a:t> = 0.9,   </a:t>
            </a:r>
            <a:r>
              <a:rPr lang="en-US" altLang="zh-CN" sz="2000">
                <a:solidFill>
                  <a:srgbClr val="990099"/>
                </a:solidFill>
                <a:latin typeface="Arial" panose="020B0604020202020204" pitchFamily="34" charset="0"/>
                <a:ea typeface="楷体" panose="02010609060101010101" pitchFamily="49" charset="-122"/>
                <a:cs typeface="Arial" panose="020B0604020202020204" pitchFamily="34" charset="0"/>
              </a:rPr>
              <a:t>N</a:t>
            </a:r>
            <a:r>
              <a:rPr lang="en-US" altLang="zh-CN" sz="2000" baseline="-25000">
                <a:solidFill>
                  <a:srgbClr val="990099"/>
                </a:solidFill>
                <a:latin typeface="Arial" panose="020B0604020202020204" pitchFamily="34" charset="0"/>
                <a:ea typeface="楷体" panose="02010609060101010101" pitchFamily="49" charset="-122"/>
                <a:cs typeface="Arial" panose="020B0604020202020204" pitchFamily="34" charset="0"/>
              </a:rPr>
              <a:t>M1</a:t>
            </a:r>
            <a:r>
              <a:rPr lang="en-US" altLang="zh-CN" sz="2000">
                <a:solidFill>
                  <a:srgbClr val="990099"/>
                </a:solidFill>
                <a:latin typeface="Arial" panose="020B0604020202020204" pitchFamily="34" charset="0"/>
                <a:ea typeface="楷体" panose="02010609060101010101" pitchFamily="49" charset="-122"/>
                <a:cs typeface="Arial" panose="020B0604020202020204" pitchFamily="34" charset="0"/>
              </a:rPr>
              <a:t> = 10</a:t>
            </a:r>
            <a:endParaRPr lang="zh-CN" altLang="en-US" sz="2000">
              <a:solidFill>
                <a:srgbClr val="990099"/>
              </a:solidFill>
              <a:latin typeface="Arial" panose="020B0604020202020204" pitchFamily="34" charset="0"/>
              <a:ea typeface="楷体" panose="02010609060101010101" pitchFamily="49" charset="-122"/>
              <a:cs typeface="Arial" panose="020B0604020202020204" pitchFamily="34" charset="0"/>
            </a:endParaRPr>
          </a:p>
          <a:p>
            <a:pPr algn="just" eaLnBrk="1" hangingPunct="1">
              <a:lnSpc>
                <a:spcPct val="110000"/>
              </a:lnSpc>
              <a:spcBef>
                <a:spcPct val="50000"/>
              </a:spcBef>
              <a:buFontTx/>
              <a:buNone/>
            </a:pPr>
            <a:r>
              <a:rPr lang="zh-CN" altLang="en-US" sz="2000">
                <a:latin typeface="Arial" panose="020B0604020202020204" pitchFamily="34" charset="0"/>
                <a:ea typeface="楷体" panose="02010609060101010101" pitchFamily="49" charset="-122"/>
                <a:cs typeface="Arial" panose="020B0604020202020204" pitchFamily="34" charset="0"/>
              </a:rPr>
              <a:t>3) 无规共聚 </a:t>
            </a:r>
          </a:p>
          <a:p>
            <a:pPr algn="just" eaLnBrk="1" hangingPunct="1">
              <a:lnSpc>
                <a:spcPct val="110000"/>
              </a:lnSpc>
              <a:spcBef>
                <a:spcPct val="0"/>
              </a:spcBef>
              <a:buFontTx/>
              <a:buNone/>
            </a:pPr>
            <a:r>
              <a:rPr lang="zh-CN" altLang="en-US" sz="2000">
                <a:solidFill>
                  <a:srgbClr val="990099"/>
                </a:solidFill>
                <a:latin typeface="Arial" panose="020B0604020202020204" pitchFamily="34" charset="0"/>
                <a:ea typeface="楷体" panose="02010609060101010101" pitchFamily="49" charset="-122"/>
                <a:cs typeface="Arial" panose="020B0604020202020204" pitchFamily="34" charset="0"/>
              </a:rPr>
              <a:t>     </a:t>
            </a:r>
            <a:r>
              <a:rPr lang="zh-CN" altLang="en-US" sz="2000">
                <a:solidFill>
                  <a:srgbClr val="0033CC"/>
                </a:solidFill>
                <a:latin typeface="Arial" panose="020B0604020202020204" pitchFamily="34" charset="0"/>
                <a:ea typeface="楷体" panose="02010609060101010101" pitchFamily="49" charset="-122"/>
                <a:cs typeface="Arial" panose="020B0604020202020204" pitchFamily="34" charset="0"/>
              </a:rPr>
              <a:t>(</a:t>
            </a:r>
            <a:r>
              <a:rPr lang="en-US" altLang="zh-CN" sz="2000">
                <a:solidFill>
                  <a:srgbClr val="0033CC"/>
                </a:solidFill>
                <a:latin typeface="Arial" panose="020B0604020202020204" pitchFamily="34" charset="0"/>
                <a:ea typeface="楷体" panose="02010609060101010101" pitchFamily="49" charset="-122"/>
                <a:cs typeface="Arial" panose="020B0604020202020204" pitchFamily="34" charset="0"/>
              </a:rPr>
              <a:t>p</a:t>
            </a:r>
            <a:r>
              <a:rPr lang="en-US" altLang="zh-CN" sz="2000" baseline="-25000">
                <a:solidFill>
                  <a:srgbClr val="0033CC"/>
                </a:solidFill>
                <a:latin typeface="Arial" panose="020B0604020202020204" pitchFamily="34" charset="0"/>
                <a:ea typeface="楷体" panose="02010609060101010101" pitchFamily="49" charset="-122"/>
                <a:cs typeface="Arial" panose="020B0604020202020204" pitchFamily="34" charset="0"/>
              </a:rPr>
              <a:t>M1</a:t>
            </a:r>
            <a:r>
              <a:rPr lang="en-US" altLang="zh-CN" sz="2000">
                <a:solidFill>
                  <a:srgbClr val="0033CC"/>
                </a:solidFill>
                <a:latin typeface="Arial" panose="020B0604020202020204" pitchFamily="34" charset="0"/>
                <a:ea typeface="楷体" panose="02010609060101010101" pitchFamily="49" charset="-122"/>
                <a:cs typeface="Arial" panose="020B0604020202020204" pitchFamily="34" charset="0"/>
              </a:rPr>
              <a:t>)</a:t>
            </a:r>
            <a:r>
              <a:rPr lang="en-US" altLang="zh-CN" sz="2000" baseline="-25000">
                <a:solidFill>
                  <a:srgbClr val="0033CC"/>
                </a:solidFill>
                <a:latin typeface="Arial" panose="020B0604020202020204" pitchFamily="34" charset="0"/>
                <a:ea typeface="楷体" panose="02010609060101010101" pitchFamily="49" charset="-122"/>
                <a:cs typeface="Arial" panose="020B0604020202020204" pitchFamily="34" charset="0"/>
              </a:rPr>
              <a:t>x  </a:t>
            </a:r>
            <a:r>
              <a:rPr lang="en-US" altLang="zh-CN" sz="2000">
                <a:solidFill>
                  <a:srgbClr val="0033CC"/>
                </a:solidFill>
                <a:latin typeface="Arial" panose="020B0604020202020204" pitchFamily="34" charset="0"/>
                <a:ea typeface="楷体" panose="02010609060101010101" pitchFamily="49" charset="-122"/>
                <a:cs typeface="Arial" panose="020B0604020202020204" pitchFamily="34" charset="0"/>
              </a:rPr>
              <a:t>=  p</a:t>
            </a:r>
            <a:r>
              <a:rPr lang="en-US" altLang="zh-CN" sz="2000" baseline="-25000">
                <a:solidFill>
                  <a:srgbClr val="0033CC"/>
                </a:solidFill>
                <a:latin typeface="Arial" panose="020B0604020202020204" pitchFamily="34" charset="0"/>
                <a:ea typeface="楷体" panose="02010609060101010101" pitchFamily="49" charset="-122"/>
                <a:cs typeface="Arial" panose="020B0604020202020204" pitchFamily="34" charset="0"/>
              </a:rPr>
              <a:t>11</a:t>
            </a:r>
            <a:r>
              <a:rPr lang="en-US" altLang="zh-CN" sz="2000" baseline="30000">
                <a:solidFill>
                  <a:srgbClr val="0033CC"/>
                </a:solidFill>
                <a:latin typeface="Arial" panose="020B0604020202020204" pitchFamily="34" charset="0"/>
                <a:ea typeface="楷体" panose="02010609060101010101" pitchFamily="49" charset="-122"/>
                <a:cs typeface="Arial" panose="020B0604020202020204" pitchFamily="34" charset="0"/>
              </a:rPr>
              <a:t>x-1</a:t>
            </a:r>
            <a:r>
              <a:rPr lang="en-US" altLang="zh-CN" sz="2000">
                <a:solidFill>
                  <a:srgbClr val="0033CC"/>
                </a:solidFill>
                <a:latin typeface="Arial" panose="020B0604020202020204" pitchFamily="34" charset="0"/>
                <a:ea typeface="楷体" panose="02010609060101010101" pitchFamily="49" charset="-122"/>
                <a:cs typeface="Arial" panose="020B0604020202020204" pitchFamily="34" charset="0"/>
              </a:rPr>
              <a:t>(1- p</a:t>
            </a:r>
            <a:r>
              <a:rPr lang="en-US" altLang="zh-CN" sz="2000" baseline="-25000">
                <a:solidFill>
                  <a:srgbClr val="0033CC"/>
                </a:solidFill>
                <a:latin typeface="Arial" panose="020B0604020202020204" pitchFamily="34" charset="0"/>
                <a:ea typeface="楷体" panose="02010609060101010101" pitchFamily="49" charset="-122"/>
                <a:cs typeface="Arial" panose="020B0604020202020204" pitchFamily="34" charset="0"/>
              </a:rPr>
              <a:t>11</a:t>
            </a:r>
            <a:r>
              <a:rPr lang="en-US" altLang="zh-CN" sz="2000">
                <a:solidFill>
                  <a:srgbClr val="0033CC"/>
                </a:solidFill>
                <a:latin typeface="Arial" panose="020B0604020202020204" pitchFamily="34" charset="0"/>
                <a:ea typeface="楷体" panose="02010609060101010101" pitchFamily="49" charset="-122"/>
                <a:cs typeface="Arial" panose="020B0604020202020204" pitchFamily="34" charset="0"/>
              </a:rPr>
              <a:t>)</a:t>
            </a:r>
          </a:p>
          <a:p>
            <a:pPr algn="just" eaLnBrk="1" hangingPunct="1">
              <a:lnSpc>
                <a:spcPct val="110000"/>
              </a:lnSpc>
              <a:spcBef>
                <a:spcPct val="0"/>
              </a:spcBef>
              <a:buFontTx/>
              <a:buNone/>
            </a:pPr>
            <a:r>
              <a:rPr lang="zh-CN" altLang="en-US" sz="2000">
                <a:solidFill>
                  <a:srgbClr val="990099"/>
                </a:solidFill>
                <a:latin typeface="Arial" panose="020B0604020202020204" pitchFamily="34" charset="0"/>
                <a:ea typeface="楷体" panose="02010609060101010101" pitchFamily="49" charset="-122"/>
                <a:cs typeface="Arial" panose="020B0604020202020204" pitchFamily="34" charset="0"/>
              </a:rPr>
              <a:t>    例： </a:t>
            </a:r>
            <a:r>
              <a:rPr lang="en-US" altLang="zh-CN" sz="2000">
                <a:solidFill>
                  <a:srgbClr val="990099"/>
                </a:solidFill>
                <a:latin typeface="Arial" panose="020B0604020202020204" pitchFamily="34" charset="0"/>
                <a:ea typeface="楷体" panose="02010609060101010101" pitchFamily="49" charset="-122"/>
                <a:cs typeface="Arial" panose="020B0604020202020204" pitchFamily="34" charset="0"/>
              </a:rPr>
              <a:t>r</a:t>
            </a:r>
            <a:r>
              <a:rPr lang="en-US" altLang="zh-CN" sz="2000" baseline="-25000">
                <a:solidFill>
                  <a:srgbClr val="990099"/>
                </a:solidFill>
                <a:latin typeface="Arial" panose="020B0604020202020204" pitchFamily="34" charset="0"/>
                <a:ea typeface="楷体" panose="02010609060101010101" pitchFamily="49" charset="-122"/>
                <a:cs typeface="Arial" panose="020B0604020202020204" pitchFamily="34" charset="0"/>
              </a:rPr>
              <a:t>1</a:t>
            </a:r>
            <a:r>
              <a:rPr lang="zh-CN" altLang="en-US" sz="2000">
                <a:solidFill>
                  <a:srgbClr val="990099"/>
                </a:solidFill>
                <a:latin typeface="Arial" panose="020B0604020202020204" pitchFamily="34" charset="0"/>
                <a:ea typeface="楷体" panose="02010609060101010101" pitchFamily="49" charset="-122"/>
                <a:cs typeface="Arial" panose="020B0604020202020204" pitchFamily="34" charset="0"/>
              </a:rPr>
              <a:t> = 1， </a:t>
            </a:r>
            <a:r>
              <a:rPr lang="en-US" altLang="zh-CN" sz="2000">
                <a:solidFill>
                  <a:srgbClr val="990099"/>
                </a:solidFill>
                <a:latin typeface="Arial" panose="020B0604020202020204" pitchFamily="34" charset="0"/>
                <a:ea typeface="楷体" panose="02010609060101010101" pitchFamily="49" charset="-122"/>
                <a:cs typeface="Arial" panose="020B0604020202020204" pitchFamily="34" charset="0"/>
              </a:rPr>
              <a:t>[M</a:t>
            </a:r>
            <a:r>
              <a:rPr lang="en-US" altLang="zh-CN" sz="2000" baseline="-25000">
                <a:solidFill>
                  <a:srgbClr val="990099"/>
                </a:solidFill>
                <a:latin typeface="Arial" panose="020B0604020202020204" pitchFamily="34" charset="0"/>
                <a:ea typeface="楷体" panose="02010609060101010101" pitchFamily="49" charset="-122"/>
                <a:cs typeface="Arial" panose="020B0604020202020204" pitchFamily="34" charset="0"/>
              </a:rPr>
              <a:t>1</a:t>
            </a:r>
            <a:r>
              <a:rPr lang="en-US" altLang="zh-CN" sz="2000">
                <a:solidFill>
                  <a:srgbClr val="990099"/>
                </a:solidFill>
                <a:latin typeface="Arial" panose="020B0604020202020204" pitchFamily="34" charset="0"/>
                <a:ea typeface="楷体" panose="02010609060101010101" pitchFamily="49" charset="-122"/>
                <a:cs typeface="Arial" panose="020B0604020202020204" pitchFamily="34" charset="0"/>
              </a:rPr>
              <a:t>] = [M</a:t>
            </a:r>
            <a:r>
              <a:rPr lang="en-US" altLang="zh-CN" sz="2000" baseline="-25000">
                <a:solidFill>
                  <a:srgbClr val="990099"/>
                </a:solidFill>
                <a:latin typeface="Arial" panose="020B0604020202020204" pitchFamily="34" charset="0"/>
                <a:ea typeface="楷体" panose="02010609060101010101" pitchFamily="49" charset="-122"/>
                <a:cs typeface="Arial" panose="020B0604020202020204" pitchFamily="34" charset="0"/>
              </a:rPr>
              <a:t>2</a:t>
            </a:r>
            <a:r>
              <a:rPr lang="en-US" altLang="zh-CN" sz="2000">
                <a:solidFill>
                  <a:srgbClr val="990099"/>
                </a:solidFill>
                <a:latin typeface="Arial" panose="020B0604020202020204" pitchFamily="34" charset="0"/>
                <a:ea typeface="楷体" panose="02010609060101010101" pitchFamily="49" charset="-122"/>
                <a:cs typeface="Arial" panose="020B0604020202020204" pitchFamily="34" charset="0"/>
              </a:rPr>
              <a:t>] </a:t>
            </a:r>
            <a:r>
              <a:rPr lang="zh-CN" altLang="en-US" sz="2000">
                <a:solidFill>
                  <a:srgbClr val="990099"/>
                </a:solidFill>
                <a:latin typeface="Arial" panose="020B0604020202020204" pitchFamily="34" charset="0"/>
                <a:ea typeface="楷体" panose="02010609060101010101" pitchFamily="49" charset="-122"/>
                <a:cs typeface="Arial" panose="020B0604020202020204" pitchFamily="34" charset="0"/>
              </a:rPr>
              <a:t>时， </a:t>
            </a:r>
            <a:r>
              <a:rPr lang="en-US" altLang="zh-CN" sz="2000">
                <a:solidFill>
                  <a:srgbClr val="990099"/>
                </a:solidFill>
                <a:latin typeface="Arial" panose="020B0604020202020204" pitchFamily="34" charset="0"/>
                <a:ea typeface="楷体" panose="02010609060101010101" pitchFamily="49" charset="-122"/>
                <a:cs typeface="Arial" panose="020B0604020202020204" pitchFamily="34" charset="0"/>
              </a:rPr>
              <a:t>p</a:t>
            </a:r>
            <a:r>
              <a:rPr lang="en-US" altLang="zh-CN" sz="2000" baseline="-25000">
                <a:solidFill>
                  <a:srgbClr val="990099"/>
                </a:solidFill>
                <a:latin typeface="Arial" panose="020B0604020202020204" pitchFamily="34" charset="0"/>
                <a:ea typeface="楷体" panose="02010609060101010101" pitchFamily="49" charset="-122"/>
                <a:cs typeface="Arial" panose="020B0604020202020204" pitchFamily="34" charset="0"/>
              </a:rPr>
              <a:t>11</a:t>
            </a:r>
            <a:r>
              <a:rPr lang="zh-CN" altLang="en-US" sz="2000">
                <a:solidFill>
                  <a:srgbClr val="990099"/>
                </a:solidFill>
                <a:latin typeface="Arial" panose="020B0604020202020204" pitchFamily="34" charset="0"/>
                <a:ea typeface="楷体" panose="02010609060101010101" pitchFamily="49" charset="-122"/>
                <a:cs typeface="Arial" panose="020B0604020202020204" pitchFamily="34" charset="0"/>
              </a:rPr>
              <a:t> = 0.5,   </a:t>
            </a:r>
            <a:r>
              <a:rPr lang="en-US" altLang="zh-CN" sz="2000">
                <a:solidFill>
                  <a:srgbClr val="990099"/>
                </a:solidFill>
                <a:latin typeface="Arial" panose="020B0604020202020204" pitchFamily="34" charset="0"/>
                <a:ea typeface="楷体" panose="02010609060101010101" pitchFamily="49" charset="-122"/>
                <a:cs typeface="Arial" panose="020B0604020202020204" pitchFamily="34" charset="0"/>
              </a:rPr>
              <a:t>N</a:t>
            </a:r>
            <a:r>
              <a:rPr lang="en-US" altLang="zh-CN" sz="2000" baseline="-25000">
                <a:solidFill>
                  <a:srgbClr val="990099"/>
                </a:solidFill>
                <a:latin typeface="Arial" panose="020B0604020202020204" pitchFamily="34" charset="0"/>
                <a:ea typeface="楷体" panose="02010609060101010101" pitchFamily="49" charset="-122"/>
                <a:cs typeface="Arial" panose="020B0604020202020204" pitchFamily="34" charset="0"/>
              </a:rPr>
              <a:t>M1</a:t>
            </a:r>
            <a:r>
              <a:rPr lang="en-US" altLang="zh-CN" sz="2000">
                <a:solidFill>
                  <a:srgbClr val="990099"/>
                </a:solidFill>
                <a:latin typeface="Arial" panose="020B0604020202020204" pitchFamily="34" charset="0"/>
                <a:ea typeface="楷体" panose="02010609060101010101" pitchFamily="49" charset="-122"/>
                <a:cs typeface="Arial" panose="020B0604020202020204" pitchFamily="34" charset="0"/>
              </a:rPr>
              <a:t> = 2</a:t>
            </a:r>
            <a:endParaRPr lang="zh-CN" altLang="en-US" sz="2000">
              <a:solidFill>
                <a:srgbClr val="990099"/>
              </a:solidFill>
              <a:latin typeface="Arial" panose="020B0604020202020204" pitchFamily="34" charset="0"/>
              <a:ea typeface="楷体" panose="02010609060101010101" pitchFamily="49" charset="-122"/>
              <a:cs typeface="Arial" panose="020B0604020202020204" pitchFamily="34" charset="0"/>
            </a:endParaRPr>
          </a:p>
        </p:txBody>
      </p:sp>
      <p:graphicFrame>
        <p:nvGraphicFramePr>
          <p:cNvPr id="136197" name="Object 4"/>
          <p:cNvGraphicFramePr>
            <a:graphicFrameLocks noChangeAspect="1"/>
          </p:cNvGraphicFramePr>
          <p:nvPr/>
        </p:nvGraphicFramePr>
        <p:xfrm>
          <a:off x="669925" y="671513"/>
          <a:ext cx="7634288" cy="758825"/>
        </p:xfrm>
        <a:graphic>
          <a:graphicData uri="http://schemas.openxmlformats.org/presentationml/2006/ole">
            <mc:AlternateContent xmlns:mc="http://schemas.openxmlformats.org/markup-compatibility/2006">
              <mc:Choice xmlns:v="urn:schemas-microsoft-com:vml" Requires="v">
                <p:oleObj spid="_x0000_s136249" name="公式" r:id="rId3" imgW="4457700" imgH="444500" progId="Equation.3">
                  <p:embed/>
                </p:oleObj>
              </mc:Choice>
              <mc:Fallback>
                <p:oleObj name="公式" r:id="rId3" imgW="4457700" imgH="4445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9925" y="671513"/>
                        <a:ext cx="7634288" cy="75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6198" name="Object 5"/>
          <p:cNvGraphicFramePr>
            <a:graphicFrameLocks noChangeAspect="1"/>
          </p:cNvGraphicFramePr>
          <p:nvPr/>
        </p:nvGraphicFramePr>
        <p:xfrm>
          <a:off x="641350" y="1593850"/>
          <a:ext cx="4176713" cy="792163"/>
        </p:xfrm>
        <a:graphic>
          <a:graphicData uri="http://schemas.openxmlformats.org/presentationml/2006/ole">
            <mc:AlternateContent xmlns:mc="http://schemas.openxmlformats.org/markup-compatibility/2006">
              <mc:Choice xmlns:v="urn:schemas-microsoft-com:vml" Requires="v">
                <p:oleObj spid="_x0000_s136250" name="公式" r:id="rId5" imgW="2336800" imgH="444500" progId="Equation.3">
                  <p:embed/>
                </p:oleObj>
              </mc:Choice>
              <mc:Fallback>
                <p:oleObj name="公式" r:id="rId5" imgW="2336800" imgH="4445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1350" y="1593850"/>
                        <a:ext cx="4176713"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直接连接符 3">
            <a:extLst>
              <a:ext uri="{FF2B5EF4-FFF2-40B4-BE49-F238E27FC236}">
                <a16:creationId xmlns:a16="http://schemas.microsoft.com/office/drawing/2014/main" id="{064BA3B0-8BD3-46C3-8BA4-AA78557FC31A}"/>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137219"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AF9269D5-9716-4E88-8C7F-DBB432FC0A28}"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37</a:t>
            </a:fld>
            <a:endParaRPr lang="en-US" altLang="zh-CN" sz="1200">
              <a:solidFill>
                <a:srgbClr val="FFFFFF"/>
              </a:solidFill>
              <a:latin typeface="Century Schoolbook" panose="02040604050505020304" pitchFamily="18" charset="0"/>
              <a:ea typeface="宋体" panose="02010600030101010101" pitchFamily="2" charset="-122"/>
            </a:endParaRPr>
          </a:p>
        </p:txBody>
      </p:sp>
      <p:sp>
        <p:nvSpPr>
          <p:cNvPr id="137220" name="Text Box 2"/>
          <p:cNvSpPr txBox="1">
            <a:spLocks noChangeArrowheads="1"/>
          </p:cNvSpPr>
          <p:nvPr/>
        </p:nvSpPr>
        <p:spPr bwMode="auto">
          <a:xfrm>
            <a:off x="533400" y="476250"/>
            <a:ext cx="8153400" cy="561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0000"/>
              </a:lnSpc>
              <a:spcBef>
                <a:spcPts val="1200"/>
              </a:spcBef>
              <a:buFontTx/>
              <a:buNone/>
            </a:pPr>
            <a:r>
              <a:rPr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前末端效应对序列分布的影响：</a:t>
            </a:r>
            <a:endParaRPr lang="zh-CN" altLang="en-US" sz="1800">
              <a:solidFill>
                <a:srgbClr val="FF0000"/>
              </a:solidFill>
              <a:latin typeface="Arial" panose="020B0604020202020204" pitchFamily="34" charset="0"/>
              <a:ea typeface="楷体" panose="02010609060101010101" pitchFamily="49" charset="-122"/>
              <a:cs typeface="Arial" panose="020B0604020202020204" pitchFamily="34" charset="0"/>
            </a:endParaRPr>
          </a:p>
          <a:p>
            <a:pPr algn="just">
              <a:lnSpc>
                <a:spcPct val="100000"/>
              </a:lnSpc>
              <a:spcBef>
                <a:spcPts val="1200"/>
              </a:spcBef>
              <a:buFontTx/>
              <a:buNone/>
            </a:pPr>
            <a:r>
              <a:rPr lang="zh-CN" altLang="en-US" sz="1800">
                <a:solidFill>
                  <a:srgbClr val="FF0000"/>
                </a:solidFill>
                <a:latin typeface="Arial" panose="020B0604020202020204" pitchFamily="34" charset="0"/>
                <a:ea typeface="楷体" panose="02010609060101010101" pitchFamily="49" charset="-122"/>
                <a:cs typeface="Arial" panose="020B0604020202020204" pitchFamily="34" charset="0"/>
              </a:rPr>
              <a:t>     本质</a:t>
            </a:r>
            <a:r>
              <a:rPr lang="en-US" altLang="zh-CN" sz="1800">
                <a:solidFill>
                  <a:srgbClr val="FF0000"/>
                </a:solidFill>
                <a:latin typeface="Arial" panose="020B0604020202020204" pitchFamily="34" charset="0"/>
                <a:ea typeface="楷体" panose="02010609060101010101" pitchFamily="49" charset="-122"/>
                <a:cs typeface="Arial" panose="020B0604020202020204" pitchFamily="34" charset="0"/>
              </a:rPr>
              <a:t>:  </a:t>
            </a:r>
            <a:r>
              <a:rPr lang="en-US" altLang="zh-CN" sz="2100">
                <a:solidFill>
                  <a:srgbClr val="FF0000"/>
                </a:solidFill>
                <a:latin typeface="Arial" panose="020B0604020202020204" pitchFamily="34" charset="0"/>
                <a:ea typeface="楷体" panose="02010609060101010101" pitchFamily="49" charset="-122"/>
                <a:cs typeface="Arial" panose="020B0604020202020204" pitchFamily="34" charset="0"/>
              </a:rPr>
              <a:t>M</a:t>
            </a:r>
            <a:r>
              <a:rPr lang="en-US" altLang="zh-CN" sz="2100" baseline="-25000">
                <a:solidFill>
                  <a:srgbClr val="FF0000"/>
                </a:solidFill>
                <a:latin typeface="Arial" panose="020B0604020202020204" pitchFamily="34" charset="0"/>
                <a:ea typeface="楷体" panose="02010609060101010101" pitchFamily="49" charset="-122"/>
                <a:cs typeface="Arial" panose="020B0604020202020204" pitchFamily="34" charset="0"/>
              </a:rPr>
              <a:t>2</a:t>
            </a:r>
            <a:r>
              <a:rPr lang="en-US" altLang="zh-CN" sz="2100">
                <a:solidFill>
                  <a:srgbClr val="FF0000"/>
                </a:solidFill>
                <a:latin typeface="Arial" panose="020B0604020202020204" pitchFamily="34" charset="0"/>
                <a:ea typeface="楷体" panose="02010609060101010101" pitchFamily="49" charset="-122"/>
                <a:cs typeface="Arial" panose="020B0604020202020204" pitchFamily="34" charset="0"/>
              </a:rPr>
              <a:t>M</a:t>
            </a:r>
            <a:r>
              <a:rPr lang="en-US" altLang="zh-CN" sz="2100" baseline="-25000">
                <a:solidFill>
                  <a:srgbClr val="FF0000"/>
                </a:solidFill>
                <a:latin typeface="Arial" panose="020B0604020202020204" pitchFamily="34" charset="0"/>
                <a:ea typeface="楷体" panose="02010609060101010101" pitchFamily="49" charset="-122"/>
                <a:cs typeface="Arial" panose="020B0604020202020204" pitchFamily="34" charset="0"/>
              </a:rPr>
              <a:t>1</a:t>
            </a:r>
            <a:r>
              <a:rPr lang="en-US" altLang="zh-CN" sz="2100">
                <a:solidFill>
                  <a:srgbClr val="FF0000"/>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en-US" altLang="zh-CN" sz="2100">
                <a:solidFill>
                  <a:srgbClr val="FF0000"/>
                </a:solidFill>
                <a:latin typeface="Arial" panose="020B0604020202020204" pitchFamily="34" charset="0"/>
                <a:ea typeface="楷体" panose="02010609060101010101" pitchFamily="49" charset="-122"/>
                <a:cs typeface="Arial" panose="020B0604020202020204" pitchFamily="34" charset="0"/>
              </a:rPr>
              <a:t>  </a:t>
            </a:r>
            <a:r>
              <a:rPr lang="zh-CN" altLang="en-US" sz="2100">
                <a:solidFill>
                  <a:srgbClr val="FF0000"/>
                </a:solidFill>
                <a:latin typeface="Arial" panose="020B0604020202020204" pitchFamily="34" charset="0"/>
                <a:ea typeface="楷体" panose="02010609060101010101" pitchFamily="49" charset="-122"/>
                <a:cs typeface="Arial" panose="020B0604020202020204" pitchFamily="34" charset="0"/>
              </a:rPr>
              <a:t>与     </a:t>
            </a:r>
            <a:r>
              <a:rPr lang="en-US" altLang="zh-CN" sz="2100">
                <a:solidFill>
                  <a:srgbClr val="FF0000"/>
                </a:solidFill>
                <a:latin typeface="Arial" panose="020B0604020202020204" pitchFamily="34" charset="0"/>
                <a:ea typeface="楷体" panose="02010609060101010101" pitchFamily="49" charset="-122"/>
                <a:cs typeface="Arial" panose="020B0604020202020204" pitchFamily="34" charset="0"/>
              </a:rPr>
              <a:t>M</a:t>
            </a:r>
            <a:r>
              <a:rPr lang="en-US" altLang="zh-CN" sz="2100" baseline="-25000">
                <a:solidFill>
                  <a:srgbClr val="FF0000"/>
                </a:solidFill>
                <a:latin typeface="Arial" panose="020B0604020202020204" pitchFamily="34" charset="0"/>
                <a:ea typeface="楷体" panose="02010609060101010101" pitchFamily="49" charset="-122"/>
                <a:cs typeface="Arial" panose="020B0604020202020204" pitchFamily="34" charset="0"/>
              </a:rPr>
              <a:t>1</a:t>
            </a:r>
            <a:r>
              <a:rPr lang="en-US" altLang="zh-CN" sz="2100">
                <a:solidFill>
                  <a:srgbClr val="FF0000"/>
                </a:solidFill>
                <a:latin typeface="Arial" panose="020B0604020202020204" pitchFamily="34" charset="0"/>
                <a:ea typeface="楷体" panose="02010609060101010101" pitchFamily="49" charset="-122"/>
                <a:cs typeface="Arial" panose="020B0604020202020204" pitchFamily="34" charset="0"/>
              </a:rPr>
              <a:t>M</a:t>
            </a:r>
            <a:r>
              <a:rPr lang="en-US" altLang="zh-CN" sz="2100" baseline="-25000">
                <a:solidFill>
                  <a:srgbClr val="FF0000"/>
                </a:solidFill>
                <a:latin typeface="Arial" panose="020B0604020202020204" pitchFamily="34" charset="0"/>
                <a:ea typeface="楷体" panose="02010609060101010101" pitchFamily="49" charset="-122"/>
                <a:cs typeface="Arial" panose="020B0604020202020204" pitchFamily="34" charset="0"/>
              </a:rPr>
              <a:t>1</a:t>
            </a:r>
            <a:r>
              <a:rPr lang="en-US" altLang="zh-CN" sz="2100">
                <a:solidFill>
                  <a:srgbClr val="FF0000"/>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  </a:t>
            </a:r>
            <a:r>
              <a:rPr lang="zh-CN" altLang="en-US" sz="2100">
                <a:solidFill>
                  <a:srgbClr val="FF0000"/>
                </a:solidFill>
                <a:latin typeface="Arial" panose="020B0604020202020204" pitchFamily="34" charset="0"/>
                <a:ea typeface="楷体" panose="02010609060101010101" pitchFamily="49" charset="-122"/>
                <a:cs typeface="Arial" panose="020B0604020202020204" pitchFamily="34" charset="0"/>
              </a:rPr>
              <a:t>反应特性不同 </a:t>
            </a:r>
            <a:endParaRPr lang="zh-CN" altLang="en-US" sz="2100" baseline="-25000">
              <a:solidFill>
                <a:srgbClr val="FF0000"/>
              </a:solidFill>
              <a:latin typeface="Arial" panose="020B0604020202020204" pitchFamily="34" charset="0"/>
              <a:ea typeface="楷体" panose="02010609060101010101" pitchFamily="49" charset="-122"/>
              <a:cs typeface="Arial" panose="020B0604020202020204" pitchFamily="34" charset="0"/>
            </a:endParaRPr>
          </a:p>
          <a:p>
            <a:pPr algn="just" eaLnBrk="1" hangingPunct="1">
              <a:lnSpc>
                <a:spcPct val="100000"/>
              </a:lnSpc>
              <a:spcBef>
                <a:spcPct val="50000"/>
              </a:spcBef>
            </a:pPr>
            <a:r>
              <a:rPr lang="zh-CN" altLang="en-US" sz="210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   </a:t>
            </a:r>
            <a:r>
              <a:rPr lang="zh-CN" altLang="en-US" sz="2100">
                <a:latin typeface="Arial" panose="020B0604020202020204" pitchFamily="34" charset="0"/>
                <a:ea typeface="楷体" panose="02010609060101010101" pitchFamily="49" charset="-122"/>
                <a:cs typeface="Arial" panose="020B0604020202020204" pitchFamily="34" charset="0"/>
              </a:rPr>
              <a:t>共聚微分方程推导中，假定自由基的类型及其反应性质</a:t>
            </a:r>
            <a:r>
              <a:rPr lang="en-US" altLang="zh-CN" sz="2100">
                <a:latin typeface="Arial" panose="020B0604020202020204" pitchFamily="34" charset="0"/>
                <a:ea typeface="楷体" panose="02010609060101010101" pitchFamily="49" charset="-122"/>
                <a:cs typeface="Arial" panose="020B0604020202020204" pitchFamily="34" charset="0"/>
              </a:rPr>
              <a:t>(</a:t>
            </a:r>
            <a:r>
              <a:rPr lang="zh-CN" altLang="en-US" sz="2100">
                <a:latin typeface="Arial" panose="020B0604020202020204" pitchFamily="34" charset="0"/>
                <a:ea typeface="楷体" panose="02010609060101010101" pitchFamily="49" charset="-122"/>
                <a:cs typeface="Arial" panose="020B0604020202020204" pitchFamily="34" charset="0"/>
              </a:rPr>
              <a:t>活性</a:t>
            </a:r>
            <a:r>
              <a:rPr lang="en-US" altLang="zh-CN" sz="2100">
                <a:latin typeface="Arial" panose="020B0604020202020204" pitchFamily="34" charset="0"/>
                <a:ea typeface="楷体" panose="02010609060101010101" pitchFamily="49" charset="-122"/>
                <a:cs typeface="Arial" panose="020B0604020202020204" pitchFamily="34" charset="0"/>
              </a:rPr>
              <a:t>)</a:t>
            </a:r>
            <a:endParaRPr lang="zh-CN" altLang="en-US" sz="2100">
              <a:latin typeface="Arial" panose="020B0604020202020204" pitchFamily="34" charset="0"/>
              <a:ea typeface="楷体" panose="02010609060101010101" pitchFamily="49" charset="-122"/>
              <a:cs typeface="Arial" panose="020B0604020202020204" pitchFamily="34" charset="0"/>
            </a:endParaRPr>
          </a:p>
          <a:p>
            <a:pPr algn="just" eaLnBrk="1" hangingPunct="1">
              <a:lnSpc>
                <a:spcPct val="100000"/>
              </a:lnSpc>
              <a:spcBef>
                <a:spcPct val="50000"/>
              </a:spcBef>
              <a:buFontTx/>
              <a:buNone/>
            </a:pPr>
            <a:r>
              <a:rPr lang="zh-CN" altLang="en-US" sz="2100">
                <a:latin typeface="Arial" panose="020B0604020202020204" pitchFamily="34" charset="0"/>
                <a:ea typeface="楷体" panose="02010609060101010101" pitchFamily="49" charset="-122"/>
                <a:cs typeface="Arial" panose="020B0604020202020204" pitchFamily="34" charset="0"/>
              </a:rPr>
              <a:t>    完全决定于末端结构单元的性质，并且不受其它链节的结构及</a:t>
            </a:r>
          </a:p>
          <a:p>
            <a:pPr algn="just" eaLnBrk="1" hangingPunct="1">
              <a:lnSpc>
                <a:spcPct val="100000"/>
              </a:lnSpc>
              <a:spcBef>
                <a:spcPct val="50000"/>
              </a:spcBef>
              <a:buFontTx/>
              <a:buNone/>
            </a:pPr>
            <a:r>
              <a:rPr lang="zh-CN" altLang="en-US" sz="2100">
                <a:latin typeface="Arial" panose="020B0604020202020204" pitchFamily="34" charset="0"/>
                <a:ea typeface="楷体" panose="02010609060101010101" pitchFamily="49" charset="-122"/>
                <a:cs typeface="Arial" panose="020B0604020202020204" pitchFamily="34" charset="0"/>
              </a:rPr>
              <a:t>    数量的影响    </a:t>
            </a:r>
            <a:r>
              <a:rPr lang="zh-CN" altLang="en-US" sz="210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zh-CN" altLang="en-US" sz="2100">
                <a:latin typeface="Arial" panose="020B0604020202020204" pitchFamily="34" charset="0"/>
                <a:ea typeface="楷体" panose="02010609060101010101" pitchFamily="49" charset="-122"/>
                <a:cs typeface="Arial" panose="020B0604020202020204" pitchFamily="34" charset="0"/>
              </a:rPr>
              <a:t>     </a:t>
            </a:r>
            <a:r>
              <a:rPr lang="en-US" altLang="zh-CN" sz="2100">
                <a:latin typeface="Arial" panose="020B0604020202020204" pitchFamily="34" charset="0"/>
                <a:ea typeface="楷体" panose="02010609060101010101" pitchFamily="49" charset="-122"/>
                <a:cs typeface="Arial" panose="020B0604020202020204" pitchFamily="34" charset="0"/>
              </a:rPr>
              <a:t>M</a:t>
            </a:r>
            <a:r>
              <a:rPr lang="en-US" altLang="zh-CN" sz="2100" baseline="-25000">
                <a:latin typeface="Arial" panose="020B0604020202020204" pitchFamily="34" charset="0"/>
                <a:ea typeface="楷体" panose="02010609060101010101" pitchFamily="49" charset="-122"/>
                <a:cs typeface="Arial" panose="020B0604020202020204" pitchFamily="34" charset="0"/>
              </a:rPr>
              <a:t>2</a:t>
            </a:r>
            <a:r>
              <a:rPr lang="en-US" altLang="zh-CN" sz="2100">
                <a:latin typeface="Arial" panose="020B0604020202020204" pitchFamily="34" charset="0"/>
                <a:ea typeface="楷体" panose="02010609060101010101" pitchFamily="49" charset="-122"/>
                <a:cs typeface="Arial" panose="020B0604020202020204" pitchFamily="34" charset="0"/>
              </a:rPr>
              <a:t>M</a:t>
            </a:r>
            <a:r>
              <a:rPr lang="en-US" altLang="zh-CN" sz="2100" baseline="-25000">
                <a:latin typeface="Arial" panose="020B0604020202020204" pitchFamily="34" charset="0"/>
                <a:ea typeface="楷体" panose="02010609060101010101" pitchFamily="49" charset="-122"/>
                <a:cs typeface="Arial" panose="020B0604020202020204" pitchFamily="34" charset="0"/>
              </a:rPr>
              <a:t>1</a:t>
            </a:r>
            <a:r>
              <a:rPr lang="en-US" altLang="zh-CN" sz="210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en-US" altLang="zh-CN" sz="2100">
                <a:latin typeface="Arial" panose="020B0604020202020204" pitchFamily="34" charset="0"/>
                <a:ea typeface="楷体" panose="02010609060101010101" pitchFamily="49" charset="-122"/>
                <a:cs typeface="Arial" panose="020B0604020202020204" pitchFamily="34" charset="0"/>
              </a:rPr>
              <a:t>  </a:t>
            </a:r>
            <a:r>
              <a:rPr lang="zh-CN" altLang="en-US" sz="2100">
                <a:latin typeface="Arial" panose="020B0604020202020204" pitchFamily="34" charset="0"/>
                <a:ea typeface="楷体" panose="02010609060101010101" pitchFamily="49" charset="-122"/>
                <a:cs typeface="Arial" panose="020B0604020202020204" pitchFamily="34" charset="0"/>
              </a:rPr>
              <a:t>与   </a:t>
            </a:r>
            <a:r>
              <a:rPr lang="en-US" altLang="zh-CN" sz="2100">
                <a:latin typeface="Arial" panose="020B0604020202020204" pitchFamily="34" charset="0"/>
                <a:ea typeface="楷体" panose="02010609060101010101" pitchFamily="49" charset="-122"/>
                <a:cs typeface="Arial" panose="020B0604020202020204" pitchFamily="34" charset="0"/>
              </a:rPr>
              <a:t>M</a:t>
            </a:r>
            <a:r>
              <a:rPr lang="en-US" altLang="zh-CN" sz="2100" baseline="-25000">
                <a:latin typeface="Arial" panose="020B0604020202020204" pitchFamily="34" charset="0"/>
                <a:ea typeface="楷体" panose="02010609060101010101" pitchFamily="49" charset="-122"/>
                <a:cs typeface="Arial" panose="020B0604020202020204" pitchFamily="34" charset="0"/>
              </a:rPr>
              <a:t>1</a:t>
            </a:r>
            <a:r>
              <a:rPr lang="en-US" altLang="zh-CN" sz="2100">
                <a:latin typeface="Arial" panose="020B0604020202020204" pitchFamily="34" charset="0"/>
                <a:ea typeface="楷体" panose="02010609060101010101" pitchFamily="49" charset="-122"/>
                <a:cs typeface="Arial" panose="020B0604020202020204" pitchFamily="34" charset="0"/>
              </a:rPr>
              <a:t>M</a:t>
            </a:r>
            <a:r>
              <a:rPr lang="en-US" altLang="zh-CN" sz="2100" baseline="-25000">
                <a:latin typeface="Arial" panose="020B0604020202020204" pitchFamily="34" charset="0"/>
                <a:ea typeface="楷体" panose="02010609060101010101" pitchFamily="49" charset="-122"/>
                <a:cs typeface="Arial" panose="020B0604020202020204" pitchFamily="34" charset="0"/>
              </a:rPr>
              <a:t>1</a:t>
            </a:r>
            <a:r>
              <a:rPr lang="en-US" altLang="zh-CN" sz="210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en-US" altLang="zh-CN" sz="2100">
                <a:latin typeface="Arial" panose="020B0604020202020204" pitchFamily="34" charset="0"/>
                <a:ea typeface="楷体" panose="02010609060101010101" pitchFamily="49" charset="-122"/>
                <a:cs typeface="Arial" panose="020B0604020202020204" pitchFamily="34" charset="0"/>
              </a:rPr>
              <a:t> </a:t>
            </a:r>
            <a:r>
              <a:rPr lang="zh-CN" altLang="en-US" sz="2100">
                <a:latin typeface="Arial" panose="020B0604020202020204" pitchFamily="34" charset="0"/>
                <a:ea typeface="楷体" panose="02010609060101010101" pitchFamily="49" charset="-122"/>
                <a:cs typeface="Arial" panose="020B0604020202020204" pitchFamily="34" charset="0"/>
              </a:rPr>
              <a:t>的反应特性相同</a:t>
            </a:r>
          </a:p>
          <a:p>
            <a:pPr algn="just">
              <a:lnSpc>
                <a:spcPct val="120000"/>
              </a:lnSpc>
              <a:spcBef>
                <a:spcPts val="1200"/>
              </a:spcBef>
            </a:pPr>
            <a:r>
              <a:rPr lang="zh-CN" altLang="en-US" sz="2100">
                <a:latin typeface="Arial" panose="020B0604020202020204" pitchFamily="34" charset="0"/>
                <a:ea typeface="楷体" panose="02010609060101010101" pitchFamily="49" charset="-122"/>
                <a:cs typeface="Arial" panose="020B0604020202020204" pitchFamily="34" charset="0"/>
              </a:rPr>
              <a:t>   通过实验证实多数单体基本符合据此导出的微分方程</a:t>
            </a:r>
          </a:p>
          <a:p>
            <a:pPr>
              <a:lnSpc>
                <a:spcPct val="120000"/>
              </a:lnSpc>
              <a:spcBef>
                <a:spcPts val="1200"/>
              </a:spcBef>
            </a:pPr>
            <a:r>
              <a:rPr lang="zh-CN" altLang="en-US" sz="2100">
                <a:latin typeface="Arial" panose="020B0604020202020204" pitchFamily="34" charset="0"/>
                <a:ea typeface="楷体" panose="02010609060101010101" pitchFamily="49" charset="-122"/>
                <a:cs typeface="Arial" panose="020B0604020202020204" pitchFamily="34" charset="0"/>
              </a:rPr>
              <a:t>  当单体极性比较强时，</a:t>
            </a:r>
            <a:r>
              <a:rPr lang="en-US" altLang="zh-CN" sz="2100">
                <a:latin typeface="Arial" panose="020B0604020202020204" pitchFamily="34" charset="0"/>
                <a:ea typeface="楷体" panose="02010609060101010101" pitchFamily="49" charset="-122"/>
                <a:cs typeface="Arial" panose="020B0604020202020204" pitchFamily="34" charset="0"/>
              </a:rPr>
              <a:t>r</a:t>
            </a:r>
            <a:r>
              <a:rPr lang="zh-CN" altLang="en-US" sz="2100">
                <a:latin typeface="Arial" panose="020B0604020202020204" pitchFamily="34" charset="0"/>
                <a:ea typeface="楷体" panose="02010609060101010101" pitchFamily="49" charset="-122"/>
                <a:cs typeface="Arial" panose="020B0604020202020204" pitchFamily="34" charset="0"/>
              </a:rPr>
              <a:t>如含-</a:t>
            </a:r>
            <a:r>
              <a:rPr lang="en-US" altLang="zh-CN" sz="2100">
                <a:latin typeface="Arial" panose="020B0604020202020204" pitchFamily="34" charset="0"/>
                <a:ea typeface="楷体" panose="02010609060101010101" pitchFamily="49" charset="-122"/>
                <a:cs typeface="Arial" panose="020B0604020202020204" pitchFamily="34" charset="0"/>
              </a:rPr>
              <a:t>CN，-COOH，</a:t>
            </a:r>
            <a:r>
              <a:rPr lang="en-US" altLang="zh-CN" sz="210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zh-CN" altLang="en-US" sz="2100">
                <a:latin typeface="Arial" panose="020B0604020202020204" pitchFamily="34" charset="0"/>
                <a:ea typeface="楷体" panose="02010609060101010101" pitchFamily="49" charset="-122"/>
                <a:cs typeface="Arial" panose="020B0604020202020204" pitchFamily="34" charset="0"/>
              </a:rPr>
              <a:t> 取代基</a:t>
            </a:r>
          </a:p>
          <a:p>
            <a:pPr>
              <a:lnSpc>
                <a:spcPct val="120000"/>
              </a:lnSpc>
              <a:spcBef>
                <a:spcPts val="1200"/>
              </a:spcBef>
              <a:buFontTx/>
              <a:buNone/>
            </a:pPr>
            <a:r>
              <a:rPr lang="zh-CN" altLang="en-US" sz="2100">
                <a:latin typeface="Arial" panose="020B0604020202020204" pitchFamily="34" charset="0"/>
                <a:ea typeface="楷体" panose="02010609060101010101" pitchFamily="49" charset="-122"/>
                <a:cs typeface="Arial" panose="020B0604020202020204" pitchFamily="34" charset="0"/>
              </a:rPr>
              <a:t>    </a:t>
            </a:r>
            <a:r>
              <a:rPr lang="en-US" altLang="zh-CN" sz="2100">
                <a:latin typeface="Arial" panose="020B0604020202020204" pitchFamily="34" charset="0"/>
                <a:ea typeface="楷体" panose="02010609060101010101" pitchFamily="49" charset="-122"/>
                <a:cs typeface="Arial" panose="020B0604020202020204" pitchFamily="34" charset="0"/>
              </a:rPr>
              <a:t>M</a:t>
            </a:r>
            <a:r>
              <a:rPr lang="en-US" altLang="zh-CN" sz="2100" baseline="-25000">
                <a:latin typeface="Arial" panose="020B0604020202020204" pitchFamily="34" charset="0"/>
                <a:ea typeface="楷体" panose="02010609060101010101" pitchFamily="49" charset="-122"/>
                <a:cs typeface="Arial" panose="020B0604020202020204" pitchFamily="34" charset="0"/>
              </a:rPr>
              <a:t>2</a:t>
            </a:r>
            <a:r>
              <a:rPr lang="en-US" altLang="zh-CN" sz="2100">
                <a:latin typeface="Arial" panose="020B0604020202020204" pitchFamily="34" charset="0"/>
                <a:ea typeface="楷体" panose="02010609060101010101" pitchFamily="49" charset="-122"/>
                <a:cs typeface="Arial" panose="020B0604020202020204" pitchFamily="34" charset="0"/>
              </a:rPr>
              <a:t>M</a:t>
            </a:r>
            <a:r>
              <a:rPr lang="en-US" altLang="zh-CN" sz="2100" baseline="-25000">
                <a:latin typeface="Arial" panose="020B0604020202020204" pitchFamily="34" charset="0"/>
                <a:ea typeface="楷体" panose="02010609060101010101" pitchFamily="49" charset="-122"/>
                <a:cs typeface="Arial" panose="020B0604020202020204" pitchFamily="34" charset="0"/>
              </a:rPr>
              <a:t>1</a:t>
            </a:r>
            <a:r>
              <a:rPr lang="en-US" altLang="zh-CN" sz="210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en-US" altLang="zh-CN" sz="2100">
                <a:latin typeface="Arial" panose="020B0604020202020204" pitchFamily="34" charset="0"/>
                <a:ea typeface="楷体" panose="02010609060101010101" pitchFamily="49" charset="-122"/>
                <a:cs typeface="Arial" panose="020B0604020202020204" pitchFamily="34" charset="0"/>
              </a:rPr>
              <a:t>  </a:t>
            </a:r>
            <a:r>
              <a:rPr lang="zh-CN" altLang="en-US" sz="2100">
                <a:latin typeface="Arial" panose="020B0604020202020204" pitchFamily="34" charset="0"/>
                <a:ea typeface="楷体" panose="02010609060101010101" pitchFamily="49" charset="-122"/>
                <a:cs typeface="Arial" panose="020B0604020202020204" pitchFamily="34" charset="0"/>
              </a:rPr>
              <a:t>与 </a:t>
            </a:r>
            <a:r>
              <a:rPr lang="en-US" altLang="zh-CN" sz="2100">
                <a:latin typeface="Arial" panose="020B0604020202020204" pitchFamily="34" charset="0"/>
                <a:ea typeface="楷体" panose="02010609060101010101" pitchFamily="49" charset="-122"/>
                <a:cs typeface="Arial" panose="020B0604020202020204" pitchFamily="34" charset="0"/>
              </a:rPr>
              <a:t>M</a:t>
            </a:r>
            <a:r>
              <a:rPr lang="en-US" altLang="zh-CN" sz="2100" baseline="-25000">
                <a:latin typeface="Arial" panose="020B0604020202020204" pitchFamily="34" charset="0"/>
                <a:ea typeface="楷体" panose="02010609060101010101" pitchFamily="49" charset="-122"/>
                <a:cs typeface="Arial" panose="020B0604020202020204" pitchFamily="34" charset="0"/>
              </a:rPr>
              <a:t>1</a:t>
            </a:r>
            <a:r>
              <a:rPr lang="en-US" altLang="zh-CN" sz="2100">
                <a:latin typeface="Arial" panose="020B0604020202020204" pitchFamily="34" charset="0"/>
                <a:ea typeface="楷体" panose="02010609060101010101" pitchFamily="49" charset="-122"/>
                <a:cs typeface="Arial" panose="020B0604020202020204" pitchFamily="34" charset="0"/>
              </a:rPr>
              <a:t>M</a:t>
            </a:r>
            <a:r>
              <a:rPr lang="en-US" altLang="zh-CN" sz="2100" baseline="-25000">
                <a:latin typeface="Arial" panose="020B0604020202020204" pitchFamily="34" charset="0"/>
                <a:ea typeface="楷体" panose="02010609060101010101" pitchFamily="49" charset="-122"/>
                <a:cs typeface="Arial" panose="020B0604020202020204" pitchFamily="34" charset="0"/>
              </a:rPr>
              <a:t>1</a:t>
            </a:r>
            <a:r>
              <a:rPr lang="en-US" altLang="zh-CN" sz="210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en-US" altLang="zh-CN" sz="2100">
                <a:latin typeface="Arial" panose="020B0604020202020204" pitchFamily="34" charset="0"/>
                <a:ea typeface="楷体" panose="02010609060101010101" pitchFamily="49" charset="-122"/>
                <a:cs typeface="Arial" panose="020B0604020202020204" pitchFamily="34" charset="0"/>
              </a:rPr>
              <a:t> </a:t>
            </a:r>
            <a:r>
              <a:rPr lang="zh-CN" altLang="en-US" sz="2100">
                <a:latin typeface="Arial" panose="020B0604020202020204" pitchFamily="34" charset="0"/>
                <a:ea typeface="楷体" panose="02010609060101010101" pitchFamily="49" charset="-122"/>
                <a:cs typeface="Arial" panose="020B0604020202020204" pitchFamily="34" charset="0"/>
              </a:rPr>
              <a:t>反应活性不同</a:t>
            </a:r>
            <a:endParaRPr lang="en-US" altLang="zh-CN" sz="210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endParaRPr>
          </a:p>
          <a:p>
            <a:pPr>
              <a:lnSpc>
                <a:spcPct val="120000"/>
              </a:lnSpc>
              <a:spcBef>
                <a:spcPts val="1200"/>
              </a:spcBef>
              <a:buFontTx/>
              <a:buNone/>
            </a:pPr>
            <a:r>
              <a:rPr lang="en-US" altLang="zh-CN" sz="2100">
                <a:solidFill>
                  <a:srgbClr val="C00000"/>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                                   </a:t>
            </a:r>
            <a:r>
              <a:rPr lang="zh-CN" altLang="en-US" sz="210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 </a:t>
            </a:r>
            <a:r>
              <a:rPr lang="zh-CN" altLang="en-US" sz="2100">
                <a:latin typeface="Arial" panose="020B0604020202020204" pitchFamily="34" charset="0"/>
                <a:ea typeface="楷体" panose="02010609060101010101" pitchFamily="49" charset="-122"/>
                <a:cs typeface="Arial" panose="020B0604020202020204" pitchFamily="34" charset="0"/>
              </a:rPr>
              <a:t>“等活性假定”与实际情况不符</a:t>
            </a:r>
          </a:p>
          <a:p>
            <a:pPr>
              <a:lnSpc>
                <a:spcPct val="140000"/>
              </a:lnSpc>
              <a:spcBef>
                <a:spcPts val="1200"/>
              </a:spcBef>
              <a:buFontTx/>
              <a:buNone/>
            </a:pPr>
            <a:r>
              <a:rPr lang="zh-CN" altLang="en-US" sz="2100">
                <a:latin typeface="Arial" panose="020B0604020202020204" pitchFamily="34" charset="0"/>
                <a:ea typeface="楷体" panose="02010609060101010101" pitchFamily="49" charset="-122"/>
                <a:cs typeface="Arial" panose="020B0604020202020204" pitchFamily="34" charset="0"/>
              </a:rPr>
              <a:t>    链自由基的反应性能受到倒数第二个单体单元的影响，不符合根据一次</a:t>
            </a:r>
            <a:r>
              <a:rPr lang="en-US" altLang="zh-CN" sz="2100">
                <a:latin typeface="Arial" panose="020B0604020202020204" pitchFamily="34" charset="0"/>
                <a:ea typeface="楷体" panose="02010609060101010101" pitchFamily="49" charset="-122"/>
                <a:cs typeface="Arial" panose="020B0604020202020204" pitchFamily="34" charset="0"/>
              </a:rPr>
              <a:t>Markov</a:t>
            </a:r>
            <a:r>
              <a:rPr lang="zh-CN" altLang="en-US" sz="2100">
                <a:latin typeface="Arial" panose="020B0604020202020204" pitchFamily="34" charset="0"/>
                <a:ea typeface="楷体" panose="02010609060101010101" pitchFamily="49" charset="-122"/>
                <a:cs typeface="Arial" panose="020B0604020202020204" pitchFamily="34" charset="0"/>
              </a:rPr>
              <a:t>统计推导的共聚微分方程。</a:t>
            </a:r>
          </a:p>
        </p:txBody>
      </p:sp>
      <p:graphicFrame>
        <p:nvGraphicFramePr>
          <p:cNvPr id="5" name="Object 4"/>
          <p:cNvGraphicFramePr>
            <a:graphicFrameLocks noChangeAspect="1"/>
          </p:cNvGraphicFramePr>
          <p:nvPr>
            <p:extLst>
              <p:ext uri="{D42A27DB-BD31-4B8C-83A1-F6EECF244321}">
                <p14:modId xmlns:p14="http://schemas.microsoft.com/office/powerpoint/2010/main" val="1389078000"/>
              </p:ext>
            </p:extLst>
          </p:nvPr>
        </p:nvGraphicFramePr>
        <p:xfrm>
          <a:off x="2915816" y="6131875"/>
          <a:ext cx="2829193" cy="607143"/>
        </p:xfrm>
        <a:graphic>
          <a:graphicData uri="http://schemas.openxmlformats.org/presentationml/2006/ole">
            <mc:AlternateContent xmlns:mc="http://schemas.openxmlformats.org/markup-compatibility/2006">
              <mc:Choice xmlns:v="urn:schemas-microsoft-com:vml" Requires="v">
                <p:oleObj spid="_x0000_s189484" name="公式" r:id="rId3" imgW="2070100" imgH="444500" progId="Equation.3">
                  <p:embed/>
                </p:oleObj>
              </mc:Choice>
              <mc:Fallback>
                <p:oleObj name="公式" r:id="rId3" imgW="2070100" imgH="444500" progId="Equation.3">
                  <p:embed/>
                  <p:pic>
                    <p:nvPicPr>
                      <p:cNvPr id="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5816" y="6131875"/>
                        <a:ext cx="2829193" cy="607143"/>
                      </a:xfrm>
                      <a:prstGeom prst="rect">
                        <a:avLst/>
                      </a:prstGeom>
                      <a:noFill/>
                      <a:ln>
                        <a:noFill/>
                      </a:ln>
                      <a:extLst/>
                    </p:spPr>
                  </p:pic>
                </p:oleObj>
              </mc:Fallback>
            </mc:AlternateContent>
          </a:graphicData>
        </a:graphic>
      </p:graphicFrame>
      <p:graphicFrame>
        <p:nvGraphicFramePr>
          <p:cNvPr id="6" name="Object 1024"/>
          <p:cNvGraphicFramePr>
            <a:graphicFrameLocks noChangeAspect="1"/>
          </p:cNvGraphicFramePr>
          <p:nvPr>
            <p:extLst>
              <p:ext uri="{D42A27DB-BD31-4B8C-83A1-F6EECF244321}">
                <p14:modId xmlns:p14="http://schemas.microsoft.com/office/powerpoint/2010/main" val="1396293456"/>
              </p:ext>
            </p:extLst>
          </p:nvPr>
        </p:nvGraphicFramePr>
        <p:xfrm>
          <a:off x="6082494" y="6131875"/>
          <a:ext cx="2377938" cy="589600"/>
        </p:xfrm>
        <a:graphic>
          <a:graphicData uri="http://schemas.openxmlformats.org/presentationml/2006/ole">
            <mc:AlternateContent xmlns:mc="http://schemas.openxmlformats.org/markup-compatibility/2006">
              <mc:Choice xmlns:v="urn:schemas-microsoft-com:vml" Requires="v">
                <p:oleObj spid="_x0000_s189485" name="公式" r:id="rId5" imgW="1778000" imgH="457200" progId="Equation.3">
                  <p:embed/>
                </p:oleObj>
              </mc:Choice>
              <mc:Fallback>
                <p:oleObj name="公式" r:id="rId5" imgW="1778000" imgH="457200" progId="Equation.3">
                  <p:embed/>
                  <p:pic>
                    <p:nvPicPr>
                      <p:cNvPr id="5" name="Object 102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82494" y="6131875"/>
                        <a:ext cx="2377938" cy="589600"/>
                      </a:xfrm>
                      <a:prstGeom prst="rect">
                        <a:avLst/>
                      </a:prstGeom>
                      <a:noFill/>
                      <a:ln>
                        <a:noFill/>
                      </a:ln>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6" name="直接连接符 5">
            <a:extLst>
              <a:ext uri="{FF2B5EF4-FFF2-40B4-BE49-F238E27FC236}">
                <a16:creationId xmlns:a16="http://schemas.microsoft.com/office/drawing/2014/main" id="{699580B5-9D05-426F-8105-8187DC5925AA}"/>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138243"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ACF2D160-8508-4B51-BAEB-FE269257FB4E}"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38</a:t>
            </a:fld>
            <a:endParaRPr lang="en-US" altLang="zh-CN" sz="1200">
              <a:solidFill>
                <a:srgbClr val="FFFFFF"/>
              </a:solidFill>
              <a:latin typeface="Century Schoolbook" panose="02040604050505020304" pitchFamily="18" charset="0"/>
              <a:ea typeface="宋体" panose="02010600030101010101" pitchFamily="2" charset="-122"/>
            </a:endParaRPr>
          </a:p>
        </p:txBody>
      </p:sp>
      <p:sp>
        <p:nvSpPr>
          <p:cNvPr id="138244" name="Text Box 2"/>
          <p:cNvSpPr txBox="1">
            <a:spLocks noChangeArrowheads="1"/>
          </p:cNvSpPr>
          <p:nvPr/>
        </p:nvSpPr>
        <p:spPr bwMode="auto">
          <a:xfrm>
            <a:off x="179388" y="325438"/>
            <a:ext cx="7620000"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ts val="1200"/>
              </a:spcBef>
              <a:buFontTx/>
              <a:buNone/>
            </a:pPr>
            <a:r>
              <a:rPr lang="zh-CN" altLang="en-US" sz="2000">
                <a:latin typeface="Arial" panose="020B0604020202020204" pitchFamily="34" charset="0"/>
                <a:ea typeface="楷体" panose="02010609060101010101" pitchFamily="49" charset="-122"/>
                <a:cs typeface="Arial" panose="020B0604020202020204" pitchFamily="34" charset="0"/>
              </a:rPr>
              <a:t>例：苯乙烯（</a:t>
            </a:r>
            <a:r>
              <a:rPr lang="en-US" altLang="zh-CN" sz="2000">
                <a:latin typeface="Arial" panose="020B0604020202020204" pitchFamily="34" charset="0"/>
                <a:ea typeface="楷体" panose="02010609060101010101" pitchFamily="49" charset="-122"/>
                <a:cs typeface="Arial" panose="020B0604020202020204" pitchFamily="34" charset="0"/>
              </a:rPr>
              <a:t>St）</a:t>
            </a:r>
            <a:r>
              <a:rPr lang="zh-CN" altLang="en-US" sz="2000">
                <a:latin typeface="Arial" panose="020B0604020202020204" pitchFamily="34" charset="0"/>
                <a:ea typeface="楷体" panose="02010609060101010101" pitchFamily="49" charset="-122"/>
                <a:cs typeface="Arial" panose="020B0604020202020204" pitchFamily="34" charset="0"/>
              </a:rPr>
              <a:t>与反丁烯二腈（</a:t>
            </a:r>
            <a:r>
              <a:rPr lang="en-US" altLang="zh-CN" sz="2000">
                <a:latin typeface="Arial" panose="020B0604020202020204" pitchFamily="34" charset="0"/>
                <a:ea typeface="楷体" panose="02010609060101010101" pitchFamily="49" charset="-122"/>
                <a:cs typeface="Arial" panose="020B0604020202020204" pitchFamily="34" charset="0"/>
              </a:rPr>
              <a:t>FV）</a:t>
            </a:r>
            <a:r>
              <a:rPr lang="zh-CN" altLang="en-US" sz="2000">
                <a:latin typeface="Arial" panose="020B0604020202020204" pitchFamily="34" charset="0"/>
                <a:ea typeface="楷体" panose="02010609060101010101" pitchFamily="49" charset="-122"/>
                <a:cs typeface="Arial" panose="020B0604020202020204" pitchFamily="34" charset="0"/>
              </a:rPr>
              <a:t>的共聚反应，</a:t>
            </a:r>
          </a:p>
          <a:p>
            <a:pPr algn="just">
              <a:lnSpc>
                <a:spcPct val="100000"/>
              </a:lnSpc>
              <a:spcBef>
                <a:spcPts val="1200"/>
              </a:spcBef>
              <a:buFontTx/>
              <a:buNone/>
            </a:pPr>
            <a:r>
              <a:rPr lang="zh-CN" altLang="en-US" sz="2000">
                <a:latin typeface="Arial" panose="020B0604020202020204" pitchFamily="34" charset="0"/>
                <a:ea typeface="楷体" panose="02010609060101010101" pitchFamily="49" charset="-122"/>
                <a:cs typeface="Arial" panose="020B0604020202020204" pitchFamily="34" charset="0"/>
              </a:rPr>
              <a:t>       排除前末端效应的共聚微分方程不适用  </a:t>
            </a:r>
          </a:p>
        </p:txBody>
      </p:sp>
      <p:pic>
        <p:nvPicPr>
          <p:cNvPr id="13824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6013" y="1228725"/>
            <a:ext cx="4176712"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8246" name="Text Box 4"/>
          <p:cNvSpPr txBox="1">
            <a:spLocks noChangeArrowheads="1"/>
          </p:cNvSpPr>
          <p:nvPr/>
        </p:nvSpPr>
        <p:spPr bwMode="auto">
          <a:xfrm>
            <a:off x="222250" y="2695575"/>
            <a:ext cx="7851775"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20000"/>
              </a:lnSpc>
              <a:spcBef>
                <a:spcPts val="1200"/>
              </a:spcBef>
              <a:buFontTx/>
              <a:buNone/>
            </a:pPr>
            <a:r>
              <a:rPr lang="zh-CN" altLang="en-US" sz="2000" b="1">
                <a:solidFill>
                  <a:srgbClr val="FF0000"/>
                </a:solidFill>
                <a:latin typeface="楷体" panose="02010609060101010101" pitchFamily="49" charset="-122"/>
                <a:ea typeface="楷体" panose="02010609060101010101" pitchFamily="49" charset="-122"/>
              </a:rPr>
              <a:t>考虑前末端效应时的共聚物组成微分方程，可按前面的方法推导</a:t>
            </a:r>
          </a:p>
        </p:txBody>
      </p:sp>
      <p:sp>
        <p:nvSpPr>
          <p:cNvPr id="108551" name="TextBox 6">
            <a:extLst>
              <a:ext uri="{FF2B5EF4-FFF2-40B4-BE49-F238E27FC236}">
                <a16:creationId xmlns:a16="http://schemas.microsoft.com/office/drawing/2014/main" id="{131AE084-CD25-4361-8A27-C01FB039C01D}"/>
              </a:ext>
            </a:extLst>
          </p:cNvPr>
          <p:cNvSpPr txBox="1">
            <a:spLocks noChangeArrowheads="1"/>
          </p:cNvSpPr>
          <p:nvPr/>
        </p:nvSpPr>
        <p:spPr bwMode="auto">
          <a:xfrm>
            <a:off x="236538" y="3429000"/>
            <a:ext cx="8529637" cy="240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50000"/>
              </a:lnSpc>
              <a:spcBef>
                <a:spcPct val="0"/>
              </a:spcBef>
              <a:buFontTx/>
              <a:buNone/>
              <a:defRPr/>
            </a:pPr>
            <a:r>
              <a:rPr lang="zh-CN" altLang="en-US" sz="2000" dirty="0">
                <a:latin typeface="Arial" panose="020B0604020202020204" pitchFamily="34" charset="0"/>
                <a:ea typeface="楷体" panose="02010609060101010101" pitchFamily="49" charset="-122"/>
                <a:cs typeface="Arial" panose="020B0604020202020204" pitchFamily="34" charset="0"/>
              </a:rPr>
              <a:t>三种常见的共聚物序列分布的统计规律：</a:t>
            </a:r>
            <a:endParaRPr lang="en-US" altLang="zh-CN" sz="2000" dirty="0">
              <a:latin typeface="Arial" panose="020B0604020202020204" pitchFamily="34" charset="0"/>
              <a:ea typeface="楷体" panose="02010609060101010101" pitchFamily="49" charset="-122"/>
              <a:cs typeface="Arial" panose="020B0604020202020204" pitchFamily="34" charset="0"/>
            </a:endParaRPr>
          </a:p>
          <a:p>
            <a:pPr marL="342900" indent="-342900" eaLnBrk="1" hangingPunct="1">
              <a:lnSpc>
                <a:spcPct val="150000"/>
              </a:lnSpc>
              <a:spcBef>
                <a:spcPct val="0"/>
              </a:spcBef>
              <a:buFont typeface="Wingdings" panose="05000000000000000000" pitchFamily="2" charset="2"/>
              <a:buChar char="u"/>
              <a:defRPr/>
            </a:pPr>
            <a:r>
              <a:rPr lang="zh-CN" altLang="en-US" sz="2000" dirty="0">
                <a:latin typeface="Arial" panose="020B0604020202020204" pitchFamily="34" charset="0"/>
                <a:ea typeface="楷体" panose="02010609060101010101" pitchFamily="49" charset="-122"/>
                <a:cs typeface="Arial" panose="020B0604020202020204" pitchFamily="34" charset="0"/>
              </a:rPr>
              <a:t>理想共聚 </a:t>
            </a:r>
            <a:r>
              <a:rPr lang="en-US" altLang="zh-CN" sz="2000" dirty="0">
                <a:latin typeface="Arial" panose="020B0604020202020204" pitchFamily="34" charset="0"/>
                <a:ea typeface="楷体" panose="02010609060101010101" pitchFamily="49" charset="-122"/>
                <a:cs typeface="Arial" panose="020B0604020202020204" pitchFamily="34" charset="0"/>
              </a:rPr>
              <a:t>(r</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1</a:t>
            </a:r>
            <a:r>
              <a:rPr lang="en-US" altLang="zh-CN" sz="2000" dirty="0">
                <a:latin typeface="Arial" panose="020B0604020202020204" pitchFamily="34" charset="0"/>
                <a:ea typeface="楷体" panose="02010609060101010101" pitchFamily="49" charset="-122"/>
                <a:cs typeface="Arial" panose="020B0604020202020204" pitchFamily="34" charset="0"/>
              </a:rPr>
              <a:t> = 1/r</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2</a:t>
            </a:r>
            <a:r>
              <a:rPr lang="en-US" altLang="zh-CN" sz="2000" dirty="0">
                <a:latin typeface="Arial" panose="020B0604020202020204" pitchFamily="34" charset="0"/>
                <a:ea typeface="楷体" panose="02010609060101010101" pitchFamily="49" charset="-122"/>
                <a:cs typeface="Arial" panose="020B0604020202020204" pitchFamily="34" charset="0"/>
              </a:rPr>
              <a:t>, </a:t>
            </a:r>
            <a:r>
              <a:rPr lang="zh-CN" altLang="en-US" sz="2000" dirty="0">
                <a:latin typeface="Arial" panose="020B0604020202020204" pitchFamily="34" charset="0"/>
                <a:ea typeface="楷体" panose="02010609060101010101" pitchFamily="49" charset="-122"/>
                <a:cs typeface="Arial" panose="020B0604020202020204" pitchFamily="34" charset="0"/>
              </a:rPr>
              <a:t>只有一个独立的竞聚率</a:t>
            </a:r>
            <a:r>
              <a:rPr lang="en-US" altLang="zh-CN" sz="2000" dirty="0">
                <a:latin typeface="Arial" panose="020B0604020202020204" pitchFamily="34" charset="0"/>
                <a:ea typeface="楷体" panose="02010609060101010101" pitchFamily="49" charset="-122"/>
                <a:cs typeface="Arial" panose="020B0604020202020204" pitchFamily="34" charset="0"/>
              </a:rPr>
              <a:t>)</a:t>
            </a:r>
            <a:r>
              <a:rPr lang="zh-CN" altLang="en-US" sz="2000" dirty="0">
                <a:latin typeface="Arial" panose="020B0604020202020204" pitchFamily="34" charset="0"/>
                <a:ea typeface="楷体" panose="02010609060101010101" pitchFamily="49" charset="-122"/>
                <a:cs typeface="Arial" panose="020B0604020202020204" pitchFamily="34" charset="0"/>
              </a:rPr>
              <a:t>：</a:t>
            </a:r>
            <a:r>
              <a:rPr lang="en-US" altLang="zh-CN" sz="2000" dirty="0">
                <a:latin typeface="Arial" panose="020B0604020202020204" pitchFamily="34" charset="0"/>
                <a:ea typeface="楷体" panose="02010609060101010101" pitchFamily="49" charset="-122"/>
                <a:cs typeface="Arial" panose="020B0604020202020204" pitchFamily="34" charset="0"/>
              </a:rPr>
              <a:t>0 </a:t>
            </a:r>
            <a:r>
              <a:rPr lang="zh-CN" altLang="en-US" sz="2000" dirty="0">
                <a:latin typeface="Arial" panose="020B0604020202020204" pitchFamily="34" charset="0"/>
                <a:ea typeface="楷体" panose="02010609060101010101" pitchFamily="49" charset="-122"/>
                <a:cs typeface="Arial" panose="020B0604020202020204" pitchFamily="34" charset="0"/>
              </a:rPr>
              <a:t>阶</a:t>
            </a:r>
            <a:r>
              <a:rPr lang="en-US" altLang="zh-CN" sz="2000" dirty="0">
                <a:latin typeface="Arial" panose="020B0604020202020204" pitchFamily="34" charset="0"/>
                <a:ea typeface="楷体" panose="02010609060101010101" pitchFamily="49" charset="-122"/>
                <a:cs typeface="Arial" panose="020B0604020202020204" pitchFamily="34" charset="0"/>
              </a:rPr>
              <a:t>Markov</a:t>
            </a:r>
            <a:r>
              <a:rPr lang="zh-CN" altLang="en-US" sz="2000" dirty="0">
                <a:latin typeface="Arial" panose="020B0604020202020204" pitchFamily="34" charset="0"/>
                <a:ea typeface="楷体" panose="02010609060101010101" pitchFamily="49" charset="-122"/>
                <a:cs typeface="Arial" panose="020B0604020202020204" pitchFamily="34" charset="0"/>
              </a:rPr>
              <a:t>统计，或称之为</a:t>
            </a:r>
            <a:r>
              <a:rPr lang="en-US" altLang="zh-CN" sz="2000" dirty="0">
                <a:latin typeface="Arial" panose="020B0604020202020204" pitchFamily="34" charset="0"/>
                <a:ea typeface="楷体" panose="02010609060101010101" pitchFamily="49" charset="-122"/>
                <a:cs typeface="Arial" panose="020B0604020202020204" pitchFamily="34" charset="0"/>
              </a:rPr>
              <a:t>Bernoulli</a:t>
            </a:r>
            <a:r>
              <a:rPr lang="zh-CN" altLang="en-US" sz="2000" dirty="0">
                <a:latin typeface="Arial" panose="020B0604020202020204" pitchFamily="34" charset="0"/>
                <a:ea typeface="楷体" panose="02010609060101010101" pitchFamily="49" charset="-122"/>
                <a:cs typeface="Arial" panose="020B0604020202020204" pitchFamily="34" charset="0"/>
              </a:rPr>
              <a:t>统计；</a:t>
            </a:r>
            <a:endParaRPr lang="en-US" altLang="zh-CN" sz="2000" dirty="0">
              <a:latin typeface="Arial" panose="020B0604020202020204" pitchFamily="34" charset="0"/>
              <a:ea typeface="楷体" panose="02010609060101010101" pitchFamily="49" charset="-122"/>
              <a:cs typeface="Arial" panose="020B0604020202020204" pitchFamily="34" charset="0"/>
            </a:endParaRPr>
          </a:p>
          <a:p>
            <a:pPr marL="342900" indent="-342900" eaLnBrk="1" hangingPunct="1">
              <a:lnSpc>
                <a:spcPct val="150000"/>
              </a:lnSpc>
              <a:spcBef>
                <a:spcPct val="0"/>
              </a:spcBef>
              <a:buFont typeface="Wingdings" panose="05000000000000000000" pitchFamily="2" charset="2"/>
              <a:buChar char="u"/>
              <a:defRPr/>
            </a:pPr>
            <a:r>
              <a:rPr lang="zh-CN" altLang="en-US" sz="2000" dirty="0">
                <a:latin typeface="Arial" panose="020B0604020202020204" pitchFamily="34" charset="0"/>
                <a:ea typeface="楷体" panose="02010609060101010101" pitchFamily="49" charset="-122"/>
                <a:cs typeface="Arial" panose="020B0604020202020204" pitchFamily="34" charset="0"/>
              </a:rPr>
              <a:t>没有前末端效应的共聚反应：</a:t>
            </a:r>
            <a:r>
              <a:rPr lang="en-US" altLang="zh-CN" sz="2000" dirty="0">
                <a:latin typeface="Arial" panose="020B0604020202020204" pitchFamily="34" charset="0"/>
                <a:ea typeface="楷体" panose="02010609060101010101" pitchFamily="49" charset="-122"/>
                <a:cs typeface="Arial" panose="020B0604020202020204" pitchFamily="34" charset="0"/>
              </a:rPr>
              <a:t> 1 </a:t>
            </a:r>
            <a:r>
              <a:rPr lang="zh-CN" altLang="en-US" sz="2000" dirty="0">
                <a:latin typeface="Arial" panose="020B0604020202020204" pitchFamily="34" charset="0"/>
                <a:ea typeface="楷体" panose="02010609060101010101" pitchFamily="49" charset="-122"/>
                <a:cs typeface="Arial" panose="020B0604020202020204" pitchFamily="34" charset="0"/>
              </a:rPr>
              <a:t>阶</a:t>
            </a:r>
            <a:r>
              <a:rPr lang="en-US" altLang="zh-CN" sz="2000" dirty="0">
                <a:latin typeface="Arial" panose="020B0604020202020204" pitchFamily="34" charset="0"/>
                <a:ea typeface="楷体" panose="02010609060101010101" pitchFamily="49" charset="-122"/>
                <a:cs typeface="Arial" panose="020B0604020202020204" pitchFamily="34" charset="0"/>
              </a:rPr>
              <a:t>Markov</a:t>
            </a:r>
            <a:r>
              <a:rPr lang="zh-CN" altLang="en-US" sz="2000" dirty="0">
                <a:latin typeface="Arial" panose="020B0604020202020204" pitchFamily="34" charset="0"/>
                <a:ea typeface="楷体" panose="02010609060101010101" pitchFamily="49" charset="-122"/>
                <a:cs typeface="Arial" panose="020B0604020202020204" pitchFamily="34" charset="0"/>
              </a:rPr>
              <a:t>统计</a:t>
            </a:r>
            <a:r>
              <a:rPr lang="en-US" altLang="zh-CN" sz="2000" dirty="0">
                <a:latin typeface="Arial" panose="020B0604020202020204" pitchFamily="34" charset="0"/>
                <a:ea typeface="楷体" panose="02010609060101010101" pitchFamily="49" charset="-122"/>
                <a:cs typeface="Arial" panose="020B0604020202020204" pitchFamily="34" charset="0"/>
              </a:rPr>
              <a:t>(</a:t>
            </a:r>
            <a:r>
              <a:rPr lang="zh-CN" altLang="en-US" sz="2000" dirty="0">
                <a:latin typeface="Arial" panose="020B0604020202020204" pitchFamily="34" charset="0"/>
                <a:ea typeface="楷体" panose="02010609060101010101" pitchFamily="49" charset="-122"/>
                <a:cs typeface="Arial" panose="020B0604020202020204" pitchFamily="34" charset="0"/>
              </a:rPr>
              <a:t>有一对竞聚率</a:t>
            </a:r>
            <a:r>
              <a:rPr lang="en-US" altLang="zh-CN" sz="2000" dirty="0">
                <a:latin typeface="Arial" panose="020B0604020202020204" pitchFamily="34" charset="0"/>
                <a:ea typeface="楷体" panose="02010609060101010101" pitchFamily="49" charset="-122"/>
                <a:cs typeface="Arial" panose="020B0604020202020204" pitchFamily="34" charset="0"/>
              </a:rPr>
              <a:t>r</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1</a:t>
            </a:r>
            <a:r>
              <a:rPr lang="zh-CN" altLang="en-US" sz="2000" baseline="-25000" dirty="0">
                <a:latin typeface="Arial" panose="020B0604020202020204" pitchFamily="34" charset="0"/>
                <a:ea typeface="楷体" panose="02010609060101010101" pitchFamily="49" charset="-122"/>
                <a:cs typeface="Arial" panose="020B0604020202020204" pitchFamily="34" charset="0"/>
              </a:rPr>
              <a:t>，</a:t>
            </a:r>
            <a:r>
              <a:rPr lang="en-US" altLang="zh-CN" sz="2000" dirty="0">
                <a:latin typeface="Arial" panose="020B0604020202020204" pitchFamily="34" charset="0"/>
                <a:ea typeface="楷体" panose="02010609060101010101" pitchFamily="49" charset="-122"/>
                <a:cs typeface="Arial" panose="020B0604020202020204" pitchFamily="34" charset="0"/>
              </a:rPr>
              <a:t>r</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2 </a:t>
            </a:r>
            <a:r>
              <a:rPr lang="en-US" altLang="zh-CN" sz="2000" dirty="0">
                <a:latin typeface="Arial" panose="020B0604020202020204" pitchFamily="34" charset="0"/>
                <a:ea typeface="楷体" panose="02010609060101010101" pitchFamily="49" charset="-122"/>
                <a:cs typeface="Arial" panose="020B0604020202020204" pitchFamily="34" charset="0"/>
              </a:rPr>
              <a:t>)</a:t>
            </a:r>
            <a:r>
              <a:rPr lang="zh-CN" altLang="en-US" sz="2000" dirty="0">
                <a:latin typeface="Arial" panose="020B0604020202020204" pitchFamily="34" charset="0"/>
                <a:ea typeface="楷体" panose="02010609060101010101" pitchFamily="49" charset="-122"/>
                <a:cs typeface="Arial" panose="020B0604020202020204" pitchFamily="34" charset="0"/>
              </a:rPr>
              <a:t>；</a:t>
            </a:r>
            <a:endParaRPr lang="en-US" altLang="zh-CN" sz="2000" dirty="0">
              <a:latin typeface="Arial" panose="020B0604020202020204" pitchFamily="34" charset="0"/>
              <a:ea typeface="楷体" panose="02010609060101010101" pitchFamily="49" charset="-122"/>
              <a:cs typeface="Arial" panose="020B0604020202020204" pitchFamily="34" charset="0"/>
            </a:endParaRPr>
          </a:p>
          <a:p>
            <a:pPr marL="342900" indent="-342900" eaLnBrk="1" hangingPunct="1">
              <a:lnSpc>
                <a:spcPct val="150000"/>
              </a:lnSpc>
              <a:spcBef>
                <a:spcPct val="0"/>
              </a:spcBef>
              <a:buFont typeface="Wingdings" panose="05000000000000000000" pitchFamily="2" charset="2"/>
              <a:buChar char="u"/>
              <a:defRPr/>
            </a:pPr>
            <a:r>
              <a:rPr lang="zh-CN" altLang="en-US" sz="2000" dirty="0">
                <a:latin typeface="Arial" panose="020B0604020202020204" pitchFamily="34" charset="0"/>
                <a:ea typeface="楷体" panose="02010609060101010101" pitchFamily="49" charset="-122"/>
                <a:cs typeface="Arial" panose="020B0604020202020204" pitchFamily="34" charset="0"/>
              </a:rPr>
              <a:t>有前末端效应的共聚反应：</a:t>
            </a:r>
            <a:r>
              <a:rPr lang="en-US" altLang="zh-CN" sz="2000" dirty="0">
                <a:latin typeface="Arial" panose="020B0604020202020204" pitchFamily="34" charset="0"/>
                <a:ea typeface="楷体" panose="02010609060101010101" pitchFamily="49" charset="-122"/>
                <a:cs typeface="Arial" panose="020B0604020202020204" pitchFamily="34" charset="0"/>
              </a:rPr>
              <a:t> 2 </a:t>
            </a:r>
            <a:r>
              <a:rPr lang="zh-CN" altLang="en-US" sz="2000" dirty="0">
                <a:latin typeface="Arial" panose="020B0604020202020204" pitchFamily="34" charset="0"/>
                <a:ea typeface="楷体" panose="02010609060101010101" pitchFamily="49" charset="-122"/>
                <a:cs typeface="Arial" panose="020B0604020202020204" pitchFamily="34" charset="0"/>
              </a:rPr>
              <a:t>阶</a:t>
            </a:r>
            <a:r>
              <a:rPr lang="en-US" altLang="zh-CN" sz="2000" dirty="0">
                <a:latin typeface="Arial" panose="020B0604020202020204" pitchFamily="34" charset="0"/>
                <a:ea typeface="楷体" panose="02010609060101010101" pitchFamily="49" charset="-122"/>
                <a:cs typeface="Arial" panose="020B0604020202020204" pitchFamily="34" charset="0"/>
              </a:rPr>
              <a:t>Markov</a:t>
            </a:r>
            <a:r>
              <a:rPr lang="zh-CN" altLang="en-US" sz="2000" dirty="0">
                <a:latin typeface="Arial" panose="020B0604020202020204" pitchFamily="34" charset="0"/>
                <a:ea typeface="楷体" panose="02010609060101010101" pitchFamily="49" charset="-122"/>
                <a:cs typeface="Arial" panose="020B0604020202020204" pitchFamily="34" charset="0"/>
              </a:rPr>
              <a:t>统计</a:t>
            </a:r>
            <a:r>
              <a:rPr lang="en-US" altLang="zh-CN" sz="2000" dirty="0">
                <a:latin typeface="Arial" panose="020B0604020202020204" pitchFamily="34" charset="0"/>
                <a:ea typeface="楷体" panose="02010609060101010101" pitchFamily="49" charset="-122"/>
                <a:cs typeface="Arial" panose="020B0604020202020204" pitchFamily="34" charset="0"/>
              </a:rPr>
              <a:t>(</a:t>
            </a:r>
            <a:r>
              <a:rPr lang="zh-CN" altLang="en-US" sz="2000" dirty="0">
                <a:latin typeface="Arial" panose="020B0604020202020204" pitchFamily="34" charset="0"/>
                <a:ea typeface="楷体" panose="02010609060101010101" pitchFamily="49" charset="-122"/>
                <a:cs typeface="Arial" panose="020B0604020202020204" pitchFamily="34" charset="0"/>
              </a:rPr>
              <a:t>有</a:t>
            </a:r>
            <a:r>
              <a:rPr lang="en-US" altLang="zh-CN" sz="2000" dirty="0">
                <a:latin typeface="Arial" panose="020B0604020202020204" pitchFamily="34" charset="0"/>
                <a:ea typeface="楷体" panose="02010609060101010101" pitchFamily="49" charset="-122"/>
                <a:cs typeface="Arial" panose="020B0604020202020204" pitchFamily="34" charset="0"/>
              </a:rPr>
              <a:t>4</a:t>
            </a:r>
            <a:r>
              <a:rPr lang="zh-CN" altLang="en-US" sz="2000" dirty="0">
                <a:latin typeface="Arial" panose="020B0604020202020204" pitchFamily="34" charset="0"/>
                <a:ea typeface="楷体" panose="02010609060101010101" pitchFamily="49" charset="-122"/>
                <a:cs typeface="Arial" panose="020B0604020202020204" pitchFamily="34" charset="0"/>
              </a:rPr>
              <a:t>个竞聚率</a:t>
            </a:r>
            <a:r>
              <a:rPr lang="en-US" altLang="zh-CN" sz="2000" dirty="0">
                <a:latin typeface="Arial" panose="020B0604020202020204" pitchFamily="34" charset="0"/>
                <a:ea typeface="楷体" panose="02010609060101010101" pitchFamily="49" charset="-122"/>
                <a:cs typeface="Arial" panose="020B0604020202020204" pitchFamily="34" charset="0"/>
              </a:rPr>
              <a:t>, P.128-129).</a:t>
            </a:r>
            <a:endParaRPr lang="zh-CN" altLang="en-US" sz="2000" dirty="0">
              <a:latin typeface="Arial" panose="020B0604020202020204" pitchFamily="34" charset="0"/>
              <a:ea typeface="楷体" panose="02010609060101010101" pitchFamily="49" charset="-122"/>
              <a:cs typeface="Arial" panose="020B0604020202020204" pitchFamily="34" charset="0"/>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2D2CD6BB-636E-4434-8EE6-BDCE1E0D0A8F}"/>
              </a:ext>
            </a:extLst>
          </p:cNvPr>
          <p:cNvSpPr>
            <a:spLocks noGrp="1"/>
          </p:cNvSpPr>
          <p:nvPr>
            <p:ph type="sldNum" sz="quarter" idx="12"/>
          </p:nvPr>
        </p:nvSpPr>
        <p:spPr/>
        <p:txBody>
          <a:bodyPr/>
          <a:lstStyle/>
          <a:p>
            <a:pPr>
              <a:defRPr/>
            </a:pPr>
            <a:fld id="{B072951A-5464-4929-B233-A7BFD193D59A}" type="slidenum">
              <a:rPr lang="zh-CN" altLang="en-US" smtClean="0"/>
              <a:pPr>
                <a:defRPr/>
              </a:pPr>
              <a:t>39</a:t>
            </a:fld>
            <a:endParaRPr lang="en-US" altLang="zh-CN"/>
          </a:p>
        </p:txBody>
      </p:sp>
      <p:sp>
        <p:nvSpPr>
          <p:cNvPr id="139267" name="矩形 2"/>
          <p:cNvSpPr>
            <a:spLocks noChangeArrowheads="1"/>
          </p:cNvSpPr>
          <p:nvPr/>
        </p:nvSpPr>
        <p:spPr bwMode="auto">
          <a:xfrm>
            <a:off x="250825" y="488950"/>
            <a:ext cx="235108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2400" b="1">
                <a:latin typeface="Arial" panose="020B0604020202020204" pitchFamily="34" charset="0"/>
                <a:ea typeface="楷体" panose="02010609060101010101" pitchFamily="49" charset="-122"/>
                <a:cs typeface="Arial" panose="020B0604020202020204" pitchFamily="34" charset="0"/>
              </a:rPr>
              <a:t>共聚物组成曲线</a:t>
            </a:r>
            <a:endParaRPr lang="zh-CN" altLang="en-US" sz="2400">
              <a:cs typeface="Arial" panose="020B0604020202020204" pitchFamily="34" charset="0"/>
            </a:endParaRPr>
          </a:p>
        </p:txBody>
      </p:sp>
      <p:sp>
        <p:nvSpPr>
          <p:cNvPr id="139268" name="矩形 4"/>
          <p:cNvSpPr>
            <a:spLocks noChangeArrowheads="1"/>
          </p:cNvSpPr>
          <p:nvPr/>
        </p:nvSpPr>
        <p:spPr bwMode="auto">
          <a:xfrm>
            <a:off x="260350" y="6100763"/>
            <a:ext cx="35877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2400" b="1">
                <a:latin typeface="Arial" panose="020B0604020202020204" pitchFamily="34" charset="0"/>
                <a:ea typeface="楷体" panose="02010609060101010101" pitchFamily="49" charset="-122"/>
                <a:cs typeface="Arial" panose="020B0604020202020204" pitchFamily="34" charset="0"/>
              </a:rPr>
              <a:t>共聚物微结构和链段分布</a:t>
            </a:r>
            <a:endParaRPr lang="zh-CN" altLang="en-US" sz="2400">
              <a:cs typeface="Arial" panose="020B0604020202020204" pitchFamily="34" charset="0"/>
            </a:endParaRPr>
          </a:p>
        </p:txBody>
      </p:sp>
      <p:sp>
        <p:nvSpPr>
          <p:cNvPr id="139269" name="矩形 5"/>
          <p:cNvSpPr>
            <a:spLocks noChangeArrowheads="1"/>
          </p:cNvSpPr>
          <p:nvPr/>
        </p:nvSpPr>
        <p:spPr bwMode="auto">
          <a:xfrm>
            <a:off x="273050" y="5373688"/>
            <a:ext cx="32781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2400" b="1">
                <a:latin typeface="楷体" panose="02010609060101010101" pitchFamily="49" charset="-122"/>
                <a:ea typeface="楷体" panose="02010609060101010101" pitchFamily="49" charset="-122"/>
              </a:rPr>
              <a:t>共聚物组成分布的控制</a:t>
            </a:r>
            <a:endParaRPr lang="zh-CN" altLang="en-US" sz="2400"/>
          </a:p>
        </p:txBody>
      </p:sp>
      <p:sp>
        <p:nvSpPr>
          <p:cNvPr id="7" name="矩形 6">
            <a:extLst>
              <a:ext uri="{FF2B5EF4-FFF2-40B4-BE49-F238E27FC236}">
                <a16:creationId xmlns:a16="http://schemas.microsoft.com/office/drawing/2014/main" id="{6A332FD1-01BF-4067-8AF3-BFF9F752EB00}"/>
              </a:ext>
            </a:extLst>
          </p:cNvPr>
          <p:cNvSpPr/>
          <p:nvPr/>
        </p:nvSpPr>
        <p:spPr>
          <a:xfrm>
            <a:off x="2916238" y="585788"/>
            <a:ext cx="4313237" cy="1323975"/>
          </a:xfrm>
          <a:prstGeom prst="rect">
            <a:avLst/>
          </a:prstGeom>
          <a:solidFill>
            <a:schemeClr val="bg1">
              <a:lumMod val="95000"/>
            </a:schemeClr>
          </a:solidFill>
        </p:spPr>
        <p:txBody>
          <a:bodyPr wrap="none">
            <a:spAutoFit/>
          </a:bodyPr>
          <a:lstStyle/>
          <a:p>
            <a:pPr>
              <a:defRPr/>
            </a:pPr>
            <a:r>
              <a:rPr kumimoji="1" lang="zh-CN" altLang="en-US" sz="2000" b="1" dirty="0">
                <a:latin typeface="Arial" panose="020B0604020202020204" pitchFamily="34" charset="0"/>
                <a:ea typeface="楷体" panose="02010609060101010101" pitchFamily="49" charset="-122"/>
                <a:cs typeface="Arial" panose="020B0604020202020204" pitchFamily="34" charset="0"/>
              </a:rPr>
              <a:t>共聚物瞬时组成变化：</a:t>
            </a:r>
            <a:endParaRPr kumimoji="1" lang="en-US" altLang="zh-CN" sz="2000" b="1" dirty="0">
              <a:latin typeface="Arial" panose="020B0604020202020204" pitchFamily="34" charset="0"/>
              <a:ea typeface="楷体" panose="02010609060101010101" pitchFamily="49" charset="-122"/>
              <a:cs typeface="Arial" panose="020B0604020202020204" pitchFamily="34" charset="0"/>
            </a:endParaRPr>
          </a:p>
          <a:p>
            <a:pPr>
              <a:defRPr/>
            </a:pPr>
            <a:r>
              <a:rPr kumimoji="1" lang="en-US" altLang="zh-CN" sz="2000" b="1" dirty="0">
                <a:latin typeface="Arial" panose="020B0604020202020204" pitchFamily="34" charset="0"/>
                <a:ea typeface="楷体" panose="02010609060101010101" pitchFamily="49" charset="-122"/>
                <a:cs typeface="Arial" panose="020B0604020202020204" pitchFamily="34" charset="0"/>
              </a:rPr>
              <a:t>r</a:t>
            </a:r>
            <a:r>
              <a:rPr kumimoji="1" lang="en-US" altLang="zh-CN" sz="2000" b="1" baseline="-30000" dirty="0">
                <a:latin typeface="Arial" panose="020B0604020202020204" pitchFamily="34" charset="0"/>
                <a:ea typeface="楷体" panose="02010609060101010101" pitchFamily="49" charset="-122"/>
                <a:cs typeface="Arial" panose="020B0604020202020204" pitchFamily="34" charset="0"/>
              </a:rPr>
              <a:t>1 </a:t>
            </a:r>
            <a:r>
              <a:rPr kumimoji="1" lang="en-US" altLang="zh-CN" sz="2000" b="1" dirty="0">
                <a:latin typeface="Arial" panose="020B0604020202020204" pitchFamily="34" charset="0"/>
                <a:ea typeface="楷体" panose="02010609060101010101" pitchFamily="49" charset="-122"/>
                <a:cs typeface="Arial" panose="020B0604020202020204" pitchFamily="34" charset="0"/>
              </a:rPr>
              <a:t>&gt; 1</a:t>
            </a:r>
            <a:r>
              <a:rPr kumimoji="1" lang="zh-CN" altLang="en-US" sz="2000" b="1" dirty="0">
                <a:latin typeface="Arial" panose="020B0604020202020204" pitchFamily="34" charset="0"/>
                <a:ea typeface="楷体" panose="02010609060101010101" pitchFamily="49" charset="-122"/>
                <a:cs typeface="Arial" panose="020B0604020202020204" pitchFamily="34" charset="0"/>
              </a:rPr>
              <a:t>，对角线上；</a:t>
            </a:r>
            <a:r>
              <a:rPr kumimoji="1" lang="en-US" altLang="zh-CN" sz="2000" b="1" dirty="0">
                <a:latin typeface="Arial" panose="020B0604020202020204" pitchFamily="34" charset="0"/>
                <a:ea typeface="楷体" panose="02010609060101010101" pitchFamily="49" charset="-122"/>
                <a:cs typeface="Arial" panose="020B0604020202020204" pitchFamily="34" charset="0"/>
              </a:rPr>
              <a:t> </a:t>
            </a:r>
          </a:p>
          <a:p>
            <a:pPr>
              <a:defRPr/>
            </a:pPr>
            <a:r>
              <a:rPr kumimoji="1" lang="en-US" altLang="zh-CN" sz="2000" b="1" dirty="0">
                <a:latin typeface="Arial" panose="020B0604020202020204" pitchFamily="34" charset="0"/>
                <a:ea typeface="楷体" panose="02010609060101010101" pitchFamily="49" charset="-122"/>
                <a:cs typeface="Arial" panose="020B0604020202020204" pitchFamily="34" charset="0"/>
              </a:rPr>
              <a:t>r</a:t>
            </a:r>
            <a:r>
              <a:rPr kumimoji="1" lang="en-US" altLang="zh-CN" sz="2000" b="1" baseline="-30000" dirty="0">
                <a:latin typeface="Arial" panose="020B0604020202020204" pitchFamily="34" charset="0"/>
                <a:ea typeface="楷体" panose="02010609060101010101" pitchFamily="49" charset="-122"/>
                <a:cs typeface="Arial" panose="020B0604020202020204" pitchFamily="34" charset="0"/>
              </a:rPr>
              <a:t>1 </a:t>
            </a:r>
            <a:r>
              <a:rPr kumimoji="1" lang="en-US" altLang="zh-CN" sz="2000" b="1" dirty="0">
                <a:latin typeface="Arial" panose="020B0604020202020204" pitchFamily="34" charset="0"/>
                <a:ea typeface="楷体" panose="02010609060101010101" pitchFamily="49" charset="-122"/>
                <a:cs typeface="Arial" panose="020B0604020202020204" pitchFamily="34" charset="0"/>
              </a:rPr>
              <a:t> &lt;1</a:t>
            </a:r>
            <a:r>
              <a:rPr kumimoji="1" lang="zh-CN" altLang="en-US" sz="2000" b="1" dirty="0">
                <a:latin typeface="Arial" panose="020B0604020202020204" pitchFamily="34" charset="0"/>
                <a:ea typeface="楷体" panose="02010609060101010101" pitchFamily="49" charset="-122"/>
                <a:cs typeface="Arial" panose="020B0604020202020204" pitchFamily="34" charset="0"/>
              </a:rPr>
              <a:t>，对角线下；</a:t>
            </a:r>
            <a:endParaRPr kumimoji="1" lang="en-US" altLang="zh-CN" sz="2000" b="1" dirty="0">
              <a:latin typeface="Arial" panose="020B0604020202020204" pitchFamily="34" charset="0"/>
              <a:ea typeface="楷体" panose="02010609060101010101" pitchFamily="49" charset="-122"/>
              <a:cs typeface="Arial" panose="020B0604020202020204" pitchFamily="34" charset="0"/>
            </a:endParaRPr>
          </a:p>
          <a:p>
            <a:pPr>
              <a:defRPr/>
            </a:pPr>
            <a:r>
              <a:rPr kumimoji="1" lang="zh-CN" altLang="en-US" sz="2000" b="1" dirty="0">
                <a:latin typeface="Arial" panose="020B0604020202020204" pitchFamily="34" charset="0"/>
                <a:ea typeface="楷体" panose="02010609060101010101" pitchFamily="49" charset="-122"/>
                <a:cs typeface="Arial" panose="020B0604020202020204" pitchFamily="34" charset="0"/>
              </a:rPr>
              <a:t>对角线上往下走，对角线下往上走。</a:t>
            </a:r>
            <a:endParaRPr lang="zh-CN" altLang="en-US" sz="2000" b="1" dirty="0"/>
          </a:p>
        </p:txBody>
      </p:sp>
      <p:sp>
        <p:nvSpPr>
          <p:cNvPr id="8" name="矩形 7">
            <a:extLst>
              <a:ext uri="{FF2B5EF4-FFF2-40B4-BE49-F238E27FC236}">
                <a16:creationId xmlns:a16="http://schemas.microsoft.com/office/drawing/2014/main" id="{6DF28539-15AB-4F82-963F-03F5BC17796D}"/>
              </a:ext>
            </a:extLst>
          </p:cNvPr>
          <p:cNvSpPr/>
          <p:nvPr/>
        </p:nvSpPr>
        <p:spPr>
          <a:xfrm>
            <a:off x="8316416" y="-34973"/>
            <a:ext cx="906017" cy="523220"/>
          </a:xfrm>
          <a:prstGeom prst="rect">
            <a:avLst/>
          </a:prstGeom>
        </p:spPr>
        <p:txBody>
          <a:bodyPr wrap="none">
            <a:spAutoFit/>
          </a:bodyPr>
          <a:lstStyle/>
          <a:p>
            <a:pPr>
              <a:defRPr/>
            </a:pPr>
            <a:r>
              <a:rPr lang="zh-CN" altLang="en-US" sz="2800" b="1" dirty="0">
                <a:solidFill>
                  <a:schemeClr val="bg1"/>
                </a:solidFill>
                <a:highlight>
                  <a:srgbClr val="800000"/>
                </a:highlight>
                <a:latin typeface="楷体" panose="02010609060101010101" pitchFamily="49" charset="-122"/>
                <a:ea typeface="楷体" panose="02010609060101010101" pitchFamily="49" charset="-122"/>
              </a:rPr>
              <a:t>复习</a:t>
            </a:r>
            <a:endParaRPr lang="zh-CN" altLang="en-US" sz="2800" dirty="0">
              <a:solidFill>
                <a:schemeClr val="bg1"/>
              </a:solidFill>
              <a:highlight>
                <a:srgbClr val="800000"/>
              </a:highlight>
            </a:endParaRPr>
          </a:p>
        </p:txBody>
      </p:sp>
      <p:graphicFrame>
        <p:nvGraphicFramePr>
          <p:cNvPr id="139272" name="Object 2"/>
          <p:cNvGraphicFramePr>
            <a:graphicFrameLocks noChangeAspect="1"/>
          </p:cNvGraphicFramePr>
          <p:nvPr/>
        </p:nvGraphicFramePr>
        <p:xfrm>
          <a:off x="3998913" y="1993900"/>
          <a:ext cx="4633912" cy="4364038"/>
        </p:xfrm>
        <a:graphic>
          <a:graphicData uri="http://schemas.openxmlformats.org/presentationml/2006/ole">
            <mc:AlternateContent xmlns:mc="http://schemas.openxmlformats.org/markup-compatibility/2006">
              <mc:Choice xmlns:v="urn:schemas-microsoft-com:vml" Requires="v">
                <p:oleObj spid="_x0000_s139304" name="Graph" r:id="rId3" imgW="2633031" imgH="2484304" progId="Origin50.Graph">
                  <p:embed/>
                </p:oleObj>
              </mc:Choice>
              <mc:Fallback>
                <p:oleObj name="Graph" r:id="rId3" imgW="2633031" imgH="2484304" progId="Origin50.Graph">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8913" y="1993900"/>
                        <a:ext cx="4633912" cy="436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11" name="直接箭头连接符 10">
            <a:extLst>
              <a:ext uri="{FF2B5EF4-FFF2-40B4-BE49-F238E27FC236}">
                <a16:creationId xmlns:a16="http://schemas.microsoft.com/office/drawing/2014/main" id="{05500436-E540-4D96-8399-1FC4EA7360F3}"/>
              </a:ext>
            </a:extLst>
          </p:cNvPr>
          <p:cNvCxnSpPr>
            <a:cxnSpLocks/>
          </p:cNvCxnSpPr>
          <p:nvPr/>
        </p:nvCxnSpPr>
        <p:spPr>
          <a:xfrm flipV="1">
            <a:off x="6073775" y="4621213"/>
            <a:ext cx="514350" cy="582612"/>
          </a:xfrm>
          <a:prstGeom prst="straightConnector1">
            <a:avLst/>
          </a:prstGeom>
          <a:ln w="57150">
            <a:solidFill>
              <a:srgbClr val="FFC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CB32D804-B118-4A8B-A35E-9AF95D16E343}"/>
              </a:ext>
            </a:extLst>
          </p:cNvPr>
          <p:cNvCxnSpPr/>
          <p:nvPr/>
        </p:nvCxnSpPr>
        <p:spPr>
          <a:xfrm flipV="1">
            <a:off x="7740650" y="3211513"/>
            <a:ext cx="485775" cy="431800"/>
          </a:xfrm>
          <a:prstGeom prst="straightConnector1">
            <a:avLst/>
          </a:prstGeom>
          <a:ln w="57150">
            <a:solidFill>
              <a:srgbClr val="FFC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B62DBAFF-3B8E-4A24-879C-22C6F668034E}"/>
              </a:ext>
            </a:extLst>
          </p:cNvPr>
          <p:cNvCxnSpPr>
            <a:cxnSpLocks/>
          </p:cNvCxnSpPr>
          <p:nvPr/>
        </p:nvCxnSpPr>
        <p:spPr>
          <a:xfrm flipH="1">
            <a:off x="7229475" y="2251075"/>
            <a:ext cx="544513" cy="652463"/>
          </a:xfrm>
          <a:prstGeom prst="straightConnector1">
            <a:avLst/>
          </a:prstGeom>
          <a:ln w="57150">
            <a:solidFill>
              <a:srgbClr val="00B05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F522AC2F-5713-4ED9-BCD2-8FD28B0CFBE4}"/>
              </a:ext>
            </a:extLst>
          </p:cNvPr>
          <p:cNvCxnSpPr>
            <a:cxnSpLocks/>
          </p:cNvCxnSpPr>
          <p:nvPr/>
        </p:nvCxnSpPr>
        <p:spPr>
          <a:xfrm flipH="1">
            <a:off x="4787900" y="3849688"/>
            <a:ext cx="795338" cy="327025"/>
          </a:xfrm>
          <a:prstGeom prst="straightConnector1">
            <a:avLst/>
          </a:prstGeom>
          <a:ln w="57150">
            <a:solidFill>
              <a:srgbClr val="00B05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9" name="椭圆 18">
            <a:extLst>
              <a:ext uri="{FF2B5EF4-FFF2-40B4-BE49-F238E27FC236}">
                <a16:creationId xmlns:a16="http://schemas.microsoft.com/office/drawing/2014/main" id="{18DDE908-F7ED-4362-A7A0-B384B5677F0F}"/>
              </a:ext>
            </a:extLst>
          </p:cNvPr>
          <p:cNvSpPr/>
          <p:nvPr/>
        </p:nvSpPr>
        <p:spPr>
          <a:xfrm>
            <a:off x="7229475" y="3162300"/>
            <a:ext cx="95250" cy="122238"/>
          </a:xfrm>
          <a:prstGeom prst="ellipse">
            <a:avLst/>
          </a:prstGeom>
          <a:ln>
            <a:solidFill>
              <a:srgbClr val="90109E"/>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0" name="椭圆 19">
            <a:extLst>
              <a:ext uri="{FF2B5EF4-FFF2-40B4-BE49-F238E27FC236}">
                <a16:creationId xmlns:a16="http://schemas.microsoft.com/office/drawing/2014/main" id="{11BD080D-0F2D-46E2-8CDE-950B5487A730}"/>
              </a:ext>
            </a:extLst>
          </p:cNvPr>
          <p:cNvSpPr/>
          <p:nvPr/>
        </p:nvSpPr>
        <p:spPr>
          <a:xfrm>
            <a:off x="6588125" y="3754438"/>
            <a:ext cx="98425" cy="114300"/>
          </a:xfrm>
          <a:prstGeom prst="ellipse">
            <a:avLst/>
          </a:prstGeom>
          <a:ln>
            <a:solidFill>
              <a:srgbClr val="90109E"/>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0290"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6B595D38-6204-4445-8261-9313ECC6C9DA}"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40</a:t>
            </a:fld>
            <a:endParaRPr lang="en-US" altLang="zh-CN" sz="1400">
              <a:latin typeface="Times New Roman" panose="02020603050405020304" pitchFamily="18" charset="0"/>
              <a:ea typeface="宋体" panose="02010600030101010101" pitchFamily="2" charset="-122"/>
            </a:endParaRPr>
          </a:p>
        </p:txBody>
      </p:sp>
      <p:sp>
        <p:nvSpPr>
          <p:cNvPr id="140291" name="Rectangle 2"/>
          <p:cNvSpPr>
            <a:spLocks noChangeArrowheads="1"/>
          </p:cNvSpPr>
          <p:nvPr/>
        </p:nvSpPr>
        <p:spPr bwMode="auto">
          <a:xfrm>
            <a:off x="195263" y="549275"/>
            <a:ext cx="7280275" cy="554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0"/>
              </a:spcBef>
              <a:buFontTx/>
              <a:buNone/>
            </a:pPr>
            <a:r>
              <a:rPr lang="en-US" altLang="zh-CN" sz="2400" b="1">
                <a:latin typeface="Arial" panose="020B0604020202020204" pitchFamily="34" charset="0"/>
                <a:ea typeface="楷体" panose="02010609060101010101" pitchFamily="49" charset="-122"/>
                <a:cs typeface="Arial" panose="020B0604020202020204" pitchFamily="34" charset="0"/>
              </a:rPr>
              <a:t>§4.6</a:t>
            </a:r>
            <a:r>
              <a:rPr kumimoji="1" lang="zh-CN" altLang="en-US" sz="2400" b="1">
                <a:latin typeface="Arial" panose="020B0604020202020204" pitchFamily="34" charset="0"/>
                <a:ea typeface="楷体" panose="02010609060101010101" pitchFamily="49" charset="-122"/>
                <a:cs typeface="Arial" panose="020B0604020202020204" pitchFamily="34" charset="0"/>
              </a:rPr>
              <a:t> 多元共聚 </a:t>
            </a:r>
            <a:r>
              <a:rPr kumimoji="1" lang="en-US" altLang="zh-CN" sz="2400">
                <a:latin typeface="Arial" panose="020B0604020202020204" pitchFamily="34" charset="0"/>
                <a:ea typeface="楷体" panose="02010609060101010101" pitchFamily="49" charset="-122"/>
                <a:cs typeface="Arial" panose="020B0604020202020204" pitchFamily="34" charset="0"/>
              </a:rPr>
              <a:t>(Multi-component Copolymerization)</a:t>
            </a:r>
          </a:p>
        </p:txBody>
      </p:sp>
      <p:sp>
        <p:nvSpPr>
          <p:cNvPr id="140292" name="Text Box 3"/>
          <p:cNvSpPr txBox="1">
            <a:spLocks noChangeArrowheads="1"/>
          </p:cNvSpPr>
          <p:nvPr/>
        </p:nvSpPr>
        <p:spPr bwMode="auto">
          <a:xfrm>
            <a:off x="468313" y="1916113"/>
            <a:ext cx="7802562" cy="3232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FontTx/>
              <a:buNone/>
            </a:pPr>
            <a:r>
              <a:rPr kumimoji="1" lang="zh-CN" altLang="en-US" sz="2400">
                <a:latin typeface="Arial" panose="020B0604020202020204" pitchFamily="34" charset="0"/>
                <a:ea typeface="楷体" panose="02010609060101010101" pitchFamily="49" charset="-122"/>
                <a:cs typeface="Arial" panose="020B0604020202020204" pitchFamily="34" charset="0"/>
              </a:rPr>
              <a:t>三元共聚物往往以两种主要单体来确定主要性能，少量第三单体作特殊改性。</a:t>
            </a:r>
          </a:p>
          <a:p>
            <a:pPr eaLnBrk="1" hangingPunct="1">
              <a:lnSpc>
                <a:spcPct val="125000"/>
              </a:lnSpc>
              <a:spcBef>
                <a:spcPct val="50000"/>
              </a:spcBef>
              <a:buFontTx/>
              <a:buNone/>
            </a:pPr>
            <a:r>
              <a:rPr kumimoji="1" lang="zh-CN" altLang="en-US" sz="2400">
                <a:latin typeface="Arial" panose="020B0604020202020204" pitchFamily="34" charset="0"/>
                <a:ea typeface="楷体" panose="02010609060101010101" pitchFamily="49" charset="-122"/>
                <a:cs typeface="Arial" panose="020B0604020202020204" pitchFamily="34" charset="0"/>
              </a:rPr>
              <a:t>    如：氯乙烯-醋酸乙烯酯共聚物中加1</a:t>
            </a:r>
            <a:r>
              <a:rPr kumimoji="1" lang="en-US" altLang="zh-CN" sz="2400">
                <a:latin typeface="Arial" panose="020B0604020202020204" pitchFamily="34" charset="0"/>
                <a:ea typeface="楷体" panose="02010609060101010101" pitchFamily="49" charset="-122"/>
                <a:cs typeface="Arial" panose="020B0604020202020204" pitchFamily="34" charset="0"/>
              </a:rPr>
              <a:t>~2%</a:t>
            </a:r>
            <a:r>
              <a:rPr kumimoji="1" lang="zh-CN" altLang="en-US" sz="2400">
                <a:latin typeface="Arial" panose="020B0604020202020204" pitchFamily="34" charset="0"/>
                <a:ea typeface="楷体" panose="02010609060101010101" pitchFamily="49" charset="-122"/>
                <a:cs typeface="Arial" panose="020B0604020202020204" pitchFamily="34" charset="0"/>
              </a:rPr>
              <a:t>马来酸酐，可提高粘结力；</a:t>
            </a:r>
          </a:p>
          <a:p>
            <a:pPr eaLnBrk="1" hangingPunct="1">
              <a:lnSpc>
                <a:spcPct val="125000"/>
              </a:lnSpc>
              <a:spcBef>
                <a:spcPct val="50000"/>
              </a:spcBef>
              <a:buFontTx/>
              <a:buNone/>
            </a:pPr>
            <a:r>
              <a:rPr kumimoji="1" lang="zh-CN" altLang="en-US" sz="2400">
                <a:latin typeface="Arial" panose="020B0604020202020204" pitchFamily="34" charset="0"/>
                <a:ea typeface="楷体" panose="02010609060101010101" pitchFamily="49" charset="-122"/>
                <a:cs typeface="Arial" panose="020B0604020202020204" pitchFamily="34" charset="0"/>
              </a:rPr>
              <a:t>    丙烯腈-丙烯酸甲酯共聚时，加1</a:t>
            </a:r>
            <a:r>
              <a:rPr kumimoji="1" lang="en-US" altLang="zh-CN" sz="2400">
                <a:latin typeface="Arial" panose="020B0604020202020204" pitchFamily="34" charset="0"/>
                <a:ea typeface="楷体" panose="02010609060101010101" pitchFamily="49" charset="-122"/>
                <a:cs typeface="Arial" panose="020B0604020202020204" pitchFamily="34" charset="0"/>
              </a:rPr>
              <a:t>~2%</a:t>
            </a:r>
            <a:r>
              <a:rPr kumimoji="1" lang="zh-CN" altLang="en-US" sz="2400">
                <a:latin typeface="Arial" panose="020B0604020202020204" pitchFamily="34" charset="0"/>
                <a:ea typeface="楷体" panose="02010609060101010101" pitchFamily="49" charset="-122"/>
                <a:cs typeface="Arial" panose="020B0604020202020204" pitchFamily="34" charset="0"/>
              </a:rPr>
              <a:t>衣康酸，可提高其染色性能</a:t>
            </a:r>
            <a:r>
              <a:rPr kumimoji="1" lang="en-US" altLang="zh-CN" sz="2400">
                <a:latin typeface="Arial" panose="020B0604020202020204" pitchFamily="34" charset="0"/>
                <a:ea typeface="楷体" panose="02010609060101010101" pitchFamily="49" charset="-122"/>
                <a:cs typeface="Arial" panose="020B0604020202020204" pitchFamily="34" charset="0"/>
              </a:rPr>
              <a:t>.</a:t>
            </a:r>
            <a:endParaRPr kumimoji="1" lang="zh-CN" altLang="en-US" sz="2400">
              <a:latin typeface="Arial" panose="020B0604020202020204" pitchFamily="34" charset="0"/>
              <a:ea typeface="楷体" panose="02010609060101010101" pitchFamily="49" charset="-122"/>
              <a:cs typeface="Arial" panose="020B0604020202020204" pitchFamily="34" charset="0"/>
            </a:endParaRPr>
          </a:p>
        </p:txBody>
      </p:sp>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1314"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938AC78A-1DC2-444E-8CC3-B699A3672E09}"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41</a:t>
            </a:fld>
            <a:endParaRPr lang="en-US" altLang="zh-CN" sz="1400">
              <a:latin typeface="Times New Roman" panose="02020603050405020304" pitchFamily="18" charset="0"/>
              <a:ea typeface="宋体" panose="02010600030101010101" pitchFamily="2" charset="-122"/>
            </a:endParaRPr>
          </a:p>
        </p:txBody>
      </p:sp>
      <p:sp>
        <p:nvSpPr>
          <p:cNvPr id="141315" name="Text Box 2"/>
          <p:cNvSpPr txBox="1">
            <a:spLocks noChangeArrowheads="1"/>
          </p:cNvSpPr>
          <p:nvPr/>
        </p:nvSpPr>
        <p:spPr bwMode="auto">
          <a:xfrm>
            <a:off x="760413" y="1384300"/>
            <a:ext cx="7480300" cy="1662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5000"/>
              </a:lnSpc>
              <a:spcBef>
                <a:spcPct val="50000"/>
              </a:spcBef>
              <a:buFontTx/>
              <a:buNone/>
            </a:pPr>
            <a:r>
              <a:rPr kumimoji="1" lang="zh-CN" altLang="en-US" sz="2400">
                <a:latin typeface="Arial" panose="020B0604020202020204" pitchFamily="34" charset="0"/>
                <a:ea typeface="楷体" panose="02010609060101010101" pitchFamily="49" charset="-122"/>
                <a:cs typeface="Arial" panose="020B0604020202020204" pitchFamily="34" charset="0"/>
              </a:rPr>
              <a:t>三种单体参加反应，共聚物由三个单体单元组成。</a:t>
            </a:r>
          </a:p>
          <a:p>
            <a:pPr algn="just" eaLnBrk="1" hangingPunct="1">
              <a:lnSpc>
                <a:spcPct val="125000"/>
              </a:lnSpc>
              <a:spcBef>
                <a:spcPct val="50000"/>
              </a:spcBef>
              <a:buFontTx/>
              <a:buNone/>
            </a:pPr>
            <a:r>
              <a:rPr kumimoji="1" lang="zh-CN" altLang="en-US" sz="2400">
                <a:latin typeface="Arial" panose="020B0604020202020204" pitchFamily="34" charset="0"/>
                <a:ea typeface="楷体" panose="02010609060101010101" pitchFamily="49" charset="-122"/>
                <a:cs typeface="Arial" panose="020B0604020202020204" pitchFamily="34" charset="0"/>
              </a:rPr>
              <a:t>3种自由基；3个引发反应；9个增长反应；6个终止反应；6个竞聚率。</a:t>
            </a:r>
          </a:p>
        </p:txBody>
      </p:sp>
      <p:sp>
        <p:nvSpPr>
          <p:cNvPr id="141316" name="Rectangle 3"/>
          <p:cNvSpPr>
            <a:spLocks noChangeArrowheads="1"/>
          </p:cNvSpPr>
          <p:nvPr/>
        </p:nvSpPr>
        <p:spPr bwMode="auto">
          <a:xfrm>
            <a:off x="539750" y="571500"/>
            <a:ext cx="3663950" cy="506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FontTx/>
              <a:buNone/>
            </a:pP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三元</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(Tri-Component)</a:t>
            </a: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共聚</a:t>
            </a:r>
          </a:p>
        </p:txBody>
      </p:sp>
      <p:sp>
        <p:nvSpPr>
          <p:cNvPr id="141317" name="Rectangle 4"/>
          <p:cNvSpPr>
            <a:spLocks noChangeArrowheads="1"/>
          </p:cNvSpPr>
          <p:nvPr/>
        </p:nvSpPr>
        <p:spPr bwMode="auto">
          <a:xfrm>
            <a:off x="576263" y="4102100"/>
            <a:ext cx="7848600"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FontTx/>
              <a:buNone/>
            </a:pPr>
            <a:r>
              <a:rPr kumimoji="1" lang="zh-CN" altLang="en-US" sz="2400">
                <a:solidFill>
                  <a:srgbClr val="FF0000"/>
                </a:solidFill>
                <a:latin typeface="楷体" panose="02010609060101010101" pitchFamily="49" charset="-122"/>
                <a:ea typeface="楷体" panose="02010609060101010101" pitchFamily="49" charset="-122"/>
              </a:rPr>
              <a:t>二元共聚：</a:t>
            </a:r>
          </a:p>
          <a:p>
            <a:pPr eaLnBrk="1" hangingPunct="1">
              <a:lnSpc>
                <a:spcPct val="125000"/>
              </a:lnSpc>
              <a:spcBef>
                <a:spcPct val="50000"/>
              </a:spcBef>
              <a:buFontTx/>
              <a:buNone/>
            </a:pPr>
            <a:r>
              <a:rPr kumimoji="1" lang="zh-CN" altLang="en-US" sz="2400">
                <a:latin typeface="楷体" panose="02010609060101010101" pitchFamily="49" charset="-122"/>
                <a:ea typeface="楷体" panose="02010609060101010101" pitchFamily="49" charset="-122"/>
              </a:rPr>
              <a:t>  2个引发反应；4个增长反应；3个终止反应；2个竞聚率。</a:t>
            </a:r>
          </a:p>
        </p:txBody>
      </p:sp>
      <p:sp>
        <p:nvSpPr>
          <p:cNvPr id="141318" name="AutoShape 5"/>
          <p:cNvSpPr>
            <a:spLocks noChangeArrowheads="1"/>
          </p:cNvSpPr>
          <p:nvPr/>
        </p:nvSpPr>
        <p:spPr bwMode="auto">
          <a:xfrm>
            <a:off x="3797300" y="3076575"/>
            <a:ext cx="431800" cy="914400"/>
          </a:xfrm>
          <a:prstGeom prst="upDownArrow">
            <a:avLst>
              <a:gd name="adj1" fmla="val 50000"/>
              <a:gd name="adj2" fmla="val 59951"/>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zh-CN" altLang="en-US" sz="2400">
              <a:latin typeface="Times New Roman" panose="02020603050405020304" pitchFamily="18" charset="0"/>
              <a:ea typeface="宋体" panose="02010600030101010101" pitchFamily="2" charset="-122"/>
            </a:endParaRPr>
          </a:p>
        </p:txBody>
      </p:sp>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2338"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F9A13BBF-13DD-46F9-BE2D-A21784B2C0F0}"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42</a:t>
            </a:fld>
            <a:endParaRPr lang="en-US" altLang="zh-CN" sz="1400">
              <a:latin typeface="Times New Roman" panose="02020603050405020304" pitchFamily="18" charset="0"/>
              <a:ea typeface="宋体" panose="02010600030101010101" pitchFamily="2" charset="-122"/>
            </a:endParaRPr>
          </a:p>
        </p:txBody>
      </p:sp>
      <p:sp>
        <p:nvSpPr>
          <p:cNvPr id="142339" name="Text Box 2"/>
          <p:cNvSpPr txBox="1">
            <a:spLocks noChangeArrowheads="1"/>
          </p:cNvSpPr>
          <p:nvPr/>
        </p:nvSpPr>
        <p:spPr bwMode="auto">
          <a:xfrm>
            <a:off x="323850" y="415925"/>
            <a:ext cx="2451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00000"/>
              </a:lnSpc>
              <a:spcBef>
                <a:spcPct val="50000"/>
              </a:spcBef>
              <a:buFontTx/>
              <a:buNone/>
            </a:pP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6个竞聚率</a:t>
            </a:r>
            <a:r>
              <a:rPr kumimoji="1" lang="zh-CN" altLang="en-GB" sz="2400">
                <a:solidFill>
                  <a:srgbClr val="FF0000"/>
                </a:solidFill>
                <a:latin typeface="Arial" panose="020B0604020202020204" pitchFamily="34" charset="0"/>
                <a:ea typeface="楷体" panose="02010609060101010101" pitchFamily="49" charset="-122"/>
                <a:cs typeface="Arial" panose="020B0604020202020204" pitchFamily="34" charset="0"/>
              </a:rPr>
              <a:t>：</a:t>
            </a:r>
            <a:endPar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endParaRPr>
          </a:p>
        </p:txBody>
      </p:sp>
      <p:graphicFrame>
        <p:nvGraphicFramePr>
          <p:cNvPr id="142340" name="Object 3"/>
          <p:cNvGraphicFramePr>
            <a:graphicFrameLocks noChangeAspect="1"/>
          </p:cNvGraphicFramePr>
          <p:nvPr/>
        </p:nvGraphicFramePr>
        <p:xfrm>
          <a:off x="1000125" y="2743200"/>
          <a:ext cx="1295400" cy="998538"/>
        </p:xfrm>
        <a:graphic>
          <a:graphicData uri="http://schemas.openxmlformats.org/presentationml/2006/ole">
            <mc:AlternateContent xmlns:mc="http://schemas.openxmlformats.org/markup-compatibility/2006">
              <mc:Choice xmlns:v="urn:schemas-microsoft-com:vml" Requires="v">
                <p:oleObj spid="_x0000_s142499" r:id="rId3" imgW="583947" imgH="444307" progId="Equation.3">
                  <p:embed/>
                </p:oleObj>
              </mc:Choice>
              <mc:Fallback>
                <p:oleObj r:id="rId3" imgW="583947" imgH="444307"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0125" y="2743200"/>
                        <a:ext cx="1295400" cy="99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2341" name="Object 4"/>
          <p:cNvGraphicFramePr>
            <a:graphicFrameLocks noChangeAspect="1"/>
          </p:cNvGraphicFramePr>
          <p:nvPr/>
        </p:nvGraphicFramePr>
        <p:xfrm>
          <a:off x="2871788" y="2736850"/>
          <a:ext cx="1295400" cy="998538"/>
        </p:xfrm>
        <a:graphic>
          <a:graphicData uri="http://schemas.openxmlformats.org/presentationml/2006/ole">
            <mc:AlternateContent xmlns:mc="http://schemas.openxmlformats.org/markup-compatibility/2006">
              <mc:Choice xmlns:v="urn:schemas-microsoft-com:vml" Requires="v">
                <p:oleObj spid="_x0000_s142500" r:id="rId5" imgW="583947" imgH="444307" progId="Equation.3">
                  <p:embed/>
                </p:oleObj>
              </mc:Choice>
              <mc:Fallback>
                <p:oleObj r:id="rId5" imgW="583947" imgH="444307"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1788" y="2736850"/>
                        <a:ext cx="1295400" cy="99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2342" name="Object 5"/>
          <p:cNvGraphicFramePr>
            <a:graphicFrameLocks noChangeAspect="1"/>
          </p:cNvGraphicFramePr>
          <p:nvPr/>
        </p:nvGraphicFramePr>
        <p:xfrm>
          <a:off x="4857750" y="2736850"/>
          <a:ext cx="1219200" cy="955675"/>
        </p:xfrm>
        <a:graphic>
          <a:graphicData uri="http://schemas.openxmlformats.org/presentationml/2006/ole">
            <mc:AlternateContent xmlns:mc="http://schemas.openxmlformats.org/markup-compatibility/2006">
              <mc:Choice xmlns:v="urn:schemas-microsoft-com:vml" Requires="v">
                <p:oleObj spid="_x0000_s142501" r:id="rId7" imgW="571252" imgH="444307" progId="Equation.3">
                  <p:embed/>
                </p:oleObj>
              </mc:Choice>
              <mc:Fallback>
                <p:oleObj r:id="rId7" imgW="571252" imgH="444307"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57750" y="2736850"/>
                        <a:ext cx="1219200" cy="95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2343" name="Object 6"/>
          <p:cNvGraphicFramePr>
            <a:graphicFrameLocks noChangeAspect="1"/>
          </p:cNvGraphicFramePr>
          <p:nvPr/>
        </p:nvGraphicFramePr>
        <p:xfrm>
          <a:off x="2909888" y="1657350"/>
          <a:ext cx="1219200" cy="939800"/>
        </p:xfrm>
        <a:graphic>
          <a:graphicData uri="http://schemas.openxmlformats.org/presentationml/2006/ole">
            <mc:AlternateContent xmlns:mc="http://schemas.openxmlformats.org/markup-compatibility/2006">
              <mc:Choice xmlns:v="urn:schemas-microsoft-com:vml" Requires="v">
                <p:oleObj spid="_x0000_s142502" r:id="rId9" imgW="583947" imgH="444307" progId="Equation.3">
                  <p:embed/>
                </p:oleObj>
              </mc:Choice>
              <mc:Fallback>
                <p:oleObj r:id="rId9" imgW="583947" imgH="444307"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09888" y="1657350"/>
                        <a:ext cx="1219200"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2344" name="Object 7"/>
          <p:cNvGraphicFramePr>
            <a:graphicFrameLocks noChangeAspect="1"/>
          </p:cNvGraphicFramePr>
          <p:nvPr/>
        </p:nvGraphicFramePr>
        <p:xfrm>
          <a:off x="1031875" y="1657350"/>
          <a:ext cx="1219200" cy="955675"/>
        </p:xfrm>
        <a:graphic>
          <a:graphicData uri="http://schemas.openxmlformats.org/presentationml/2006/ole">
            <mc:AlternateContent xmlns:mc="http://schemas.openxmlformats.org/markup-compatibility/2006">
              <mc:Choice xmlns:v="urn:schemas-microsoft-com:vml" Requires="v">
                <p:oleObj spid="_x0000_s142503" r:id="rId11" imgW="571252" imgH="444307" progId="Equation.3">
                  <p:embed/>
                </p:oleObj>
              </mc:Choice>
              <mc:Fallback>
                <p:oleObj r:id="rId11" imgW="571252" imgH="444307" progId="Equation.3">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31875" y="1657350"/>
                        <a:ext cx="1219200" cy="95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2345" name="Object 8"/>
          <p:cNvGraphicFramePr>
            <a:graphicFrameLocks noChangeAspect="1"/>
          </p:cNvGraphicFramePr>
          <p:nvPr/>
        </p:nvGraphicFramePr>
        <p:xfrm>
          <a:off x="4857750" y="1698625"/>
          <a:ext cx="1066800" cy="849313"/>
        </p:xfrm>
        <a:graphic>
          <a:graphicData uri="http://schemas.openxmlformats.org/presentationml/2006/ole">
            <mc:AlternateContent xmlns:mc="http://schemas.openxmlformats.org/markup-compatibility/2006">
              <mc:Choice xmlns:v="urn:schemas-microsoft-com:vml" Requires="v">
                <p:oleObj spid="_x0000_s142504" r:id="rId13" imgW="558558" imgH="444307" progId="Equation.3">
                  <p:embed/>
                </p:oleObj>
              </mc:Choice>
              <mc:Fallback>
                <p:oleObj r:id="rId13" imgW="558558" imgH="444307" progId="Equation.3">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857750" y="1698625"/>
                        <a:ext cx="1066800" cy="849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2346" name="Rectangle 9"/>
          <p:cNvSpPr>
            <a:spLocks noChangeArrowheads="1"/>
          </p:cNvSpPr>
          <p:nvPr/>
        </p:nvSpPr>
        <p:spPr bwMode="auto">
          <a:xfrm>
            <a:off x="990600" y="990600"/>
            <a:ext cx="492283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kumimoji="1" lang="en-US" altLang="zh-CN" sz="2400">
                <a:latin typeface="Arial" panose="020B0604020202020204" pitchFamily="34" charset="0"/>
                <a:ea typeface="楷体_GB2312" pitchFamily="49" charset="-122"/>
                <a:cs typeface="Arial" panose="020B0604020202020204" pitchFamily="34" charset="0"/>
              </a:rPr>
              <a:t>M</a:t>
            </a:r>
            <a:r>
              <a:rPr kumimoji="1" lang="en-US" altLang="zh-CN" sz="2400" baseline="-30000">
                <a:latin typeface="Arial" panose="020B0604020202020204" pitchFamily="34" charset="0"/>
                <a:ea typeface="楷体_GB2312" pitchFamily="49" charset="-122"/>
                <a:cs typeface="Arial" panose="020B0604020202020204" pitchFamily="34" charset="0"/>
              </a:rPr>
              <a:t>1</a:t>
            </a:r>
            <a:r>
              <a:rPr kumimoji="1" lang="en-US" altLang="zh-CN" sz="2400">
                <a:latin typeface="Arial" panose="020B0604020202020204" pitchFamily="34" charset="0"/>
                <a:ea typeface="楷体_GB2312" pitchFamily="49" charset="-122"/>
                <a:cs typeface="Arial" panose="020B0604020202020204" pitchFamily="34" charset="0"/>
              </a:rPr>
              <a:t>-M</a:t>
            </a:r>
            <a:r>
              <a:rPr kumimoji="1" lang="en-US" altLang="zh-CN" sz="2400" baseline="-30000">
                <a:latin typeface="Arial" panose="020B0604020202020204" pitchFamily="34" charset="0"/>
                <a:ea typeface="楷体_GB2312" pitchFamily="49" charset="-122"/>
                <a:cs typeface="Arial" panose="020B0604020202020204" pitchFamily="34" charset="0"/>
              </a:rPr>
              <a:t>2</a:t>
            </a:r>
            <a:r>
              <a:rPr kumimoji="1" lang="en-US" altLang="zh-CN" sz="2400">
                <a:latin typeface="Arial" panose="020B0604020202020204" pitchFamily="34" charset="0"/>
                <a:ea typeface="楷体_GB2312" pitchFamily="49" charset="-122"/>
                <a:cs typeface="Arial" panose="020B0604020202020204" pitchFamily="34" charset="0"/>
              </a:rPr>
              <a:t>             M</a:t>
            </a:r>
            <a:r>
              <a:rPr kumimoji="1" lang="en-US" altLang="zh-CN" sz="2400" baseline="-30000">
                <a:latin typeface="Arial" panose="020B0604020202020204" pitchFamily="34" charset="0"/>
                <a:ea typeface="楷体_GB2312" pitchFamily="49" charset="-122"/>
                <a:cs typeface="Arial" panose="020B0604020202020204" pitchFamily="34" charset="0"/>
              </a:rPr>
              <a:t>2</a:t>
            </a:r>
            <a:r>
              <a:rPr kumimoji="1" lang="en-US" altLang="zh-CN" sz="2400">
                <a:latin typeface="Arial" panose="020B0604020202020204" pitchFamily="34" charset="0"/>
                <a:ea typeface="楷体_GB2312" pitchFamily="49" charset="-122"/>
                <a:cs typeface="Arial" panose="020B0604020202020204" pitchFamily="34" charset="0"/>
              </a:rPr>
              <a:t>-M</a:t>
            </a:r>
            <a:r>
              <a:rPr kumimoji="1" lang="en-US" altLang="zh-CN" sz="2400" baseline="-30000">
                <a:latin typeface="Arial" panose="020B0604020202020204" pitchFamily="34" charset="0"/>
                <a:ea typeface="楷体_GB2312" pitchFamily="49" charset="-122"/>
                <a:cs typeface="Arial" panose="020B0604020202020204" pitchFamily="34" charset="0"/>
              </a:rPr>
              <a:t>3</a:t>
            </a:r>
            <a:r>
              <a:rPr kumimoji="1" lang="en-US" altLang="zh-CN" sz="2400">
                <a:latin typeface="Arial" panose="020B0604020202020204" pitchFamily="34" charset="0"/>
                <a:ea typeface="楷体_GB2312" pitchFamily="49" charset="-122"/>
                <a:cs typeface="Arial" panose="020B0604020202020204" pitchFamily="34" charset="0"/>
              </a:rPr>
              <a:t>             M</a:t>
            </a:r>
            <a:r>
              <a:rPr kumimoji="1" lang="en-US" altLang="zh-CN" sz="2400" baseline="-30000">
                <a:latin typeface="Arial" panose="020B0604020202020204" pitchFamily="34" charset="0"/>
                <a:ea typeface="楷体_GB2312" pitchFamily="49" charset="-122"/>
                <a:cs typeface="Arial" panose="020B0604020202020204" pitchFamily="34" charset="0"/>
              </a:rPr>
              <a:t>1</a:t>
            </a:r>
            <a:r>
              <a:rPr kumimoji="1" lang="en-US" altLang="zh-CN" sz="2400">
                <a:latin typeface="Arial" panose="020B0604020202020204" pitchFamily="34" charset="0"/>
                <a:ea typeface="楷体_GB2312" pitchFamily="49" charset="-122"/>
                <a:cs typeface="Arial" panose="020B0604020202020204" pitchFamily="34" charset="0"/>
              </a:rPr>
              <a:t>-M</a:t>
            </a:r>
            <a:r>
              <a:rPr kumimoji="1" lang="en-US" altLang="zh-CN" sz="2400" baseline="-30000">
                <a:latin typeface="Arial" panose="020B0604020202020204" pitchFamily="34" charset="0"/>
                <a:ea typeface="楷体_GB2312" pitchFamily="49" charset="-122"/>
                <a:cs typeface="Arial" panose="020B0604020202020204" pitchFamily="34" charset="0"/>
              </a:rPr>
              <a:t>3</a:t>
            </a:r>
          </a:p>
        </p:txBody>
      </p:sp>
      <p:sp>
        <p:nvSpPr>
          <p:cNvPr id="142347" name="Text Box 10"/>
          <p:cNvSpPr txBox="1">
            <a:spLocks noChangeArrowheads="1"/>
          </p:cNvSpPr>
          <p:nvPr/>
        </p:nvSpPr>
        <p:spPr bwMode="auto">
          <a:xfrm>
            <a:off x="793750" y="3922713"/>
            <a:ext cx="7561263"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20000"/>
              </a:spcBef>
              <a:buFontTx/>
              <a:buNone/>
            </a:pPr>
            <a:r>
              <a:rPr kumimoji="1" lang="zh-CN" altLang="en-GB" sz="2400">
                <a:latin typeface="楷体" panose="02010609060101010101" pitchFamily="49" charset="-122"/>
                <a:ea typeface="楷体" panose="02010609060101010101" pitchFamily="49" charset="-122"/>
              </a:rPr>
              <a:t>作三种自由基的稳态假定</a:t>
            </a:r>
            <a:r>
              <a:rPr kumimoji="1" lang="en-GB" altLang="zh-CN" sz="2400">
                <a:latin typeface="楷体" panose="02010609060101010101" pitchFamily="49" charset="-122"/>
                <a:ea typeface="楷体" panose="02010609060101010101" pitchFamily="49" charset="-122"/>
              </a:rPr>
              <a:t>，</a:t>
            </a:r>
            <a:r>
              <a:rPr kumimoji="1" lang="zh-CN" altLang="en-GB" sz="2400">
                <a:latin typeface="楷体" panose="02010609060101010101" pitchFamily="49" charset="-122"/>
                <a:ea typeface="楷体" panose="02010609060101010101" pitchFamily="49" charset="-122"/>
              </a:rPr>
              <a:t>可导出三元共聚组成方程。</a:t>
            </a:r>
            <a:endParaRPr kumimoji="1" lang="zh-CN" altLang="en-US" sz="2400">
              <a:latin typeface="楷体" panose="02010609060101010101" pitchFamily="49" charset="-122"/>
              <a:ea typeface="楷体" panose="02010609060101010101" pitchFamily="49" charset="-122"/>
            </a:endParaRPr>
          </a:p>
        </p:txBody>
      </p:sp>
      <p:sp>
        <p:nvSpPr>
          <p:cNvPr id="142348" name="Rectangle 11"/>
          <p:cNvSpPr>
            <a:spLocks noChangeArrowheads="1"/>
          </p:cNvSpPr>
          <p:nvPr/>
        </p:nvSpPr>
        <p:spPr bwMode="auto">
          <a:xfrm>
            <a:off x="796925" y="4840288"/>
            <a:ext cx="7558088" cy="101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0"/>
              </a:spcBef>
              <a:buFontTx/>
              <a:buNone/>
            </a:pPr>
            <a:r>
              <a:rPr kumimoji="1" lang="zh-CN" altLang="en-GB" sz="2400">
                <a:latin typeface="楷体" panose="02010609060101010101" pitchFamily="49" charset="-122"/>
                <a:ea typeface="楷体" panose="02010609060101010101" pitchFamily="49" charset="-122"/>
              </a:rPr>
              <a:t>如下两种稳态假定，分别得到两种不同形式的三元共聚物组成方程：</a:t>
            </a:r>
            <a:endParaRPr kumimoji="1" lang="zh-CN" altLang="en-US" sz="2400">
              <a:latin typeface="楷体" panose="02010609060101010101" pitchFamily="49" charset="-122"/>
              <a:ea typeface="楷体" panose="02010609060101010101" pitchFamily="49" charset="-122"/>
            </a:endParaRPr>
          </a:p>
        </p:txBody>
      </p:sp>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3362"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2245B4BC-8012-4BD4-8D65-E5EB7C4C29DE}"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43</a:t>
            </a:fld>
            <a:endParaRPr lang="en-US" altLang="zh-CN" sz="1400">
              <a:latin typeface="Times New Roman" panose="02020603050405020304" pitchFamily="18" charset="0"/>
              <a:ea typeface="宋体" panose="02010600030101010101" pitchFamily="2" charset="-122"/>
            </a:endParaRPr>
          </a:p>
        </p:txBody>
      </p:sp>
      <p:sp>
        <p:nvSpPr>
          <p:cNvPr id="143363" name="Text Box 2"/>
          <p:cNvSpPr txBox="1">
            <a:spLocks noChangeArrowheads="1"/>
          </p:cNvSpPr>
          <p:nvPr/>
        </p:nvSpPr>
        <p:spPr bwMode="auto">
          <a:xfrm>
            <a:off x="323850" y="460375"/>
            <a:ext cx="472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Alfrey-Goldfinger</a:t>
            </a:r>
            <a:r>
              <a:rPr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稳态假定： </a:t>
            </a:r>
          </a:p>
        </p:txBody>
      </p:sp>
      <p:graphicFrame>
        <p:nvGraphicFramePr>
          <p:cNvPr id="143364" name="Object 4"/>
          <p:cNvGraphicFramePr>
            <a:graphicFrameLocks noChangeAspect="1"/>
          </p:cNvGraphicFramePr>
          <p:nvPr/>
        </p:nvGraphicFramePr>
        <p:xfrm>
          <a:off x="333375" y="1046163"/>
          <a:ext cx="3235325" cy="1649412"/>
        </p:xfrm>
        <a:graphic>
          <a:graphicData uri="http://schemas.openxmlformats.org/presentationml/2006/ole">
            <mc:AlternateContent xmlns:mc="http://schemas.openxmlformats.org/markup-compatibility/2006">
              <mc:Choice xmlns:v="urn:schemas-microsoft-com:vml" Requires="v">
                <p:oleObj spid="_x0000_s143417" name="公式" r:id="rId3" imgW="1435100" imgH="723900" progId="Equation.3">
                  <p:embed/>
                </p:oleObj>
              </mc:Choice>
              <mc:Fallback>
                <p:oleObj name="公式" r:id="rId3" imgW="1435100" imgH="7239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3375" y="1046163"/>
                        <a:ext cx="3235325" cy="164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3365" name="Object 6"/>
          <p:cNvGraphicFramePr>
            <a:graphicFrameLocks noChangeAspect="1"/>
          </p:cNvGraphicFramePr>
          <p:nvPr/>
        </p:nvGraphicFramePr>
        <p:xfrm>
          <a:off x="303213" y="3500438"/>
          <a:ext cx="8578850" cy="2533650"/>
        </p:xfrm>
        <a:graphic>
          <a:graphicData uri="http://schemas.openxmlformats.org/presentationml/2006/ole">
            <mc:AlternateContent xmlns:mc="http://schemas.openxmlformats.org/markup-compatibility/2006">
              <mc:Choice xmlns:v="urn:schemas-microsoft-com:vml" Requires="v">
                <p:oleObj spid="_x0000_s143418" name="公式" r:id="rId5" imgW="5041900" imgH="1473200" progId="Equation.3">
                  <p:embed/>
                </p:oleObj>
              </mc:Choice>
              <mc:Fallback>
                <p:oleObj name="公式" r:id="rId5" imgW="5041900" imgH="14732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3213" y="3500438"/>
                        <a:ext cx="8578850" cy="253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3366" name="Text Box 8"/>
          <p:cNvSpPr txBox="1">
            <a:spLocks noChangeArrowheads="1"/>
          </p:cNvSpPr>
          <p:nvPr/>
        </p:nvSpPr>
        <p:spPr bwMode="auto">
          <a:xfrm>
            <a:off x="323850" y="2946400"/>
            <a:ext cx="3657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zh-CN" altLang="en-US" sz="2400">
                <a:latin typeface="楷体" panose="02010609060101010101" pitchFamily="49" charset="-122"/>
                <a:ea typeface="楷体" panose="02010609060101010101" pitchFamily="49" charset="-122"/>
              </a:rPr>
              <a:t>三元共聚物组成比为： </a:t>
            </a:r>
          </a:p>
        </p:txBody>
      </p:sp>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4386"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1F73064A-4A65-47F1-B686-38FA2A6158E5}"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44</a:t>
            </a:fld>
            <a:endParaRPr lang="en-US" altLang="zh-CN" sz="1400">
              <a:latin typeface="Times New Roman" panose="02020603050405020304" pitchFamily="18" charset="0"/>
              <a:ea typeface="宋体" panose="02010600030101010101" pitchFamily="2" charset="-122"/>
            </a:endParaRPr>
          </a:p>
        </p:txBody>
      </p:sp>
      <p:sp>
        <p:nvSpPr>
          <p:cNvPr id="144387" name="Text Box 2"/>
          <p:cNvSpPr txBox="1">
            <a:spLocks noChangeArrowheads="1"/>
          </p:cNvSpPr>
          <p:nvPr/>
        </p:nvSpPr>
        <p:spPr bwMode="auto">
          <a:xfrm>
            <a:off x="611188" y="476250"/>
            <a:ext cx="6477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Valvassori-Sartori</a:t>
            </a:r>
            <a:r>
              <a:rPr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的稳态假定：</a:t>
            </a:r>
          </a:p>
        </p:txBody>
      </p:sp>
      <p:graphicFrame>
        <p:nvGraphicFramePr>
          <p:cNvPr id="144388" name="Object 3"/>
          <p:cNvGraphicFramePr>
            <a:graphicFrameLocks noChangeAspect="1"/>
          </p:cNvGraphicFramePr>
          <p:nvPr/>
        </p:nvGraphicFramePr>
        <p:xfrm>
          <a:off x="684213" y="2327275"/>
          <a:ext cx="7656512" cy="3067050"/>
        </p:xfrm>
        <a:graphic>
          <a:graphicData uri="http://schemas.openxmlformats.org/presentationml/2006/ole">
            <mc:AlternateContent xmlns:mc="http://schemas.openxmlformats.org/markup-compatibility/2006">
              <mc:Choice xmlns:v="urn:schemas-microsoft-com:vml" Requires="v">
                <p:oleObj spid="_x0000_s144442" name="公式" r:id="rId3" imgW="3454400" imgH="1473200" progId="Equation.3">
                  <p:embed/>
                </p:oleObj>
              </mc:Choice>
              <mc:Fallback>
                <p:oleObj name="公式" r:id="rId3" imgW="3454400" imgH="14732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2327275"/>
                        <a:ext cx="7656512" cy="306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4389" name="Object 5"/>
          <p:cNvGraphicFramePr>
            <a:graphicFrameLocks noChangeAspect="1"/>
          </p:cNvGraphicFramePr>
          <p:nvPr/>
        </p:nvGraphicFramePr>
        <p:xfrm>
          <a:off x="793750" y="1098550"/>
          <a:ext cx="6508750" cy="525463"/>
        </p:xfrm>
        <a:graphic>
          <a:graphicData uri="http://schemas.openxmlformats.org/presentationml/2006/ole">
            <mc:AlternateContent xmlns:mc="http://schemas.openxmlformats.org/markup-compatibility/2006">
              <mc:Choice xmlns:v="urn:schemas-microsoft-com:vml" Requires="v">
                <p:oleObj spid="_x0000_s144443" name="公式" r:id="rId5" imgW="2832100" imgH="228600" progId="Equation.3">
                  <p:embed/>
                </p:oleObj>
              </mc:Choice>
              <mc:Fallback>
                <p:oleObj name="公式" r:id="rId5" imgW="2832100" imgH="2286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3750" y="1098550"/>
                        <a:ext cx="6508750"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4390" name="Text Box 7"/>
          <p:cNvSpPr txBox="1">
            <a:spLocks noChangeArrowheads="1"/>
          </p:cNvSpPr>
          <p:nvPr/>
        </p:nvSpPr>
        <p:spPr bwMode="auto">
          <a:xfrm>
            <a:off x="628650" y="1870075"/>
            <a:ext cx="3657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zh-CN" altLang="en-US" sz="2400">
                <a:latin typeface="楷体" panose="02010609060101010101" pitchFamily="49" charset="-122"/>
                <a:ea typeface="楷体" panose="02010609060101010101" pitchFamily="49" charset="-122"/>
              </a:rPr>
              <a:t>三元共聚物组成比为： </a:t>
            </a:r>
          </a:p>
        </p:txBody>
      </p:sp>
      <p:sp>
        <p:nvSpPr>
          <p:cNvPr id="144391" name="Rectangle 8"/>
          <p:cNvSpPr>
            <a:spLocks noChangeArrowheads="1"/>
          </p:cNvSpPr>
          <p:nvPr/>
        </p:nvSpPr>
        <p:spPr bwMode="auto">
          <a:xfrm>
            <a:off x="611188" y="5572125"/>
            <a:ext cx="8064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kumimoji="1" lang="zh-CN" altLang="en-GB" sz="2400">
                <a:latin typeface="Times New Roman" panose="02020603050405020304" pitchFamily="18" charset="0"/>
                <a:ea typeface="宋体" panose="02010600030101010101" pitchFamily="2" charset="-122"/>
              </a:rPr>
              <a:t> </a:t>
            </a:r>
            <a:r>
              <a:rPr kumimoji="1" lang="zh-CN" altLang="en-GB" sz="2400">
                <a:latin typeface="楷体" panose="02010609060101010101" pitchFamily="49" charset="-122"/>
                <a:ea typeface="楷体" panose="02010609060101010101" pitchFamily="49" charset="-122"/>
              </a:rPr>
              <a:t>若三种单体的两两竞聚率已知，可估算其三元共聚物组成</a:t>
            </a:r>
            <a:r>
              <a:rPr kumimoji="1" lang="zh-CN" altLang="en-US" sz="2400">
                <a:latin typeface="楷体" panose="02010609060101010101" pitchFamily="49" charset="-122"/>
                <a:ea typeface="楷体" panose="02010609060101010101" pitchFamily="49" charset="-122"/>
              </a:rPr>
              <a:t>。</a:t>
            </a:r>
          </a:p>
        </p:txBody>
      </p:sp>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5410"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57977104-478B-4CD2-A3C0-73C2BA7C455D}"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45</a:t>
            </a:fld>
            <a:endParaRPr lang="en-US" altLang="zh-CN" sz="1400">
              <a:latin typeface="Times New Roman" panose="02020603050405020304" pitchFamily="18" charset="0"/>
              <a:ea typeface="宋体" panose="02010600030101010101" pitchFamily="2" charset="-122"/>
            </a:endParaRPr>
          </a:p>
        </p:txBody>
      </p:sp>
      <p:sp>
        <p:nvSpPr>
          <p:cNvPr id="145411" name="Text Box 2"/>
          <p:cNvSpPr txBox="1">
            <a:spLocks noChangeArrowheads="1"/>
          </p:cNvSpPr>
          <p:nvPr/>
        </p:nvSpPr>
        <p:spPr bwMode="auto">
          <a:xfrm>
            <a:off x="711200" y="1611313"/>
            <a:ext cx="6334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00000"/>
              </a:lnSpc>
              <a:spcBef>
                <a:spcPct val="50000"/>
              </a:spcBef>
              <a:buFontTx/>
              <a:buNone/>
            </a:pPr>
            <a:r>
              <a:rPr kumimoji="1" lang="zh-CN" altLang="en-US" sz="2400">
                <a:latin typeface="Arial" panose="020B0604020202020204" pitchFamily="34" charset="0"/>
                <a:ea typeface="楷体" panose="02010609060101010101" pitchFamily="49" charset="-122"/>
                <a:cs typeface="Arial" panose="020B0604020202020204" pitchFamily="34" charset="0"/>
              </a:rPr>
              <a:t>曲线拟合法</a:t>
            </a:r>
            <a:r>
              <a:rPr kumimoji="1" lang="en-US" altLang="zh-CN" sz="2400">
                <a:latin typeface="Arial" panose="020B0604020202020204" pitchFamily="34" charset="0"/>
                <a:ea typeface="楷体" panose="02010609060101010101" pitchFamily="49" charset="-122"/>
                <a:cs typeface="Arial" panose="020B0604020202020204" pitchFamily="34" charset="0"/>
              </a:rPr>
              <a:t>(Method of Direct Curve Fitting) </a:t>
            </a:r>
          </a:p>
        </p:txBody>
      </p:sp>
      <p:sp>
        <p:nvSpPr>
          <p:cNvPr id="145412" name="Rectangle 3"/>
          <p:cNvSpPr>
            <a:spLocks noChangeArrowheads="1"/>
          </p:cNvSpPr>
          <p:nvPr/>
        </p:nvSpPr>
        <p:spPr bwMode="auto">
          <a:xfrm>
            <a:off x="712788" y="4906963"/>
            <a:ext cx="4751387"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0"/>
              </a:spcBef>
              <a:buFontTx/>
              <a:buNone/>
            </a:pPr>
            <a:r>
              <a:rPr kumimoji="1" lang="zh-CN" altLang="en-US" sz="2400" dirty="0">
                <a:solidFill>
                  <a:srgbClr val="FF0000"/>
                </a:solidFill>
                <a:latin typeface="楷体" panose="02010609060101010101" pitchFamily="49" charset="-122"/>
                <a:ea typeface="楷体" panose="02010609060101010101" pitchFamily="49" charset="-122"/>
              </a:rPr>
              <a:t>采用计算机，较为简便和准确。</a:t>
            </a:r>
          </a:p>
        </p:txBody>
      </p:sp>
      <p:sp>
        <p:nvSpPr>
          <p:cNvPr id="145413" name="Rectangle 4"/>
          <p:cNvSpPr>
            <a:spLocks noChangeArrowheads="1"/>
          </p:cNvSpPr>
          <p:nvPr/>
        </p:nvSpPr>
        <p:spPr bwMode="auto">
          <a:xfrm>
            <a:off x="684213" y="2416175"/>
            <a:ext cx="7850187" cy="1754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50000"/>
              </a:lnSpc>
              <a:spcBef>
                <a:spcPct val="50000"/>
              </a:spcBef>
              <a:buFontTx/>
              <a:buNone/>
            </a:pPr>
            <a:r>
              <a:rPr kumimoji="1" lang="zh-CN" altLang="en-US" sz="2400">
                <a:latin typeface="楷体" panose="02010609060101010101" pitchFamily="49" charset="-122"/>
                <a:ea typeface="楷体" panose="02010609060101010101" pitchFamily="49" charset="-122"/>
              </a:rPr>
              <a:t>将多组组成不同的单体配料</a:t>
            </a:r>
            <a:r>
              <a:rPr kumimoji="1" lang="en-US" altLang="zh-CN" sz="2400">
                <a:latin typeface="楷体" panose="02010609060101010101" pitchFamily="49" charset="-122"/>
                <a:ea typeface="楷体" panose="02010609060101010101" pitchFamily="49" charset="-122"/>
              </a:rPr>
              <a:t>(f</a:t>
            </a:r>
            <a:r>
              <a:rPr kumimoji="1" lang="en-US" altLang="zh-CN" sz="2400" baseline="-25000">
                <a:latin typeface="楷体" panose="02010609060101010101" pitchFamily="49" charset="-122"/>
                <a:ea typeface="楷体" panose="02010609060101010101" pitchFamily="49" charset="-122"/>
              </a:rPr>
              <a:t>1</a:t>
            </a:r>
            <a:r>
              <a:rPr kumimoji="1" lang="en-US" altLang="zh-CN" sz="2400">
                <a:latin typeface="楷体" panose="02010609060101010101" pitchFamily="49" charset="-122"/>
                <a:ea typeface="楷体" panose="02010609060101010101" pitchFamily="49" charset="-122"/>
              </a:rPr>
              <a:t>)</a:t>
            </a:r>
            <a:r>
              <a:rPr kumimoji="1" lang="zh-CN" altLang="en-US" sz="2400">
                <a:latin typeface="楷体" panose="02010609060101010101" pitchFamily="49" charset="-122"/>
                <a:ea typeface="楷体" panose="02010609060101010101" pitchFamily="49" charset="-122"/>
              </a:rPr>
              <a:t>进行共聚，控制低转化率，共聚物分离精制后，测定其组成</a:t>
            </a:r>
            <a:r>
              <a:rPr kumimoji="1" lang="en-US" altLang="zh-CN" sz="2400">
                <a:latin typeface="楷体" panose="02010609060101010101" pitchFamily="49" charset="-122"/>
                <a:ea typeface="楷体" panose="02010609060101010101" pitchFamily="49" charset="-122"/>
              </a:rPr>
              <a:t>F</a:t>
            </a:r>
            <a:r>
              <a:rPr kumimoji="1" lang="en-US" altLang="zh-CN" sz="2400" baseline="-30000">
                <a:latin typeface="楷体" panose="02010609060101010101" pitchFamily="49" charset="-122"/>
                <a:ea typeface="楷体" panose="02010609060101010101" pitchFamily="49" charset="-122"/>
              </a:rPr>
              <a:t>1</a:t>
            </a:r>
            <a:r>
              <a:rPr kumimoji="1" lang="en-US" altLang="zh-CN" sz="2400">
                <a:latin typeface="楷体" panose="02010609060101010101" pitchFamily="49" charset="-122"/>
                <a:ea typeface="楷体" panose="02010609060101010101" pitchFamily="49" charset="-122"/>
              </a:rPr>
              <a:t>，</a:t>
            </a:r>
            <a:r>
              <a:rPr kumimoji="1" lang="zh-CN" altLang="en-US" sz="2400">
                <a:latin typeface="楷体" panose="02010609060101010101" pitchFamily="49" charset="-122"/>
                <a:ea typeface="楷体" panose="02010609060101010101" pitchFamily="49" charset="-122"/>
              </a:rPr>
              <a:t>作</a:t>
            </a:r>
            <a:r>
              <a:rPr kumimoji="1" lang="en-US" altLang="zh-CN" sz="2400">
                <a:latin typeface="楷体" panose="02010609060101010101" pitchFamily="49" charset="-122"/>
                <a:ea typeface="楷体" panose="02010609060101010101" pitchFamily="49" charset="-122"/>
              </a:rPr>
              <a:t>F</a:t>
            </a:r>
            <a:r>
              <a:rPr kumimoji="1" lang="en-US" altLang="zh-CN" sz="2400" baseline="-30000">
                <a:latin typeface="楷体" panose="02010609060101010101" pitchFamily="49" charset="-122"/>
                <a:ea typeface="楷体" panose="02010609060101010101" pitchFamily="49" charset="-122"/>
              </a:rPr>
              <a:t>1</a:t>
            </a:r>
            <a:r>
              <a:rPr kumimoji="1" lang="en-US" altLang="zh-CN" sz="2400">
                <a:latin typeface="楷体" panose="02010609060101010101" pitchFamily="49" charset="-122"/>
                <a:ea typeface="楷体" panose="02010609060101010101" pitchFamily="49" charset="-122"/>
              </a:rPr>
              <a:t>～f</a:t>
            </a:r>
            <a:r>
              <a:rPr kumimoji="1" lang="en-US" altLang="zh-CN" sz="2400" baseline="-30000">
                <a:latin typeface="楷体" panose="02010609060101010101" pitchFamily="49" charset="-122"/>
                <a:ea typeface="楷体" panose="02010609060101010101" pitchFamily="49" charset="-122"/>
              </a:rPr>
              <a:t>1</a:t>
            </a:r>
            <a:r>
              <a:rPr kumimoji="1" lang="zh-CN" altLang="en-US" sz="2400">
                <a:latin typeface="楷体" panose="02010609060101010101" pitchFamily="49" charset="-122"/>
                <a:ea typeface="楷体" panose="02010609060101010101" pitchFamily="49" charset="-122"/>
              </a:rPr>
              <a:t>图，根据其图形由试差法求得</a:t>
            </a:r>
            <a:r>
              <a:rPr kumimoji="1" lang="en-US" altLang="zh-CN" sz="2400">
                <a:latin typeface="楷体" panose="02010609060101010101" pitchFamily="49" charset="-122"/>
                <a:ea typeface="楷体" panose="02010609060101010101" pitchFamily="49" charset="-122"/>
              </a:rPr>
              <a:t>r</a:t>
            </a:r>
            <a:r>
              <a:rPr kumimoji="1" lang="en-US" altLang="zh-CN" sz="2400" baseline="-25000">
                <a:latin typeface="楷体" panose="02010609060101010101" pitchFamily="49" charset="-122"/>
                <a:ea typeface="楷体" panose="02010609060101010101" pitchFamily="49" charset="-122"/>
              </a:rPr>
              <a:t>1</a:t>
            </a:r>
            <a:r>
              <a:rPr kumimoji="1" lang="en-US" altLang="zh-CN" sz="2400">
                <a:latin typeface="楷体" panose="02010609060101010101" pitchFamily="49" charset="-122"/>
                <a:ea typeface="楷体" panose="02010609060101010101" pitchFamily="49" charset="-122"/>
              </a:rPr>
              <a:t>、r</a:t>
            </a:r>
            <a:r>
              <a:rPr kumimoji="1" lang="en-US" altLang="zh-CN" sz="2400" baseline="-25000">
                <a:latin typeface="楷体" panose="02010609060101010101" pitchFamily="49" charset="-122"/>
                <a:ea typeface="楷体" panose="02010609060101010101" pitchFamily="49" charset="-122"/>
              </a:rPr>
              <a:t>2</a:t>
            </a:r>
            <a:r>
              <a:rPr kumimoji="1" lang="en-US" altLang="zh-CN" sz="2400">
                <a:latin typeface="楷体" panose="02010609060101010101" pitchFamily="49" charset="-122"/>
                <a:ea typeface="楷体" panose="02010609060101010101" pitchFamily="49" charset="-122"/>
              </a:rPr>
              <a:t>。</a:t>
            </a:r>
          </a:p>
        </p:txBody>
      </p:sp>
      <p:sp>
        <p:nvSpPr>
          <p:cNvPr id="145414" name="Rectangle 5"/>
          <p:cNvSpPr>
            <a:spLocks noChangeArrowheads="1"/>
          </p:cNvSpPr>
          <p:nvPr/>
        </p:nvSpPr>
        <p:spPr bwMode="auto">
          <a:xfrm>
            <a:off x="323850" y="371475"/>
            <a:ext cx="48768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zh-CN" sz="2400" b="1">
                <a:latin typeface="Arial" panose="020B0604020202020204" pitchFamily="34" charset="0"/>
                <a:ea typeface="楷体" panose="02010609060101010101" pitchFamily="49" charset="-122"/>
                <a:cs typeface="Arial" panose="020B0604020202020204" pitchFamily="34" charset="0"/>
              </a:rPr>
              <a:t>§4.7</a:t>
            </a:r>
            <a:r>
              <a:rPr kumimoji="1" lang="zh-CN" altLang="en-US" sz="2400" b="1">
                <a:latin typeface="Arial" panose="020B0604020202020204" pitchFamily="34" charset="0"/>
                <a:ea typeface="楷体" panose="02010609060101010101" pitchFamily="49" charset="-122"/>
                <a:cs typeface="Arial" panose="020B0604020202020204" pitchFamily="34" charset="0"/>
              </a:rPr>
              <a:t> 竞聚率的测定</a:t>
            </a:r>
            <a:endParaRPr kumimoji="1" lang="en-US" altLang="zh-CN" sz="2400">
              <a:latin typeface="Arial" panose="020B0604020202020204" pitchFamily="34" charset="0"/>
              <a:ea typeface="楷体" panose="02010609060101010101" pitchFamily="49" charset="-122"/>
              <a:cs typeface="Arial" panose="020B0604020202020204" pitchFamily="34" charset="0"/>
            </a:endParaRPr>
          </a:p>
        </p:txBody>
      </p:sp>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6434"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F70F86DC-C605-4BC3-8842-9DCB5CE8D9CF}"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46</a:t>
            </a:fld>
            <a:endParaRPr lang="en-US" altLang="zh-CN" sz="1400">
              <a:latin typeface="Times New Roman" panose="02020603050405020304" pitchFamily="18" charset="0"/>
              <a:ea typeface="宋体" panose="02010600030101010101" pitchFamily="2" charset="-122"/>
            </a:endParaRPr>
          </a:p>
        </p:txBody>
      </p:sp>
      <p:sp>
        <p:nvSpPr>
          <p:cNvPr id="146435" name="Text Box 2"/>
          <p:cNvSpPr txBox="1">
            <a:spLocks noChangeArrowheads="1"/>
          </p:cNvSpPr>
          <p:nvPr/>
        </p:nvSpPr>
        <p:spPr bwMode="auto">
          <a:xfrm>
            <a:off x="395288" y="306388"/>
            <a:ext cx="1905000" cy="49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5000"/>
              </a:lnSpc>
              <a:spcBef>
                <a:spcPct val="50000"/>
              </a:spcBef>
              <a:buFontTx/>
              <a:buNone/>
            </a:pPr>
            <a:r>
              <a:rPr kumimoji="1" lang="zh-CN" altLang="en-US" sz="2400" b="1">
                <a:solidFill>
                  <a:srgbClr val="FF0000"/>
                </a:solidFill>
                <a:latin typeface="楷体" panose="02010609060101010101" pitchFamily="49" charset="-122"/>
                <a:ea typeface="楷体" panose="02010609060101010101" pitchFamily="49" charset="-122"/>
              </a:rPr>
              <a:t>直线交叉法</a:t>
            </a:r>
          </a:p>
        </p:txBody>
      </p:sp>
      <p:graphicFrame>
        <p:nvGraphicFramePr>
          <p:cNvPr id="146436" name="Object 3"/>
          <p:cNvGraphicFramePr>
            <a:graphicFrameLocks noChangeAspect="1"/>
          </p:cNvGraphicFramePr>
          <p:nvPr/>
        </p:nvGraphicFramePr>
        <p:xfrm>
          <a:off x="4414838" y="1584325"/>
          <a:ext cx="4217987" cy="1050925"/>
        </p:xfrm>
        <a:graphic>
          <a:graphicData uri="http://schemas.openxmlformats.org/presentationml/2006/ole">
            <mc:AlternateContent xmlns:mc="http://schemas.openxmlformats.org/markup-compatibility/2006">
              <mc:Choice xmlns:v="urn:schemas-microsoft-com:vml" Requires="v">
                <p:oleObj spid="_x0000_s146494" name="公式" r:id="rId3" imgW="2184400" imgH="533400" progId="Equation.3">
                  <p:embed/>
                </p:oleObj>
              </mc:Choice>
              <mc:Fallback>
                <p:oleObj name="公式" r:id="rId3" imgW="2184400" imgH="5334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14838" y="1584325"/>
                        <a:ext cx="4217987" cy="105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6437" name="Text Box 4"/>
          <p:cNvSpPr txBox="1">
            <a:spLocks noChangeArrowheads="1"/>
          </p:cNvSpPr>
          <p:nvPr/>
        </p:nvSpPr>
        <p:spPr bwMode="auto">
          <a:xfrm>
            <a:off x="379413" y="5759450"/>
            <a:ext cx="4749800"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FontTx/>
              <a:buNone/>
            </a:pPr>
            <a:r>
              <a:rPr kumimoji="1" lang="zh-CN" altLang="en-US" sz="2400">
                <a:solidFill>
                  <a:srgbClr val="FF0000"/>
                </a:solidFill>
                <a:latin typeface="楷体" panose="02010609060101010101" pitchFamily="49" charset="-122"/>
                <a:ea typeface="楷体" panose="02010609060101010101" pitchFamily="49" charset="-122"/>
              </a:rPr>
              <a:t>交叉区域大小与实验准确度有关。</a:t>
            </a:r>
          </a:p>
        </p:txBody>
      </p:sp>
      <p:sp>
        <p:nvSpPr>
          <p:cNvPr id="146438" name="Text Box 5"/>
          <p:cNvSpPr txBox="1">
            <a:spLocks noChangeArrowheads="1"/>
          </p:cNvSpPr>
          <p:nvPr/>
        </p:nvSpPr>
        <p:spPr bwMode="auto">
          <a:xfrm>
            <a:off x="379413" y="2881313"/>
            <a:ext cx="5924550" cy="2770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FontTx/>
              <a:buNone/>
            </a:pPr>
            <a:r>
              <a:rPr kumimoji="1" lang="zh-CN" altLang="en-US" sz="2400">
                <a:latin typeface="Arial" panose="020B0604020202020204" pitchFamily="34" charset="0"/>
                <a:ea typeface="楷体" panose="02010609060101010101" pitchFamily="49" charset="-122"/>
                <a:cs typeface="Arial" panose="020B0604020202020204" pitchFamily="34" charset="0"/>
              </a:rPr>
              <a:t>几组单体配比，</a:t>
            </a: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M</a:t>
            </a:r>
            <a:r>
              <a:rPr kumimoji="1" lang="en-US" altLang="zh-CN" sz="2400" baseline="-25000">
                <a:solidFill>
                  <a:srgbClr val="FF0000"/>
                </a:solidFill>
                <a:latin typeface="Arial" panose="020B0604020202020204" pitchFamily="34" charset="0"/>
                <a:ea typeface="楷体" panose="02010609060101010101" pitchFamily="49" charset="-122"/>
                <a:cs typeface="Arial" panose="020B0604020202020204" pitchFamily="34" charset="0"/>
              </a:rPr>
              <a:t>1</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]/[M</a:t>
            </a:r>
            <a:r>
              <a:rPr kumimoji="1" lang="en-US" altLang="zh-CN" sz="2400" baseline="-25000">
                <a:solidFill>
                  <a:srgbClr val="FF0000"/>
                </a:solidFill>
                <a:latin typeface="Arial" panose="020B0604020202020204" pitchFamily="34" charset="0"/>
                <a:ea typeface="楷体" panose="02010609060101010101" pitchFamily="49" charset="-122"/>
                <a:cs typeface="Arial" panose="020B0604020202020204" pitchFamily="34" charset="0"/>
              </a:rPr>
              <a:t>2</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 </a:t>
            </a:r>
            <a:r>
              <a:rPr kumimoji="1" lang="en-US" altLang="zh-CN" sz="2400">
                <a:latin typeface="Arial" panose="020B0604020202020204" pitchFamily="34" charset="0"/>
                <a:ea typeface="楷体" panose="02010609060101010101" pitchFamily="49" charset="-122"/>
                <a:cs typeface="Arial" panose="020B0604020202020204" pitchFamily="34" charset="0"/>
              </a:rPr>
              <a:t>→ </a:t>
            </a:r>
            <a:r>
              <a:rPr kumimoji="1" lang="zh-CN" altLang="en-US" sz="2400">
                <a:latin typeface="Arial" panose="020B0604020202020204" pitchFamily="34" charset="0"/>
                <a:ea typeface="楷体" panose="02010609060101010101" pitchFamily="49" charset="-122"/>
                <a:cs typeface="Arial" panose="020B0604020202020204" pitchFamily="34" charset="0"/>
              </a:rPr>
              <a:t>对应几组共聚物组成</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d[M</a:t>
            </a:r>
            <a:r>
              <a:rPr kumimoji="1" lang="en-US" altLang="zh-CN" sz="2400" baseline="-25000">
                <a:solidFill>
                  <a:srgbClr val="FF0000"/>
                </a:solidFill>
                <a:latin typeface="Arial" panose="020B0604020202020204" pitchFamily="34" charset="0"/>
                <a:ea typeface="楷体" panose="02010609060101010101" pitchFamily="49" charset="-122"/>
                <a:cs typeface="Arial" panose="020B0604020202020204" pitchFamily="34" charset="0"/>
              </a:rPr>
              <a:t>1</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]/d[M</a:t>
            </a:r>
            <a:r>
              <a:rPr kumimoji="1" lang="en-US" altLang="zh-CN" sz="2400" baseline="-25000">
                <a:solidFill>
                  <a:srgbClr val="FF0000"/>
                </a:solidFill>
                <a:latin typeface="Arial" panose="020B0604020202020204" pitchFamily="34" charset="0"/>
                <a:ea typeface="楷体" panose="02010609060101010101" pitchFamily="49" charset="-122"/>
                <a:cs typeface="Arial" panose="020B0604020202020204" pitchFamily="34" charset="0"/>
              </a:rPr>
              <a:t>2</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a:t>
            </a:r>
            <a:r>
              <a:rPr kumimoji="1" lang="en-US" altLang="zh-CN" sz="2400">
                <a:latin typeface="Arial" panose="020B0604020202020204" pitchFamily="34" charset="0"/>
                <a:ea typeface="楷体" panose="02010609060101010101" pitchFamily="49" charset="-122"/>
                <a:cs typeface="Arial" panose="020B0604020202020204" pitchFamily="34" charset="0"/>
              </a:rPr>
              <a:t>，</a:t>
            </a:r>
            <a:r>
              <a:rPr kumimoji="1" lang="zh-CN" altLang="en-US" sz="2400">
                <a:latin typeface="Arial" panose="020B0604020202020204" pitchFamily="34" charset="0"/>
                <a:ea typeface="楷体" panose="02010609060101010101" pitchFamily="49" charset="-122"/>
                <a:cs typeface="Arial" panose="020B0604020202020204" pitchFamily="34" charset="0"/>
              </a:rPr>
              <a:t>代入上式，不同的</a:t>
            </a:r>
            <a:r>
              <a:rPr kumimoji="1" lang="en-US" altLang="zh-CN" sz="2400">
                <a:latin typeface="Arial" panose="020B0604020202020204" pitchFamily="34" charset="0"/>
                <a:ea typeface="楷体" panose="02010609060101010101" pitchFamily="49" charset="-122"/>
                <a:cs typeface="Arial" panose="020B0604020202020204" pitchFamily="34" charset="0"/>
              </a:rPr>
              <a:t>r</a:t>
            </a:r>
            <a:r>
              <a:rPr kumimoji="1" lang="en-US" altLang="zh-CN" sz="2400" baseline="-25000">
                <a:latin typeface="Arial" panose="020B0604020202020204" pitchFamily="34" charset="0"/>
                <a:ea typeface="楷体" panose="02010609060101010101" pitchFamily="49" charset="-122"/>
                <a:cs typeface="Arial" panose="020B0604020202020204" pitchFamily="34" charset="0"/>
              </a:rPr>
              <a:t>2 </a:t>
            </a:r>
            <a:r>
              <a:rPr kumimoji="1" lang="en-US" altLang="zh-CN" sz="2400">
                <a:latin typeface="Arial" panose="020B0604020202020204" pitchFamily="34" charset="0"/>
                <a:ea typeface="楷体" panose="02010609060101010101" pitchFamily="49" charset="-122"/>
                <a:cs typeface="Arial" panose="020B0604020202020204" pitchFamily="34" charset="0"/>
              </a:rPr>
              <a:t>~r</a:t>
            </a:r>
            <a:r>
              <a:rPr kumimoji="1" lang="en-US" altLang="zh-CN" sz="2400" baseline="-25000">
                <a:latin typeface="Arial" panose="020B0604020202020204" pitchFamily="34" charset="0"/>
                <a:ea typeface="楷体" panose="02010609060101010101" pitchFamily="49" charset="-122"/>
                <a:cs typeface="Arial" panose="020B0604020202020204" pitchFamily="34" charset="0"/>
              </a:rPr>
              <a:t>1</a:t>
            </a:r>
            <a:r>
              <a:rPr kumimoji="1" lang="zh-CN" altLang="en-US" sz="2400">
                <a:latin typeface="Arial" panose="020B0604020202020204" pitchFamily="34" charset="0"/>
                <a:ea typeface="楷体" panose="02010609060101010101" pitchFamily="49" charset="-122"/>
                <a:cs typeface="Arial" panose="020B0604020202020204" pitchFamily="34" charset="0"/>
              </a:rPr>
              <a:t>直线。</a:t>
            </a:r>
          </a:p>
          <a:p>
            <a:pPr eaLnBrk="1" hangingPunct="1">
              <a:lnSpc>
                <a:spcPct val="125000"/>
              </a:lnSpc>
              <a:spcBef>
                <a:spcPct val="50000"/>
              </a:spcBef>
              <a:buFontTx/>
              <a:buNone/>
            </a:pPr>
            <a:endParaRPr kumimoji="1" lang="en-US" altLang="zh-CN" sz="2400">
              <a:latin typeface="Arial" panose="020B0604020202020204" pitchFamily="34" charset="0"/>
              <a:ea typeface="楷体" panose="02010609060101010101" pitchFamily="49" charset="-122"/>
              <a:cs typeface="Arial" panose="020B0604020202020204" pitchFamily="34" charset="0"/>
            </a:endParaRPr>
          </a:p>
          <a:p>
            <a:pPr eaLnBrk="1" hangingPunct="1">
              <a:lnSpc>
                <a:spcPct val="125000"/>
              </a:lnSpc>
              <a:spcBef>
                <a:spcPct val="50000"/>
              </a:spcBef>
              <a:buFontTx/>
              <a:buNone/>
            </a:pPr>
            <a:r>
              <a:rPr kumimoji="1" lang="zh-CN" altLang="en-US" sz="2400">
                <a:latin typeface="Arial" panose="020B0604020202020204" pitchFamily="34" charset="0"/>
                <a:ea typeface="楷体" panose="02010609060101010101" pitchFamily="49" charset="-122"/>
                <a:cs typeface="Arial" panose="020B0604020202020204" pitchFamily="34" charset="0"/>
              </a:rPr>
              <a:t>直线交点或交叉区域重心座标即为</a:t>
            </a:r>
            <a:r>
              <a:rPr kumimoji="1" lang="en-US" altLang="zh-CN" sz="2400">
                <a:latin typeface="Arial" panose="020B0604020202020204" pitchFamily="34" charset="0"/>
                <a:ea typeface="楷体" panose="02010609060101010101" pitchFamily="49" charset="-122"/>
                <a:cs typeface="Arial" panose="020B0604020202020204" pitchFamily="34" charset="0"/>
              </a:rPr>
              <a:t>r</a:t>
            </a:r>
            <a:r>
              <a:rPr kumimoji="1" lang="en-US" altLang="zh-CN" sz="2400" baseline="-25000">
                <a:latin typeface="Arial" panose="020B0604020202020204" pitchFamily="34" charset="0"/>
                <a:ea typeface="楷体" panose="02010609060101010101" pitchFamily="49" charset="-122"/>
                <a:cs typeface="Arial" panose="020B0604020202020204" pitchFamily="34" charset="0"/>
              </a:rPr>
              <a:t>1</a:t>
            </a:r>
            <a:r>
              <a:rPr kumimoji="1" lang="en-US" altLang="zh-CN" sz="2400">
                <a:latin typeface="Arial" panose="020B0604020202020204" pitchFamily="34" charset="0"/>
                <a:ea typeface="楷体" panose="02010609060101010101" pitchFamily="49" charset="-122"/>
                <a:cs typeface="Arial" panose="020B0604020202020204" pitchFamily="34" charset="0"/>
              </a:rPr>
              <a:t>、r</a:t>
            </a:r>
            <a:r>
              <a:rPr kumimoji="1" lang="en-US" altLang="zh-CN" sz="2400" baseline="-25000">
                <a:latin typeface="Arial" panose="020B0604020202020204" pitchFamily="34" charset="0"/>
                <a:ea typeface="楷体" panose="02010609060101010101" pitchFamily="49" charset="-122"/>
                <a:cs typeface="Arial" panose="020B0604020202020204" pitchFamily="34" charset="0"/>
              </a:rPr>
              <a:t>2</a:t>
            </a:r>
            <a:r>
              <a:rPr kumimoji="1" lang="en-US" altLang="zh-CN" sz="2400">
                <a:latin typeface="Arial" panose="020B0604020202020204" pitchFamily="34" charset="0"/>
                <a:ea typeface="楷体" panose="02010609060101010101" pitchFamily="49" charset="-122"/>
                <a:cs typeface="Arial" panose="020B0604020202020204" pitchFamily="34" charset="0"/>
              </a:rPr>
              <a:t>。 </a:t>
            </a:r>
          </a:p>
        </p:txBody>
      </p:sp>
      <p:graphicFrame>
        <p:nvGraphicFramePr>
          <p:cNvPr id="146439" name="Object 6"/>
          <p:cNvGraphicFramePr>
            <a:graphicFrameLocks noChangeAspect="1"/>
          </p:cNvGraphicFramePr>
          <p:nvPr/>
        </p:nvGraphicFramePr>
        <p:xfrm>
          <a:off x="395288" y="1012825"/>
          <a:ext cx="3468687" cy="892175"/>
        </p:xfrm>
        <a:graphic>
          <a:graphicData uri="http://schemas.openxmlformats.org/presentationml/2006/ole">
            <mc:AlternateContent xmlns:mc="http://schemas.openxmlformats.org/markup-compatibility/2006">
              <mc:Choice xmlns:v="urn:schemas-microsoft-com:vml" Requires="v">
                <p:oleObj spid="_x0000_s146495" name="公式" r:id="rId5" imgW="1866900" imgH="431800" progId="Equation.3">
                  <p:embed/>
                </p:oleObj>
              </mc:Choice>
              <mc:Fallback>
                <p:oleObj name="公式" r:id="rId5" imgW="1866900" imgH="4318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5288" y="1012825"/>
                        <a:ext cx="3468687"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46440" name="Picture 10" descr="0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94413" y="3013075"/>
            <a:ext cx="2706687" cy="2532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6441" name="Text Box 11"/>
          <p:cNvSpPr txBox="1">
            <a:spLocks noChangeArrowheads="1"/>
          </p:cNvSpPr>
          <p:nvPr/>
        </p:nvSpPr>
        <p:spPr bwMode="auto">
          <a:xfrm>
            <a:off x="6303963" y="5549900"/>
            <a:ext cx="3275012" cy="423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FontTx/>
              <a:buNone/>
            </a:pPr>
            <a:r>
              <a:rPr kumimoji="1" lang="zh-CN" altLang="en-US" sz="2000">
                <a:latin typeface="楷体" panose="02010609060101010101" pitchFamily="49" charset="-122"/>
                <a:ea typeface="楷体" panose="02010609060101010101" pitchFamily="49" charset="-122"/>
              </a:rPr>
              <a:t>直线交点法求</a:t>
            </a:r>
            <a:r>
              <a:rPr kumimoji="1" lang="en-GB" altLang="zh-CN" sz="2000">
                <a:latin typeface="楷体" panose="02010609060101010101" pitchFamily="49" charset="-122"/>
                <a:ea typeface="楷体" panose="02010609060101010101" pitchFamily="49" charset="-122"/>
              </a:rPr>
              <a:t>r</a:t>
            </a:r>
            <a:r>
              <a:rPr kumimoji="1" lang="en-GB" altLang="zh-CN" sz="2000" baseline="-25000">
                <a:latin typeface="楷体" panose="02010609060101010101" pitchFamily="49" charset="-122"/>
                <a:ea typeface="楷体" panose="02010609060101010101" pitchFamily="49" charset="-122"/>
              </a:rPr>
              <a:t>1</a:t>
            </a:r>
            <a:r>
              <a:rPr kumimoji="1" lang="en-GB" altLang="zh-CN" sz="2000">
                <a:latin typeface="楷体" panose="02010609060101010101" pitchFamily="49" charset="-122"/>
                <a:ea typeface="楷体" panose="02010609060101010101" pitchFamily="49" charset="-122"/>
              </a:rPr>
              <a:t>、r</a:t>
            </a:r>
            <a:r>
              <a:rPr kumimoji="1" lang="en-GB" altLang="zh-CN" sz="2000" baseline="-25000">
                <a:latin typeface="楷体" panose="02010609060101010101" pitchFamily="49" charset="-122"/>
                <a:ea typeface="楷体" panose="02010609060101010101" pitchFamily="49" charset="-122"/>
              </a:rPr>
              <a:t>2</a:t>
            </a:r>
            <a:r>
              <a:rPr kumimoji="1" lang="zh-CN" altLang="en-GB" sz="2000">
                <a:latin typeface="楷体" panose="02010609060101010101" pitchFamily="49" charset="-122"/>
                <a:ea typeface="楷体" panose="02010609060101010101" pitchFamily="49" charset="-122"/>
              </a:rPr>
              <a:t>值</a:t>
            </a:r>
            <a:endParaRPr kumimoji="1" lang="zh-CN" altLang="en-US" sz="2000">
              <a:latin typeface="楷体" panose="02010609060101010101" pitchFamily="49" charset="-122"/>
              <a:ea typeface="楷体" panose="02010609060101010101" pitchFamily="49" charset="-122"/>
            </a:endParaRPr>
          </a:p>
        </p:txBody>
      </p:sp>
      <p:sp>
        <p:nvSpPr>
          <p:cNvPr id="3" name="箭头: 虚尾 2">
            <a:extLst>
              <a:ext uri="{FF2B5EF4-FFF2-40B4-BE49-F238E27FC236}">
                <a16:creationId xmlns:a16="http://schemas.microsoft.com/office/drawing/2014/main" id="{CDB5BA6E-4AF2-4038-80F5-4FFF25333415}"/>
              </a:ext>
            </a:extLst>
          </p:cNvPr>
          <p:cNvSpPr/>
          <p:nvPr/>
        </p:nvSpPr>
        <p:spPr>
          <a:xfrm>
            <a:off x="3995738" y="1304925"/>
            <a:ext cx="576262" cy="347663"/>
          </a:xfrm>
          <a:prstGeom prst="stripedRightArrow">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 name="箭头: 虚尾 3">
            <a:extLst>
              <a:ext uri="{FF2B5EF4-FFF2-40B4-BE49-F238E27FC236}">
                <a16:creationId xmlns:a16="http://schemas.microsoft.com/office/drawing/2014/main" id="{3AD2F1C7-A7F6-4D05-BCAB-61912902FCF5}"/>
              </a:ext>
            </a:extLst>
          </p:cNvPr>
          <p:cNvSpPr/>
          <p:nvPr/>
        </p:nvSpPr>
        <p:spPr>
          <a:xfrm rot="5400000">
            <a:off x="2698750" y="4244975"/>
            <a:ext cx="803275" cy="447675"/>
          </a:xfrm>
          <a:prstGeom prst="stripedRightArrow">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7458"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D733A891-7903-4D01-8CBD-E745E658A123}"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47</a:t>
            </a:fld>
            <a:endParaRPr lang="en-US" altLang="zh-CN" sz="1400">
              <a:latin typeface="Times New Roman" panose="02020603050405020304" pitchFamily="18" charset="0"/>
              <a:ea typeface="宋体" panose="02010600030101010101" pitchFamily="2" charset="-122"/>
            </a:endParaRPr>
          </a:p>
        </p:txBody>
      </p:sp>
      <p:sp>
        <p:nvSpPr>
          <p:cNvPr id="147459" name="Rectangle 2"/>
          <p:cNvSpPr>
            <a:spLocks noChangeArrowheads="1"/>
          </p:cNvSpPr>
          <p:nvPr/>
        </p:nvSpPr>
        <p:spPr bwMode="auto">
          <a:xfrm>
            <a:off x="315913" y="4006850"/>
            <a:ext cx="8305800" cy="1314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50000"/>
              </a:lnSpc>
              <a:spcBef>
                <a:spcPct val="50000"/>
              </a:spcBef>
              <a:buFontTx/>
              <a:buNone/>
            </a:pPr>
            <a:r>
              <a:rPr kumimoji="1" lang="zh-CN" altLang="en-US" sz="2400">
                <a:latin typeface="Arial" panose="020B0604020202020204" pitchFamily="34" charset="0"/>
                <a:ea typeface="楷体" panose="02010609060101010101" pitchFamily="49" charset="-122"/>
                <a:cs typeface="Arial" panose="020B0604020202020204" pitchFamily="34" charset="0"/>
              </a:rPr>
              <a:t>在不同</a:t>
            </a:r>
            <a:r>
              <a:rPr kumimoji="1" lang="en-US" altLang="zh-CN" sz="2400">
                <a:latin typeface="Arial" panose="020B0604020202020204" pitchFamily="34" charset="0"/>
                <a:ea typeface="楷体" panose="02010609060101010101" pitchFamily="49" charset="-122"/>
                <a:cs typeface="Arial" panose="020B0604020202020204" pitchFamily="34" charset="0"/>
              </a:rPr>
              <a:t>R</a:t>
            </a:r>
            <a:r>
              <a:rPr kumimoji="1" lang="zh-CN" altLang="en-US" sz="2400">
                <a:latin typeface="Arial" panose="020B0604020202020204" pitchFamily="34" charset="0"/>
                <a:ea typeface="楷体" panose="02010609060101010101" pitchFamily="49" charset="-122"/>
                <a:cs typeface="Arial" panose="020B0604020202020204" pitchFamily="34" charset="0"/>
              </a:rPr>
              <a:t>下共聚，测定</a:t>
            </a:r>
            <a:r>
              <a:rPr kumimoji="1" lang="en-US" altLang="zh-CN" sz="2400">
                <a:latin typeface="Arial" panose="020B0604020202020204" pitchFamily="34" charset="0"/>
                <a:ea typeface="楷体" panose="02010609060101010101" pitchFamily="49" charset="-122"/>
                <a:cs typeface="Arial" panose="020B0604020202020204" pitchFamily="34" charset="0"/>
              </a:rPr>
              <a:t>ρ，</a:t>
            </a:r>
          </a:p>
          <a:p>
            <a:pPr eaLnBrk="1" hangingPunct="1">
              <a:lnSpc>
                <a:spcPct val="150000"/>
              </a:lnSpc>
              <a:spcBef>
                <a:spcPct val="50000"/>
              </a:spcBef>
              <a:buFontTx/>
              <a:buNone/>
            </a:pPr>
            <a:r>
              <a:rPr kumimoji="1" lang="zh-CN" altLang="en-US" sz="2400">
                <a:latin typeface="Arial" panose="020B0604020202020204" pitchFamily="34" charset="0"/>
                <a:ea typeface="楷体" panose="02010609060101010101" pitchFamily="49" charset="-122"/>
                <a:cs typeface="Arial" panose="020B0604020202020204" pitchFamily="34" charset="0"/>
              </a:rPr>
              <a:t>以                 对        作图，由直线斜率、截距得</a:t>
            </a:r>
            <a:r>
              <a:rPr kumimoji="1" lang="en-US" altLang="zh-CN" sz="2400">
                <a:latin typeface="Arial" panose="020B0604020202020204" pitchFamily="34" charset="0"/>
                <a:ea typeface="楷体" panose="02010609060101010101" pitchFamily="49" charset="-122"/>
                <a:cs typeface="Arial" panose="020B0604020202020204" pitchFamily="34" charset="0"/>
              </a:rPr>
              <a:t>r</a:t>
            </a:r>
            <a:r>
              <a:rPr kumimoji="1" lang="en-US" altLang="zh-CN" sz="2400" baseline="-25000">
                <a:latin typeface="Arial" panose="020B0604020202020204" pitchFamily="34" charset="0"/>
                <a:ea typeface="楷体" panose="02010609060101010101" pitchFamily="49" charset="-122"/>
                <a:cs typeface="Arial" panose="020B0604020202020204" pitchFamily="34" charset="0"/>
              </a:rPr>
              <a:t>1</a:t>
            </a:r>
            <a:r>
              <a:rPr kumimoji="1" lang="en-US" altLang="zh-CN" sz="2400">
                <a:latin typeface="Arial" panose="020B0604020202020204" pitchFamily="34" charset="0"/>
                <a:ea typeface="楷体" panose="02010609060101010101" pitchFamily="49" charset="-122"/>
                <a:cs typeface="Arial" panose="020B0604020202020204" pitchFamily="34" charset="0"/>
              </a:rPr>
              <a:t>、r</a:t>
            </a:r>
            <a:r>
              <a:rPr kumimoji="1" lang="en-US" altLang="zh-CN" sz="2400" baseline="-25000">
                <a:latin typeface="Arial" panose="020B0604020202020204" pitchFamily="34" charset="0"/>
                <a:ea typeface="楷体" panose="02010609060101010101" pitchFamily="49" charset="-122"/>
                <a:cs typeface="Arial" panose="020B0604020202020204" pitchFamily="34" charset="0"/>
              </a:rPr>
              <a:t>2</a:t>
            </a:r>
            <a:endParaRPr kumimoji="1" lang="en-US" altLang="zh-CN" sz="2400">
              <a:latin typeface="Arial" panose="020B0604020202020204" pitchFamily="34" charset="0"/>
              <a:ea typeface="楷体" panose="02010609060101010101" pitchFamily="49" charset="-122"/>
              <a:cs typeface="Arial" panose="020B0604020202020204" pitchFamily="34" charset="0"/>
            </a:endParaRPr>
          </a:p>
        </p:txBody>
      </p:sp>
      <p:graphicFrame>
        <p:nvGraphicFramePr>
          <p:cNvPr id="147460" name="Object 4"/>
          <p:cNvGraphicFramePr>
            <a:graphicFrameLocks noChangeAspect="1"/>
          </p:cNvGraphicFramePr>
          <p:nvPr/>
        </p:nvGraphicFramePr>
        <p:xfrm>
          <a:off x="4572000" y="2971800"/>
          <a:ext cx="1546225" cy="944563"/>
        </p:xfrm>
        <a:graphic>
          <a:graphicData uri="http://schemas.openxmlformats.org/presentationml/2006/ole">
            <mc:AlternateContent xmlns:mc="http://schemas.openxmlformats.org/markup-compatibility/2006">
              <mc:Choice xmlns:v="urn:schemas-microsoft-com:vml" Requires="v">
                <p:oleObj spid="_x0000_s147621" name="公式" r:id="rId4" imgW="761669" imgH="444307" progId="Equation.3">
                  <p:embed/>
                </p:oleObj>
              </mc:Choice>
              <mc:Fallback>
                <p:oleObj name="公式" r:id="rId4" imgW="761669" imgH="444307"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0" y="2971800"/>
                        <a:ext cx="1546225" cy="94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7461" name="Object 5"/>
          <p:cNvGraphicFramePr>
            <a:graphicFrameLocks noChangeAspect="1"/>
          </p:cNvGraphicFramePr>
          <p:nvPr/>
        </p:nvGraphicFramePr>
        <p:xfrm>
          <a:off x="947738" y="2998788"/>
          <a:ext cx="1697037" cy="887412"/>
        </p:xfrm>
        <a:graphic>
          <a:graphicData uri="http://schemas.openxmlformats.org/presentationml/2006/ole">
            <mc:AlternateContent xmlns:mc="http://schemas.openxmlformats.org/markup-compatibility/2006">
              <mc:Choice xmlns:v="urn:schemas-microsoft-com:vml" Requires="v">
                <p:oleObj spid="_x0000_s147622" name="公式" r:id="rId6" imgW="672808" imgH="444307" progId="Equation.3">
                  <p:embed/>
                </p:oleObj>
              </mc:Choice>
              <mc:Fallback>
                <p:oleObj name="公式" r:id="rId6" imgW="672808" imgH="444307"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47738" y="2998788"/>
                        <a:ext cx="1697037" cy="887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7462" name="Object 6"/>
          <p:cNvGraphicFramePr>
            <a:graphicFrameLocks noChangeAspect="1"/>
          </p:cNvGraphicFramePr>
          <p:nvPr/>
        </p:nvGraphicFramePr>
        <p:xfrm>
          <a:off x="4422775" y="1831975"/>
          <a:ext cx="4070350" cy="893763"/>
        </p:xfrm>
        <a:graphic>
          <a:graphicData uri="http://schemas.openxmlformats.org/presentationml/2006/ole">
            <mc:AlternateContent xmlns:mc="http://schemas.openxmlformats.org/markup-compatibility/2006">
              <mc:Choice xmlns:v="urn:schemas-microsoft-com:vml" Requires="v">
                <p:oleObj spid="_x0000_s147623" name="公式" r:id="rId8" imgW="1485900" imgH="457200" progId="Equation.3">
                  <p:embed/>
                </p:oleObj>
              </mc:Choice>
              <mc:Fallback>
                <p:oleObj name="公式" r:id="rId8" imgW="1485900" imgH="457200" progId="Equation.3">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22775" y="1831975"/>
                        <a:ext cx="4070350" cy="89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7463" name="Object 7"/>
          <p:cNvGraphicFramePr>
            <a:graphicFrameLocks noChangeAspect="1"/>
          </p:cNvGraphicFramePr>
          <p:nvPr/>
        </p:nvGraphicFramePr>
        <p:xfrm>
          <a:off x="812800" y="4829175"/>
          <a:ext cx="1246188" cy="614363"/>
        </p:xfrm>
        <a:graphic>
          <a:graphicData uri="http://schemas.openxmlformats.org/presentationml/2006/ole">
            <mc:AlternateContent xmlns:mc="http://schemas.openxmlformats.org/markup-compatibility/2006">
              <mc:Choice xmlns:v="urn:schemas-microsoft-com:vml" Requires="v">
                <p:oleObj spid="_x0000_s147624" name="公式" r:id="rId10" imgW="355292" imgH="393359" progId="Equation.3">
                  <p:embed/>
                </p:oleObj>
              </mc:Choice>
              <mc:Fallback>
                <p:oleObj name="公式" r:id="rId10" imgW="355292" imgH="393359" progId="Equation.3">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12800" y="4829175"/>
                        <a:ext cx="1246188"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7464" name="Object 8"/>
          <p:cNvGraphicFramePr>
            <a:graphicFrameLocks noChangeAspect="1"/>
          </p:cNvGraphicFramePr>
          <p:nvPr/>
        </p:nvGraphicFramePr>
        <p:xfrm>
          <a:off x="2554288" y="4719638"/>
          <a:ext cx="450850" cy="685800"/>
        </p:xfrm>
        <a:graphic>
          <a:graphicData uri="http://schemas.openxmlformats.org/presentationml/2006/ole">
            <mc:AlternateContent xmlns:mc="http://schemas.openxmlformats.org/markup-compatibility/2006">
              <mc:Choice xmlns:v="urn:schemas-microsoft-com:vml" Requires="v">
                <p:oleObj spid="_x0000_s147625" r:id="rId12" imgW="253890" imgH="393529" progId="Equation.3">
                  <p:embed/>
                </p:oleObj>
              </mc:Choice>
              <mc:Fallback>
                <p:oleObj r:id="rId12" imgW="253890" imgH="393529" progId="Equation.3">
                  <p:embed/>
                  <p:pic>
                    <p:nvPicPr>
                      <p:cNvPr id="0" name="Object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554288" y="4719638"/>
                        <a:ext cx="450850" cy="685800"/>
                      </a:xfrm>
                      <a:prstGeom prst="rect">
                        <a:avLst/>
                      </a:prstGeom>
                      <a:noFill/>
                      <a:ln>
                        <a:noFill/>
                      </a:ln>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47465" name="Rectangle 9"/>
          <p:cNvSpPr>
            <a:spLocks noChangeArrowheads="1"/>
          </p:cNvSpPr>
          <p:nvPr/>
        </p:nvSpPr>
        <p:spPr bwMode="auto">
          <a:xfrm>
            <a:off x="292100" y="342900"/>
            <a:ext cx="3200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kumimoji="1" lang="zh-CN" altLang="en-US" sz="2400" b="1">
                <a:solidFill>
                  <a:srgbClr val="FF0000"/>
                </a:solidFill>
                <a:latin typeface="楷体" panose="02010609060101010101" pitchFamily="49" charset="-122"/>
                <a:ea typeface="楷体" panose="02010609060101010101" pitchFamily="49" charset="-122"/>
              </a:rPr>
              <a:t>截距斜率法</a:t>
            </a:r>
          </a:p>
        </p:txBody>
      </p:sp>
      <p:sp>
        <p:nvSpPr>
          <p:cNvPr id="147466" name="Rectangle 12"/>
          <p:cNvSpPr>
            <a:spLocks noChangeArrowheads="1"/>
          </p:cNvSpPr>
          <p:nvPr/>
        </p:nvSpPr>
        <p:spPr bwMode="auto">
          <a:xfrm>
            <a:off x="2582863" y="3168650"/>
            <a:ext cx="20320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kumimoji="1" lang="zh-CN" altLang="en-US" sz="2400">
                <a:latin typeface="楷体" panose="02010609060101010101" pitchFamily="49" charset="-122"/>
                <a:ea typeface="楷体" panose="02010609060101010101" pitchFamily="49" charset="-122"/>
              </a:rPr>
              <a:t>，单体配比；</a:t>
            </a:r>
          </a:p>
        </p:txBody>
      </p:sp>
      <p:sp>
        <p:nvSpPr>
          <p:cNvPr id="147467" name="Rectangle 13"/>
          <p:cNvSpPr>
            <a:spLocks noChangeArrowheads="1"/>
          </p:cNvSpPr>
          <p:nvPr/>
        </p:nvSpPr>
        <p:spPr bwMode="auto">
          <a:xfrm>
            <a:off x="6078538" y="3168650"/>
            <a:ext cx="2030412"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kumimoji="1" lang="zh-CN" altLang="en-US" sz="2400">
                <a:latin typeface="楷体" panose="02010609060101010101" pitchFamily="49" charset="-122"/>
                <a:ea typeface="楷体" panose="02010609060101010101" pitchFamily="49" charset="-122"/>
              </a:rPr>
              <a:t>，共聚物组成</a:t>
            </a:r>
          </a:p>
        </p:txBody>
      </p:sp>
      <p:graphicFrame>
        <p:nvGraphicFramePr>
          <p:cNvPr id="147468" name="Object 15"/>
          <p:cNvGraphicFramePr>
            <a:graphicFrameLocks noChangeAspect="1"/>
          </p:cNvGraphicFramePr>
          <p:nvPr/>
        </p:nvGraphicFramePr>
        <p:xfrm>
          <a:off x="363538" y="1011238"/>
          <a:ext cx="3775075" cy="952500"/>
        </p:xfrm>
        <a:graphic>
          <a:graphicData uri="http://schemas.openxmlformats.org/presentationml/2006/ole">
            <mc:AlternateContent xmlns:mc="http://schemas.openxmlformats.org/markup-compatibility/2006">
              <mc:Choice xmlns:v="urn:schemas-microsoft-com:vml" Requires="v">
                <p:oleObj spid="_x0000_s147626" name="公式" r:id="rId14" imgW="1954951" imgH="444307" progId="Equation.3">
                  <p:embed/>
                </p:oleObj>
              </mc:Choice>
              <mc:Fallback>
                <p:oleObj name="公式" r:id="rId14" imgW="1954951" imgH="444307" progId="Equation.3">
                  <p:embed/>
                  <p:pic>
                    <p:nvPicPr>
                      <p:cNvPr id="0" name="Object 1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63538" y="1011238"/>
                        <a:ext cx="3775075"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7469" name="Rectangle 16"/>
          <p:cNvSpPr>
            <a:spLocks noChangeArrowheads="1"/>
          </p:cNvSpPr>
          <p:nvPr/>
        </p:nvSpPr>
        <p:spPr bwMode="auto">
          <a:xfrm>
            <a:off x="293688" y="5730875"/>
            <a:ext cx="7921625"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FontTx/>
              <a:buNone/>
            </a:pPr>
            <a:r>
              <a:rPr kumimoji="1" lang="zh-CN" altLang="en-US" sz="2400">
                <a:solidFill>
                  <a:srgbClr val="FF0000"/>
                </a:solidFill>
                <a:latin typeface="楷体" panose="02010609060101010101" pitchFamily="49" charset="-122"/>
                <a:ea typeface="楷体" panose="02010609060101010101" pitchFamily="49" charset="-122"/>
              </a:rPr>
              <a:t>以上方法只适用于低转化率，高转化率下需采用积分法。</a:t>
            </a:r>
            <a:endParaRPr kumimoji="1" lang="en-US" altLang="zh-CN" sz="2400">
              <a:solidFill>
                <a:srgbClr val="FF0000"/>
              </a:solidFill>
              <a:latin typeface="楷体" panose="02010609060101010101" pitchFamily="49" charset="-122"/>
              <a:ea typeface="楷体" panose="02010609060101010101" pitchFamily="49" charset="-122"/>
            </a:endParaRPr>
          </a:p>
        </p:txBody>
      </p:sp>
      <p:sp>
        <p:nvSpPr>
          <p:cNvPr id="4" name="箭头: 虚尾 3">
            <a:extLst>
              <a:ext uri="{FF2B5EF4-FFF2-40B4-BE49-F238E27FC236}">
                <a16:creationId xmlns:a16="http://schemas.microsoft.com/office/drawing/2014/main" id="{FCD5532F-06C9-48C6-A2CE-641F71073C2B}"/>
              </a:ext>
            </a:extLst>
          </p:cNvPr>
          <p:cNvSpPr/>
          <p:nvPr/>
        </p:nvSpPr>
        <p:spPr>
          <a:xfrm>
            <a:off x="4284663" y="1250950"/>
            <a:ext cx="660400" cy="407988"/>
          </a:xfrm>
          <a:prstGeom prst="stripedRightArrow">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9506"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63BA385B-CCB2-4019-AD65-9753B89A04AB}"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48</a:t>
            </a:fld>
            <a:endParaRPr lang="en-US" altLang="zh-CN" sz="1400">
              <a:latin typeface="Times New Roman" panose="02020603050405020304" pitchFamily="18" charset="0"/>
              <a:ea typeface="宋体" panose="02010600030101010101" pitchFamily="2" charset="-122"/>
            </a:endParaRPr>
          </a:p>
        </p:txBody>
      </p:sp>
      <p:graphicFrame>
        <p:nvGraphicFramePr>
          <p:cNvPr id="149507" name="Object 3"/>
          <p:cNvGraphicFramePr>
            <a:graphicFrameLocks noChangeAspect="1"/>
          </p:cNvGraphicFramePr>
          <p:nvPr/>
        </p:nvGraphicFramePr>
        <p:xfrm>
          <a:off x="1476375" y="1412875"/>
          <a:ext cx="6496050" cy="3149600"/>
        </p:xfrm>
        <a:graphic>
          <a:graphicData uri="http://schemas.openxmlformats.org/presentationml/2006/ole">
            <mc:AlternateContent xmlns:mc="http://schemas.openxmlformats.org/markup-compatibility/2006">
              <mc:Choice xmlns:v="urn:schemas-microsoft-com:vml" Requires="v">
                <p:oleObj spid="_x0000_s149589" name="公式" r:id="rId3" imgW="2603500" imgH="1803400" progId="Equation.3">
                  <p:embed/>
                </p:oleObj>
              </mc:Choice>
              <mc:Fallback>
                <p:oleObj name="公式" r:id="rId3" imgW="2603500" imgH="18034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l="-3203" t="-3937" r="-3203" b="-3937"/>
                      <a:stretch>
                        <a:fillRect/>
                      </a:stretch>
                    </p:blipFill>
                    <p:spPr bwMode="auto">
                      <a:xfrm>
                        <a:off x="1476375" y="1412875"/>
                        <a:ext cx="6496050" cy="314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9508" name="Object 4"/>
          <p:cNvGraphicFramePr>
            <a:graphicFrameLocks noChangeAspect="1"/>
          </p:cNvGraphicFramePr>
          <p:nvPr/>
        </p:nvGraphicFramePr>
        <p:xfrm>
          <a:off x="1755775" y="4437063"/>
          <a:ext cx="1668463" cy="946150"/>
        </p:xfrm>
        <a:graphic>
          <a:graphicData uri="http://schemas.openxmlformats.org/presentationml/2006/ole">
            <mc:AlternateContent xmlns:mc="http://schemas.openxmlformats.org/markup-compatibility/2006">
              <mc:Choice xmlns:v="urn:schemas-microsoft-com:vml" Requires="v">
                <p:oleObj spid="_x0000_s149590" name="公式" r:id="rId5" imgW="787058" imgH="444307" progId="Equation.3">
                  <p:embed/>
                </p:oleObj>
              </mc:Choice>
              <mc:Fallback>
                <p:oleObj name="公式" r:id="rId5" imgW="787058" imgH="444307"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55775" y="4437063"/>
                        <a:ext cx="1668463"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9509" name="Rectangle 9"/>
          <p:cNvSpPr>
            <a:spLocks noChangeArrowheads="1"/>
          </p:cNvSpPr>
          <p:nvPr/>
        </p:nvSpPr>
        <p:spPr bwMode="auto">
          <a:xfrm>
            <a:off x="395288" y="249238"/>
            <a:ext cx="1447800" cy="49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FontTx/>
              <a:buNone/>
            </a:pPr>
            <a:r>
              <a:rPr kumimoji="1" lang="zh-CN" altLang="en-US" sz="2400" b="1">
                <a:solidFill>
                  <a:srgbClr val="FF0000"/>
                </a:solidFill>
                <a:latin typeface="楷体" panose="02010609060101010101" pitchFamily="49" charset="-122"/>
                <a:ea typeface="楷体" panose="02010609060101010101" pitchFamily="49" charset="-122"/>
              </a:rPr>
              <a:t>积分法</a:t>
            </a:r>
          </a:p>
        </p:txBody>
      </p:sp>
      <p:graphicFrame>
        <p:nvGraphicFramePr>
          <p:cNvPr id="149510" name="Object 11"/>
          <p:cNvGraphicFramePr>
            <a:graphicFrameLocks noChangeAspect="1"/>
          </p:cNvGraphicFramePr>
          <p:nvPr/>
        </p:nvGraphicFramePr>
        <p:xfrm>
          <a:off x="1641475" y="433388"/>
          <a:ext cx="3633788" cy="919162"/>
        </p:xfrm>
        <a:graphic>
          <a:graphicData uri="http://schemas.openxmlformats.org/presentationml/2006/ole">
            <mc:AlternateContent xmlns:mc="http://schemas.openxmlformats.org/markup-compatibility/2006">
              <mc:Choice xmlns:v="urn:schemas-microsoft-com:vml" Requires="v">
                <p:oleObj spid="_x0000_s149591" name="公式" r:id="rId7" imgW="1954951" imgH="444307" progId="Equation.3">
                  <p:embed/>
                </p:oleObj>
              </mc:Choice>
              <mc:Fallback>
                <p:oleObj name="公式" r:id="rId7" imgW="1954951" imgH="444307" progId="Equation.3">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41475" y="433388"/>
                        <a:ext cx="3633788" cy="919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9511" name="Rectangle 12"/>
          <p:cNvSpPr>
            <a:spLocks noChangeArrowheads="1"/>
          </p:cNvSpPr>
          <p:nvPr/>
        </p:nvSpPr>
        <p:spPr bwMode="auto">
          <a:xfrm>
            <a:off x="468313" y="5727700"/>
            <a:ext cx="6838950" cy="554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FontTx/>
              <a:buNone/>
            </a:pPr>
            <a:r>
              <a:rPr kumimoji="1" lang="zh-CN" altLang="en-US" sz="2400" b="1">
                <a:latin typeface="楷体" panose="02010609060101010101" pitchFamily="49" charset="-122"/>
                <a:ea typeface="楷体" panose="02010609060101010101" pitchFamily="49" charset="-122"/>
              </a:rPr>
              <a:t>积分法实验简单，</a:t>
            </a:r>
            <a:r>
              <a:rPr kumimoji="1" lang="en-US" altLang="zh-CN" sz="2400" b="1">
                <a:latin typeface="楷体" panose="02010609060101010101" pitchFamily="49" charset="-122"/>
                <a:ea typeface="楷体" panose="02010609060101010101" pitchFamily="49" charset="-122"/>
              </a:rPr>
              <a:t>Excel</a:t>
            </a:r>
            <a:r>
              <a:rPr kumimoji="1" lang="zh-CN" altLang="en-US" sz="2400" b="1">
                <a:latin typeface="楷体" panose="02010609060101010101" pitchFamily="49" charset="-122"/>
                <a:ea typeface="楷体" panose="02010609060101010101" pitchFamily="49" charset="-122"/>
              </a:rPr>
              <a:t>求算或者简单编程计算。</a:t>
            </a:r>
            <a:endParaRPr kumimoji="1" lang="en-US" altLang="zh-CN" sz="2400" b="1">
              <a:latin typeface="楷体" panose="02010609060101010101" pitchFamily="49" charset="-122"/>
              <a:ea typeface="楷体" panose="02010609060101010101" pitchFamily="49" charset="-122"/>
            </a:endParaRPr>
          </a:p>
        </p:txBody>
      </p:sp>
      <p:sp>
        <p:nvSpPr>
          <p:cNvPr id="149512" name="矩形 2"/>
          <p:cNvSpPr>
            <a:spLocks noChangeArrowheads="1"/>
          </p:cNvSpPr>
          <p:nvPr/>
        </p:nvSpPr>
        <p:spPr bwMode="auto">
          <a:xfrm>
            <a:off x="4572000" y="4622800"/>
            <a:ext cx="3262313"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FontTx/>
              <a:buNone/>
            </a:pPr>
            <a:r>
              <a:rPr kumimoji="1" lang="zh-CN" altLang="en-US" sz="2400">
                <a:solidFill>
                  <a:srgbClr val="FF0000"/>
                </a:solidFill>
                <a:latin typeface="楷体" panose="02010609060101010101" pitchFamily="49" charset="-122"/>
                <a:ea typeface="楷体" panose="02010609060101010101" pitchFamily="49" charset="-122"/>
              </a:rPr>
              <a:t>隐式函数，试差法求取</a:t>
            </a:r>
            <a:endParaRPr lang="zh-CN" altLang="en-US" sz="2400">
              <a:solidFill>
                <a:srgbClr val="FF0000"/>
              </a:solidFill>
              <a:latin typeface="楷体" panose="02010609060101010101" pitchFamily="49" charset="-122"/>
              <a:ea typeface="楷体" panose="02010609060101010101" pitchFamily="49" charset="-122"/>
            </a:endParaRPr>
          </a:p>
        </p:txBody>
      </p:sp>
      <p:sp>
        <p:nvSpPr>
          <p:cNvPr id="4" name="箭头: 虚尾 3">
            <a:extLst>
              <a:ext uri="{FF2B5EF4-FFF2-40B4-BE49-F238E27FC236}">
                <a16:creationId xmlns:a16="http://schemas.microsoft.com/office/drawing/2014/main" id="{6956A346-8BAB-4BD2-929C-C4D64D549BCC}"/>
              </a:ext>
            </a:extLst>
          </p:cNvPr>
          <p:cNvSpPr/>
          <p:nvPr/>
        </p:nvSpPr>
        <p:spPr>
          <a:xfrm>
            <a:off x="5508625" y="644525"/>
            <a:ext cx="820738" cy="460375"/>
          </a:xfrm>
          <a:prstGeom prst="stripedRightArrow">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1A7DC4A3-BD31-4E1D-9523-AC22EF7F1081}"/>
              </a:ext>
            </a:extLst>
          </p:cNvPr>
          <p:cNvSpPr>
            <a:spLocks noGrp="1"/>
          </p:cNvSpPr>
          <p:nvPr>
            <p:ph type="sldNum" sz="quarter" idx="12"/>
          </p:nvPr>
        </p:nvSpPr>
        <p:spPr/>
        <p:txBody>
          <a:bodyPr/>
          <a:lstStyle/>
          <a:p>
            <a:pPr>
              <a:defRPr/>
            </a:pPr>
            <a:fld id="{86E098D9-4C81-4484-AA8C-B81A2F052DB9}" type="slidenum">
              <a:rPr lang="zh-CN" altLang="en-US" smtClean="0"/>
              <a:pPr>
                <a:defRPr/>
              </a:pPr>
              <a:t>49</a:t>
            </a:fld>
            <a:endParaRPr lang="en-US" altLang="zh-CN"/>
          </a:p>
        </p:txBody>
      </p:sp>
      <p:sp>
        <p:nvSpPr>
          <p:cNvPr id="150531"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endParaRPr lang="zh-CN" altLang="en-US" sz="1800"/>
          </a:p>
        </p:txBody>
      </p:sp>
      <p:sp>
        <p:nvSpPr>
          <p:cNvPr id="150532" name="矩形 5"/>
          <p:cNvSpPr>
            <a:spLocks noChangeArrowheads="1"/>
          </p:cNvSpPr>
          <p:nvPr/>
        </p:nvSpPr>
        <p:spPr bwMode="auto">
          <a:xfrm>
            <a:off x="169863" y="220663"/>
            <a:ext cx="11128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kumimoji="1" lang="zh-CN" altLang="en-US" sz="2400" b="1">
                <a:solidFill>
                  <a:srgbClr val="FF0000"/>
                </a:solidFill>
                <a:latin typeface="楷体" panose="02010609060101010101" pitchFamily="49" charset="-122"/>
                <a:ea typeface="楷体" panose="02010609060101010101" pitchFamily="49" charset="-122"/>
              </a:rPr>
              <a:t>例如：</a:t>
            </a:r>
            <a:endParaRPr lang="zh-CN" altLang="en-US" sz="2400">
              <a:solidFill>
                <a:srgbClr val="FF0000"/>
              </a:solidFill>
            </a:endParaRPr>
          </a:p>
        </p:txBody>
      </p:sp>
      <p:pic>
        <p:nvPicPr>
          <p:cNvPr id="7" name="图片 6">
            <a:extLst>
              <a:ext uri="{FF2B5EF4-FFF2-40B4-BE49-F238E27FC236}">
                <a16:creationId xmlns:a16="http://schemas.microsoft.com/office/drawing/2014/main" id="{A81B9D39-E8A8-437B-88F9-18C5B5354592}"/>
              </a:ext>
            </a:extLst>
          </p:cNvPr>
          <p:cNvPicPr>
            <a:picLocks noChangeAspect="1"/>
          </p:cNvPicPr>
          <p:nvPr/>
        </p:nvPicPr>
        <p:blipFill>
          <a:blip r:embed="rId3"/>
          <a:stretch>
            <a:fillRect/>
          </a:stretch>
        </p:blipFill>
        <p:spPr>
          <a:xfrm>
            <a:off x="2339975" y="1463675"/>
            <a:ext cx="4464050" cy="3094038"/>
          </a:xfrm>
          <a:prstGeom prst="rect">
            <a:avLst/>
          </a:prstGeom>
          <a:solidFill>
            <a:schemeClr val="bg1">
              <a:lumMod val="95000"/>
            </a:schemeClr>
          </a:solidFill>
        </p:spPr>
      </p:pic>
      <p:pic>
        <p:nvPicPr>
          <p:cNvPr id="17510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7188" y="841375"/>
            <a:ext cx="8429625" cy="588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75107"/>
                                        </p:tgtEl>
                                        <p:attrNameLst>
                                          <p:attrName>style.visibility</p:attrName>
                                        </p:attrNameLst>
                                      </p:cBhvr>
                                      <p:to>
                                        <p:strVal val="visible"/>
                                      </p:to>
                                    </p:set>
                                    <p:anim calcmode="lin" valueType="num">
                                      <p:cBhvr additive="base">
                                        <p:cTn id="7" dur="500" fill="hold"/>
                                        <p:tgtEl>
                                          <p:spTgt spid="175107"/>
                                        </p:tgtEl>
                                        <p:attrNameLst>
                                          <p:attrName>ppt_x</p:attrName>
                                        </p:attrNameLst>
                                      </p:cBhvr>
                                      <p:tavLst>
                                        <p:tav tm="0">
                                          <p:val>
                                            <p:strVal val="#ppt_x"/>
                                          </p:val>
                                        </p:tav>
                                        <p:tav tm="100000">
                                          <p:val>
                                            <p:strVal val="#ppt_x"/>
                                          </p:val>
                                        </p:tav>
                                      </p:tavLst>
                                    </p:anim>
                                    <p:anim calcmode="lin" valueType="num">
                                      <p:cBhvr additive="base">
                                        <p:cTn id="8" dur="500" fill="hold"/>
                                        <p:tgtEl>
                                          <p:spTgt spid="17510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38E18F2-8C6A-4973-AC67-B9D4D1247B7F}"/>
              </a:ext>
            </a:extLst>
          </p:cNvPr>
          <p:cNvSpPr>
            <a:spLocks noGrp="1"/>
          </p:cNvSpPr>
          <p:nvPr>
            <p:ph type="sldNum" sz="quarter" idx="12"/>
          </p:nvPr>
        </p:nvSpPr>
        <p:spPr/>
        <p:txBody>
          <a:bodyPr/>
          <a:lstStyle/>
          <a:p>
            <a:pPr>
              <a:defRPr/>
            </a:pPr>
            <a:fld id="{6DE3718F-BBAD-4B5A-A18D-2BF29E53C09F}" type="slidenum">
              <a:rPr lang="zh-CN" altLang="en-US" smtClean="0"/>
              <a:pPr>
                <a:defRPr/>
              </a:pPr>
              <a:t>50</a:t>
            </a:fld>
            <a:endParaRPr lang="en-US" altLang="zh-CN"/>
          </a:p>
        </p:txBody>
      </p:sp>
      <p:sp>
        <p:nvSpPr>
          <p:cNvPr id="3" name="矩形 2">
            <a:extLst>
              <a:ext uri="{FF2B5EF4-FFF2-40B4-BE49-F238E27FC236}">
                <a16:creationId xmlns:a16="http://schemas.microsoft.com/office/drawing/2014/main" id="{7B0AF1E0-175C-46D4-910F-F67DC2EABB02}"/>
              </a:ext>
            </a:extLst>
          </p:cNvPr>
          <p:cNvSpPr/>
          <p:nvPr/>
        </p:nvSpPr>
        <p:spPr>
          <a:xfrm>
            <a:off x="323850" y="333375"/>
            <a:ext cx="2501900" cy="922338"/>
          </a:xfrm>
          <a:prstGeom prst="rect">
            <a:avLst/>
          </a:prstGeom>
        </p:spPr>
        <p:txBody>
          <a:bodyPr>
            <a:spAutoFit/>
          </a:bodyPr>
          <a:lstStyle/>
          <a:p>
            <a:pPr algn="just">
              <a:lnSpc>
                <a:spcPct val="150000"/>
              </a:lnSpc>
              <a:spcAft>
                <a:spcPts val="0"/>
              </a:spcAft>
              <a:defRPr/>
            </a:pPr>
            <a:r>
              <a:rPr lang="en-US" altLang="zh-CN" b="1" kern="100" dirty="0">
                <a:latin typeface="Arial" panose="020B0604020202020204" pitchFamily="34" charset="0"/>
                <a:ea typeface="黑体" panose="02010609060101010101" pitchFamily="49" charset="-122"/>
              </a:rPr>
              <a:t>Mayo-Lewis</a:t>
            </a:r>
            <a:r>
              <a:rPr lang="zh-CN" altLang="zh-CN" kern="100" spc="100" dirty="0">
                <a:latin typeface="Times New Roman" panose="02020603050405020304" pitchFamily="18" charset="0"/>
                <a:ea typeface="黑体" panose="02010609060101010101" pitchFamily="49" charset="-122"/>
              </a:rPr>
              <a:t>积分法</a:t>
            </a:r>
            <a:endParaRPr lang="en-US" altLang="zh-CN" sz="1400" kern="100" spc="100" dirty="0">
              <a:latin typeface="Times New Roman" panose="02020603050405020304" pitchFamily="18" charset="0"/>
              <a:ea typeface="宋体" panose="02010600030101010101" pitchFamily="2" charset="-122"/>
            </a:endParaRPr>
          </a:p>
          <a:p>
            <a:pPr algn="just">
              <a:lnSpc>
                <a:spcPct val="150000"/>
              </a:lnSpc>
              <a:spcAft>
                <a:spcPts val="0"/>
              </a:spcAft>
              <a:defRPr/>
            </a:pPr>
            <a:r>
              <a:rPr lang="en-US" altLang="zh-CN" b="1" kern="100" dirty="0">
                <a:latin typeface="Times New Roman" panose="02020603050405020304" pitchFamily="18" charset="0"/>
                <a:ea typeface="宋体" panose="02010600030101010101" pitchFamily="2" charset="-122"/>
              </a:rPr>
              <a:t>MA/ATMP</a:t>
            </a:r>
            <a:r>
              <a:rPr lang="zh-CN" altLang="zh-CN" b="1" kern="100" dirty="0">
                <a:latin typeface="Times New Roman" panose="02020603050405020304" pitchFamily="18" charset="0"/>
                <a:ea typeface="宋体" panose="02010600030101010101" pitchFamily="2" charset="-122"/>
              </a:rPr>
              <a:t>共聚体系</a:t>
            </a:r>
            <a:endParaRPr lang="zh-CN" altLang="zh-CN" sz="1400" kern="100" dirty="0">
              <a:latin typeface="Times New Roman" panose="02020603050405020304" pitchFamily="18" charset="0"/>
              <a:ea typeface="宋体" panose="02010600030101010101" pitchFamily="2" charset="-122"/>
            </a:endParaRPr>
          </a:p>
        </p:txBody>
      </p:sp>
      <p:sp>
        <p:nvSpPr>
          <p:cNvPr id="152580" name="Rectangle 1"/>
          <p:cNvSpPr>
            <a:spLocks noChangeArrowheads="1"/>
          </p:cNvSpPr>
          <p:nvPr/>
        </p:nvSpPr>
        <p:spPr bwMode="auto">
          <a:xfrm flipH="1">
            <a:off x="152400" y="2495550"/>
            <a:ext cx="8728075" cy="193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2000">
                <a:latin typeface="Times New Roman" panose="02020603050405020304" pitchFamily="18" charset="0"/>
                <a:ea typeface="宋体" panose="02010600030101010101" pitchFamily="2" charset="-122"/>
                <a:cs typeface="Times New Roman" panose="02020603050405020304" pitchFamily="18" charset="0"/>
              </a:rPr>
              <a:t>设共聚物中 </a:t>
            </a:r>
            <a:r>
              <a:rPr lang="en-US" altLang="zh-CN" sz="2000">
                <a:latin typeface="Times New Roman" panose="02020603050405020304" pitchFamily="18" charset="0"/>
                <a:ea typeface="宋体" panose="02010600030101010101" pitchFamily="2" charset="-122"/>
                <a:cs typeface="Times New Roman" panose="02020603050405020304" pitchFamily="18" charset="0"/>
              </a:rPr>
              <a:t>-OCH</a:t>
            </a:r>
            <a:r>
              <a:rPr lang="en-US" altLang="zh-CN" sz="2000" baseline="-30000">
                <a:latin typeface="Times New Roman" panose="02020603050405020304" pitchFamily="18" charset="0"/>
                <a:ea typeface="宋体" panose="02010600030101010101" pitchFamily="2" charset="-122"/>
                <a:cs typeface="Times New Roman" panose="02020603050405020304" pitchFamily="18" charset="0"/>
              </a:rPr>
              <a:t>3 </a:t>
            </a:r>
            <a:r>
              <a:rPr lang="zh-CN" altLang="en-US" sz="2000">
                <a:latin typeface="Times New Roman" panose="02020603050405020304" pitchFamily="18" charset="0"/>
                <a:ea typeface="宋体" panose="02010600030101010101" pitchFamily="2" charset="-122"/>
                <a:cs typeface="Times New Roman" panose="02020603050405020304" pitchFamily="18" charset="0"/>
              </a:rPr>
              <a:t>质子吸收峰（</a:t>
            </a:r>
            <a:r>
              <a:rPr lang="en-US" altLang="zh-CN" sz="2000">
                <a:latin typeface="Times New Roman" panose="02020603050405020304" pitchFamily="18" charset="0"/>
                <a:ea typeface="宋体" panose="02010600030101010101" pitchFamily="2" charset="-122"/>
                <a:cs typeface="Times New Roman" panose="02020603050405020304" pitchFamily="18" charset="0"/>
              </a:rPr>
              <a:t>3.66 ppm</a:t>
            </a:r>
            <a:r>
              <a:rPr lang="zh-CN" altLang="en-US" sz="2000">
                <a:latin typeface="Times New Roman" panose="02020603050405020304" pitchFamily="18" charset="0"/>
                <a:ea typeface="宋体" panose="02010600030101010101" pitchFamily="2" charset="-122"/>
                <a:cs typeface="Times New Roman" panose="02020603050405020304" pitchFamily="18" charset="0"/>
              </a:rPr>
              <a:t>附近）的面积为</a:t>
            </a:r>
            <a:r>
              <a:rPr lang="en-US" altLang="zh-CN" sz="2000">
                <a:latin typeface="Times New Roman" panose="02020603050405020304" pitchFamily="18" charset="0"/>
                <a:ea typeface="宋体" panose="02010600030101010101" pitchFamily="2" charset="-122"/>
                <a:cs typeface="Times New Roman" panose="02020603050405020304" pitchFamily="18" charset="0"/>
              </a:rPr>
              <a:t>A</a:t>
            </a:r>
            <a:r>
              <a:rPr lang="zh-CN" altLang="en-US" sz="2000">
                <a:latin typeface="Times New Roman" panose="02020603050405020304" pitchFamily="18" charset="0"/>
                <a:ea typeface="宋体" panose="02010600030101010101" pitchFamily="2" charset="-122"/>
                <a:cs typeface="Times New Roman" panose="02020603050405020304" pitchFamily="18" charset="0"/>
              </a:rPr>
              <a:t>，而其它所有质子吸收峰面积之和为</a:t>
            </a:r>
            <a:r>
              <a:rPr lang="en-US" altLang="zh-CN" sz="2000">
                <a:latin typeface="Times New Roman" panose="02020603050405020304" pitchFamily="18" charset="0"/>
                <a:ea typeface="宋体" panose="02010600030101010101" pitchFamily="2" charset="-122"/>
                <a:cs typeface="Times New Roman" panose="02020603050405020304" pitchFamily="18" charset="0"/>
              </a:rPr>
              <a:t>R</a:t>
            </a:r>
            <a:r>
              <a:rPr lang="zh-CN" altLang="en-US" sz="2000">
                <a:latin typeface="Times New Roman" panose="02020603050405020304" pitchFamily="18" charset="0"/>
                <a:ea typeface="宋体" panose="02010600030101010101" pitchFamily="2" charset="-122"/>
                <a:cs typeface="Times New Roman" panose="02020603050405020304" pitchFamily="18" charset="0"/>
              </a:rPr>
              <a:t>；每个质子氢</a:t>
            </a:r>
            <a:r>
              <a:rPr lang="en-US" altLang="zh-CN" sz="2000">
                <a:latin typeface="Times New Roman" panose="02020603050405020304" pitchFamily="18" charset="0"/>
                <a:ea typeface="宋体" panose="02010600030101010101" pitchFamily="2" charset="-122"/>
                <a:cs typeface="Times New Roman" panose="02020603050405020304" pitchFamily="18" charset="0"/>
              </a:rPr>
              <a:t>H</a:t>
            </a:r>
            <a:r>
              <a:rPr lang="zh-CN" altLang="en-US" sz="2000">
                <a:latin typeface="Times New Roman" panose="02020603050405020304" pitchFamily="18" charset="0"/>
                <a:ea typeface="宋体" panose="02010600030101010101" pitchFamily="2" charset="-122"/>
                <a:cs typeface="Times New Roman" panose="02020603050405020304" pitchFamily="18" charset="0"/>
              </a:rPr>
              <a:t>所分配的相应峰面积为</a:t>
            </a:r>
            <a:r>
              <a:rPr lang="en-US" altLang="zh-CN" sz="2000">
                <a:latin typeface="Times New Roman" panose="02020603050405020304" pitchFamily="18" charset="0"/>
                <a:ea typeface="宋体" panose="02010600030101010101" pitchFamily="2" charset="-122"/>
                <a:cs typeface="Times New Roman" panose="02020603050405020304" pitchFamily="18" charset="0"/>
              </a:rPr>
              <a:t>a</a:t>
            </a:r>
            <a:r>
              <a:rPr lang="zh-CN" altLang="en-US" sz="2000">
                <a:latin typeface="Times New Roman" panose="02020603050405020304" pitchFamily="18" charset="0"/>
                <a:ea typeface="宋体" panose="02010600030101010101" pitchFamily="2" charset="-122"/>
                <a:cs typeface="Times New Roman" panose="02020603050405020304" pitchFamily="18" charset="0"/>
              </a:rPr>
              <a:t>。在</a:t>
            </a:r>
            <a:r>
              <a:rPr lang="en-US" altLang="zh-CN" sz="2000">
                <a:latin typeface="Times New Roman" panose="02020603050405020304" pitchFamily="18" charset="0"/>
                <a:ea typeface="宋体" panose="02010600030101010101" pitchFamily="2" charset="-122"/>
                <a:cs typeface="Times New Roman" panose="02020603050405020304" pitchFamily="18" charset="0"/>
              </a:rPr>
              <a:t>MA/ATMP</a:t>
            </a:r>
            <a:r>
              <a:rPr lang="zh-CN" altLang="en-US" sz="2000">
                <a:latin typeface="Times New Roman" panose="02020603050405020304" pitchFamily="18" charset="0"/>
                <a:ea typeface="宋体" panose="02010600030101010101" pitchFamily="2" charset="-122"/>
                <a:cs typeface="Times New Roman" panose="02020603050405020304" pitchFamily="18" charset="0"/>
              </a:rPr>
              <a:t>共聚物中，</a:t>
            </a:r>
            <a:r>
              <a:rPr lang="en-US" altLang="zh-CN" sz="2000">
                <a:latin typeface="Times New Roman" panose="02020603050405020304" pitchFamily="18" charset="0"/>
                <a:ea typeface="宋体" panose="02010600030101010101" pitchFamily="2" charset="-122"/>
                <a:cs typeface="Times New Roman" panose="02020603050405020304" pitchFamily="18" charset="0"/>
              </a:rPr>
              <a:t>-OCH</a:t>
            </a:r>
            <a:r>
              <a:rPr lang="en-US" altLang="zh-CN" sz="2000" baseline="-30000">
                <a:latin typeface="Times New Roman" panose="02020603050405020304" pitchFamily="18" charset="0"/>
                <a:ea typeface="宋体" panose="02010600030101010101" pitchFamily="2" charset="-122"/>
                <a:cs typeface="Times New Roman" panose="02020603050405020304" pitchFamily="18" charset="0"/>
              </a:rPr>
              <a:t>3</a:t>
            </a:r>
            <a:r>
              <a:rPr lang="zh-CN" altLang="en-US" sz="2000">
                <a:latin typeface="Times New Roman" panose="02020603050405020304" pitchFamily="18" charset="0"/>
                <a:ea typeface="宋体" panose="02010600030101010101" pitchFamily="2" charset="-122"/>
                <a:cs typeface="Times New Roman" panose="02020603050405020304" pitchFamily="18" charset="0"/>
              </a:rPr>
              <a:t>的质子数共应有</a:t>
            </a:r>
            <a:r>
              <a:rPr lang="en-US" altLang="zh-CN" sz="2000">
                <a:latin typeface="Times New Roman" panose="02020603050405020304" pitchFamily="18" charset="0"/>
                <a:ea typeface="宋体" panose="02010600030101010101" pitchFamily="2" charset="-122"/>
                <a:cs typeface="Times New Roman" panose="02020603050405020304" pitchFamily="18" charset="0"/>
              </a:rPr>
              <a:t>A/a</a:t>
            </a:r>
            <a:r>
              <a:rPr lang="zh-CN" altLang="en-US" sz="2000">
                <a:latin typeface="Times New Roman" panose="02020603050405020304" pitchFamily="18" charset="0"/>
                <a:ea typeface="宋体" panose="02010600030101010101" pitchFamily="2" charset="-122"/>
                <a:cs typeface="Times New Roman" panose="02020603050405020304" pitchFamily="18" charset="0"/>
              </a:rPr>
              <a:t>个，</a:t>
            </a:r>
            <a:r>
              <a:rPr lang="en-US" altLang="zh-CN" sz="2000">
                <a:latin typeface="Times New Roman" panose="02020603050405020304" pitchFamily="18" charset="0"/>
                <a:ea typeface="宋体" panose="02010600030101010101" pitchFamily="2" charset="-122"/>
                <a:cs typeface="Times New Roman" panose="02020603050405020304" pitchFamily="18" charset="0"/>
              </a:rPr>
              <a:t>-OCH</a:t>
            </a:r>
            <a:r>
              <a:rPr lang="en-US" altLang="zh-CN" sz="2000" baseline="-30000">
                <a:latin typeface="Times New Roman" panose="02020603050405020304" pitchFamily="18" charset="0"/>
                <a:ea typeface="宋体" panose="02010600030101010101" pitchFamily="2" charset="-122"/>
                <a:cs typeface="Times New Roman" panose="02020603050405020304" pitchFamily="18" charset="0"/>
              </a:rPr>
              <a:t>3</a:t>
            </a:r>
            <a:r>
              <a:rPr lang="zh-CN" altLang="en-US" sz="2000">
                <a:latin typeface="Times New Roman" panose="02020603050405020304" pitchFamily="18" charset="0"/>
                <a:ea typeface="宋体" panose="02010600030101010101" pitchFamily="2" charset="-122"/>
                <a:cs typeface="Times New Roman" panose="02020603050405020304" pitchFamily="18" charset="0"/>
              </a:rPr>
              <a:t>单元数应为</a:t>
            </a:r>
            <a:r>
              <a:rPr lang="en-US" altLang="zh-CN" sz="2000">
                <a:latin typeface="Times New Roman" panose="02020603050405020304" pitchFamily="18" charset="0"/>
                <a:ea typeface="宋体" panose="02010600030101010101" pitchFamily="2" charset="-122"/>
                <a:cs typeface="Times New Roman" panose="02020603050405020304" pitchFamily="18" charset="0"/>
              </a:rPr>
              <a:t>A/3a</a:t>
            </a:r>
            <a:r>
              <a:rPr lang="zh-CN" altLang="en-US" sz="2000">
                <a:latin typeface="Times New Roman" panose="02020603050405020304" pitchFamily="18" charset="0"/>
                <a:ea typeface="宋体" panose="02010600030101010101" pitchFamily="2" charset="-122"/>
                <a:cs typeface="Times New Roman" panose="02020603050405020304" pitchFamily="18" charset="0"/>
              </a:rPr>
              <a:t>个，且全部属于</a:t>
            </a:r>
            <a:r>
              <a:rPr lang="en-US" altLang="zh-CN" sz="2000">
                <a:latin typeface="Times New Roman" panose="02020603050405020304" pitchFamily="18" charset="0"/>
                <a:ea typeface="宋体" panose="02010600030101010101" pitchFamily="2" charset="-122"/>
                <a:cs typeface="Times New Roman" panose="02020603050405020304" pitchFamily="18" charset="0"/>
              </a:rPr>
              <a:t>MA</a:t>
            </a:r>
            <a:r>
              <a:rPr lang="zh-CN" altLang="en-US" sz="2000">
                <a:latin typeface="Times New Roman" panose="02020603050405020304" pitchFamily="18" charset="0"/>
                <a:ea typeface="宋体" panose="02010600030101010101" pitchFamily="2" charset="-122"/>
                <a:cs typeface="Times New Roman" panose="02020603050405020304" pitchFamily="18" charset="0"/>
              </a:rPr>
              <a:t>单元；而其它质子氢的总数应有</a:t>
            </a:r>
            <a:r>
              <a:rPr lang="en-US" altLang="zh-CN" sz="2000">
                <a:latin typeface="Times New Roman" panose="02020603050405020304" pitchFamily="18" charset="0"/>
                <a:ea typeface="宋体" panose="02010600030101010101" pitchFamily="2" charset="-122"/>
                <a:cs typeface="Times New Roman" panose="02020603050405020304" pitchFamily="18" charset="0"/>
              </a:rPr>
              <a:t>R/a</a:t>
            </a:r>
            <a:r>
              <a:rPr lang="zh-CN" altLang="en-US" sz="2000">
                <a:latin typeface="Times New Roman" panose="02020603050405020304" pitchFamily="18" charset="0"/>
                <a:ea typeface="宋体" panose="02010600030101010101" pitchFamily="2" charset="-122"/>
                <a:cs typeface="Times New Roman" panose="02020603050405020304" pitchFamily="18" charset="0"/>
              </a:rPr>
              <a:t>个。除了</a:t>
            </a:r>
            <a:r>
              <a:rPr lang="en-US" altLang="zh-CN" sz="2000">
                <a:latin typeface="Times New Roman" panose="02020603050405020304" pitchFamily="18" charset="0"/>
                <a:ea typeface="宋体" panose="02010600030101010101" pitchFamily="2" charset="-122"/>
                <a:cs typeface="Times New Roman" panose="02020603050405020304" pitchFamily="18" charset="0"/>
              </a:rPr>
              <a:t>-OCH</a:t>
            </a:r>
            <a:r>
              <a:rPr lang="en-US" altLang="zh-CN" sz="2000" baseline="-30000">
                <a:latin typeface="Times New Roman" panose="02020603050405020304" pitchFamily="18" charset="0"/>
                <a:ea typeface="宋体" panose="02010600030101010101" pitchFamily="2" charset="-122"/>
                <a:cs typeface="Times New Roman" panose="02020603050405020304" pitchFamily="18" charset="0"/>
              </a:rPr>
              <a:t>3</a:t>
            </a:r>
            <a:r>
              <a:rPr lang="zh-CN" altLang="en-US" sz="2000">
                <a:latin typeface="Times New Roman" panose="02020603050405020304" pitchFamily="18" charset="0"/>
                <a:ea typeface="宋体" panose="02010600030101010101" pitchFamily="2" charset="-122"/>
                <a:cs typeface="Times New Roman" panose="02020603050405020304" pitchFamily="18" charset="0"/>
              </a:rPr>
              <a:t>的质子以外，每个</a:t>
            </a:r>
            <a:r>
              <a:rPr lang="en-US" altLang="zh-CN" sz="2000">
                <a:latin typeface="Times New Roman" panose="02020603050405020304" pitchFamily="18" charset="0"/>
                <a:ea typeface="宋体" panose="02010600030101010101" pitchFamily="2" charset="-122"/>
                <a:cs typeface="Times New Roman" panose="02020603050405020304" pitchFamily="18" charset="0"/>
              </a:rPr>
              <a:t>MA</a:t>
            </a:r>
            <a:r>
              <a:rPr lang="zh-CN" altLang="en-US" sz="2000">
                <a:latin typeface="Times New Roman" panose="02020603050405020304" pitchFamily="18" charset="0"/>
                <a:ea typeface="宋体" panose="02010600030101010101" pitchFamily="2" charset="-122"/>
                <a:cs typeface="Times New Roman" panose="02020603050405020304" pitchFamily="18" charset="0"/>
              </a:rPr>
              <a:t>单元除 </a:t>
            </a:r>
            <a:r>
              <a:rPr lang="en-US" altLang="zh-CN" sz="2000">
                <a:latin typeface="Times New Roman" panose="02020603050405020304" pitchFamily="18" charset="0"/>
                <a:ea typeface="宋体" panose="02010600030101010101" pitchFamily="2" charset="-122"/>
                <a:cs typeface="Times New Roman" panose="02020603050405020304" pitchFamily="18" charset="0"/>
              </a:rPr>
              <a:t>-OCH</a:t>
            </a:r>
            <a:r>
              <a:rPr lang="en-US" altLang="zh-CN" sz="2000" baseline="-30000">
                <a:latin typeface="Times New Roman" panose="02020603050405020304" pitchFamily="18" charset="0"/>
                <a:ea typeface="宋体" panose="02010600030101010101" pitchFamily="2" charset="-122"/>
                <a:cs typeface="Times New Roman" panose="02020603050405020304" pitchFamily="18" charset="0"/>
              </a:rPr>
              <a:t>3 </a:t>
            </a:r>
            <a:r>
              <a:rPr lang="zh-CN" altLang="en-US" sz="2000">
                <a:latin typeface="Times New Roman" panose="02020603050405020304" pitchFamily="18" charset="0"/>
                <a:ea typeface="宋体" panose="02010600030101010101" pitchFamily="2" charset="-122"/>
                <a:cs typeface="Times New Roman" panose="02020603050405020304" pitchFamily="18" charset="0"/>
              </a:rPr>
              <a:t>的质子外还含有</a:t>
            </a:r>
            <a:r>
              <a:rPr lang="en-US" altLang="zh-CN" sz="2000">
                <a:latin typeface="Times New Roman" panose="02020603050405020304" pitchFamily="18" charset="0"/>
                <a:ea typeface="宋体" panose="02010600030101010101" pitchFamily="2" charset="-122"/>
                <a:cs typeface="Times New Roman" panose="02020603050405020304" pitchFamily="18" charset="0"/>
              </a:rPr>
              <a:t>3</a:t>
            </a:r>
            <a:r>
              <a:rPr lang="zh-CN" altLang="en-US" sz="2000">
                <a:latin typeface="Times New Roman" panose="02020603050405020304" pitchFamily="18" charset="0"/>
                <a:ea typeface="宋体" panose="02010600030101010101" pitchFamily="2" charset="-122"/>
                <a:cs typeface="Times New Roman" panose="02020603050405020304" pitchFamily="18" charset="0"/>
              </a:rPr>
              <a:t>个质子</a:t>
            </a:r>
            <a:r>
              <a:rPr lang="en-US" altLang="zh-CN" sz="2000">
                <a:latin typeface="Times New Roman" panose="02020603050405020304" pitchFamily="18" charset="0"/>
                <a:ea typeface="宋体" panose="02010600030101010101" pitchFamily="2" charset="-122"/>
                <a:cs typeface="Times New Roman" panose="02020603050405020304" pitchFamily="18" charset="0"/>
              </a:rPr>
              <a:t>H</a:t>
            </a:r>
            <a:r>
              <a:rPr lang="zh-CN" altLang="en-US" sz="2000">
                <a:latin typeface="Times New Roman" panose="02020603050405020304" pitchFamily="18" charset="0"/>
                <a:ea typeface="宋体" panose="02010600030101010101" pitchFamily="2" charset="-122"/>
                <a:cs typeface="Times New Roman" panose="02020603050405020304" pitchFamily="18" charset="0"/>
              </a:rPr>
              <a:t>，这些质子的总数应为</a:t>
            </a:r>
            <a:r>
              <a:rPr lang="en-US" altLang="zh-CN" sz="2000">
                <a:latin typeface="Times New Roman" panose="02020603050405020304" pitchFamily="18" charset="0"/>
                <a:ea typeface="宋体" panose="02010600030101010101" pitchFamily="2" charset="-122"/>
                <a:cs typeface="Times New Roman" panose="02020603050405020304" pitchFamily="18" charset="0"/>
              </a:rPr>
              <a:t>3</a:t>
            </a:r>
            <a:r>
              <a:rPr lang="en-US" altLang="zh-CN" sz="2000">
                <a:latin typeface="宋体" panose="02010600030101010101" pitchFamily="2" charset="-122"/>
                <a:ea typeface="宋体" panose="02010600030101010101" pitchFamily="2" charset="-122"/>
                <a:cs typeface="Times New Roman" panose="02020603050405020304" pitchFamily="18" charset="0"/>
              </a:rPr>
              <a:t>×</a:t>
            </a:r>
            <a:r>
              <a:rPr lang="en-US" altLang="zh-CN" sz="2000">
                <a:latin typeface="Times New Roman" panose="02020603050405020304" pitchFamily="18" charset="0"/>
                <a:ea typeface="宋体" panose="02010600030101010101" pitchFamily="2" charset="-122"/>
                <a:cs typeface="Times New Roman" panose="02020603050405020304" pitchFamily="18" charset="0"/>
              </a:rPr>
              <a:t>A/3a</a:t>
            </a:r>
            <a:r>
              <a:rPr lang="zh-CN" altLang="en-US" sz="2000">
                <a:latin typeface="Times New Roman" panose="02020603050405020304" pitchFamily="18" charset="0"/>
                <a:ea typeface="宋体" panose="02010600030101010101" pitchFamily="2" charset="-122"/>
                <a:cs typeface="Times New Roman" panose="02020603050405020304" pitchFamily="18" charset="0"/>
              </a:rPr>
              <a:t>个，即</a:t>
            </a:r>
            <a:r>
              <a:rPr lang="en-US" altLang="zh-CN" sz="2000">
                <a:latin typeface="Times New Roman" panose="02020603050405020304" pitchFamily="18" charset="0"/>
                <a:ea typeface="宋体" panose="02010600030101010101" pitchFamily="2" charset="-122"/>
                <a:cs typeface="Times New Roman" panose="02020603050405020304" pitchFamily="18" charset="0"/>
              </a:rPr>
              <a:t>A/a</a:t>
            </a:r>
            <a:r>
              <a:rPr lang="zh-CN" altLang="en-US" sz="2000">
                <a:latin typeface="Times New Roman" panose="02020603050405020304" pitchFamily="18" charset="0"/>
                <a:ea typeface="宋体" panose="02010600030101010101" pitchFamily="2" charset="-122"/>
                <a:cs typeface="Times New Roman" panose="02020603050405020304" pitchFamily="18" charset="0"/>
              </a:rPr>
              <a:t>个。因而，在共聚物中</a:t>
            </a:r>
            <a:r>
              <a:rPr lang="en-US" altLang="zh-CN" sz="2000">
                <a:latin typeface="Times New Roman" panose="02020603050405020304" pitchFamily="18" charset="0"/>
                <a:ea typeface="宋体" panose="02010600030101010101" pitchFamily="2" charset="-122"/>
                <a:cs typeface="Times New Roman" panose="02020603050405020304" pitchFamily="18" charset="0"/>
              </a:rPr>
              <a:t>ATMP</a:t>
            </a:r>
            <a:r>
              <a:rPr lang="zh-CN" altLang="en-US" sz="200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a:latin typeface="Times New Roman" panose="02020603050405020304" pitchFamily="18" charset="0"/>
                <a:ea typeface="宋体" panose="02010600030101010101" pitchFamily="2" charset="-122"/>
                <a:cs typeface="Times New Roman" panose="02020603050405020304" pitchFamily="18" charset="0"/>
              </a:rPr>
              <a:t>M</a:t>
            </a:r>
            <a:r>
              <a:rPr lang="en-US" altLang="zh-CN" sz="2000" baseline="-30000">
                <a:latin typeface="Times New Roman" panose="02020603050405020304" pitchFamily="18" charset="0"/>
                <a:ea typeface="宋体" panose="02010600030101010101" pitchFamily="2" charset="-122"/>
                <a:cs typeface="Times New Roman" panose="02020603050405020304" pitchFamily="18" charset="0"/>
              </a:rPr>
              <a:t>2</a:t>
            </a:r>
            <a:r>
              <a:rPr lang="zh-CN" altLang="en-US" sz="2000">
                <a:latin typeface="Times New Roman" panose="02020603050405020304" pitchFamily="18" charset="0"/>
                <a:ea typeface="宋体" panose="02010600030101010101" pitchFamily="2" charset="-122"/>
                <a:cs typeface="Times New Roman" panose="02020603050405020304" pitchFamily="18" charset="0"/>
              </a:rPr>
              <a:t>）单元的质子总数应为：  </a:t>
            </a:r>
            <a:endParaRPr lang="zh-CN" altLang="en-US" sz="2000">
              <a:cs typeface="Times New Roman" panose="02020603050405020304" pitchFamily="18" charset="0"/>
            </a:endParaRPr>
          </a:p>
        </p:txBody>
      </p:sp>
      <p:sp>
        <p:nvSpPr>
          <p:cNvPr id="152581" name="Rectangle 3"/>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endParaRPr lang="zh-CN" altLang="en-US" sz="1800"/>
          </a:p>
        </p:txBody>
      </p:sp>
      <p:sp>
        <p:nvSpPr>
          <p:cNvPr id="152582" name="Rectangle 4"/>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endParaRPr lang="zh-CN" altLang="en-US" sz="1800"/>
          </a:p>
        </p:txBody>
      </p:sp>
      <p:sp>
        <p:nvSpPr>
          <p:cNvPr id="11" name="矩形 10">
            <a:extLst>
              <a:ext uri="{FF2B5EF4-FFF2-40B4-BE49-F238E27FC236}">
                <a16:creationId xmlns:a16="http://schemas.microsoft.com/office/drawing/2014/main" id="{B680F5BE-4608-485F-BD97-D78B14122261}"/>
              </a:ext>
            </a:extLst>
          </p:cNvPr>
          <p:cNvSpPr/>
          <p:nvPr/>
        </p:nvSpPr>
        <p:spPr>
          <a:xfrm>
            <a:off x="5149850" y="4910138"/>
            <a:ext cx="3330575" cy="646112"/>
          </a:xfrm>
          <a:prstGeom prst="rect">
            <a:avLst/>
          </a:prstGeom>
        </p:spPr>
        <p:txBody>
          <a:bodyPr>
            <a:spAutoFit/>
          </a:bodyPr>
          <a:lstStyle/>
          <a:p>
            <a:pPr>
              <a:defRPr/>
            </a:pPr>
            <a:r>
              <a:rPr lang="zh-CN" altLang="en-US" kern="100" dirty="0">
                <a:latin typeface="Times New Roman" panose="02020603050405020304" pitchFamily="18" charset="0"/>
                <a:ea typeface="宋体" panose="02010600030101010101" pitchFamily="2" charset="-122"/>
              </a:rPr>
              <a:t>当</a:t>
            </a:r>
            <a:r>
              <a:rPr lang="en-US" altLang="zh-CN" kern="100" dirty="0">
                <a:latin typeface="Times New Roman" panose="02020603050405020304" pitchFamily="18" charset="0"/>
                <a:ea typeface="宋体" panose="02010600030101010101" pitchFamily="2" charset="-122"/>
              </a:rPr>
              <a:t>B</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表示哌啶环上的四个甲基的吸收峰面积</a:t>
            </a:r>
            <a:r>
              <a:rPr lang="zh-CN" altLang="en-US" kern="100" dirty="0">
                <a:latin typeface="Times New Roman" panose="02020603050405020304" pitchFamily="18" charset="0"/>
                <a:ea typeface="宋体" panose="02010600030101010101" pitchFamily="2" charset="-122"/>
                <a:cs typeface="Times New Roman" panose="02020603050405020304" pitchFamily="18" charset="0"/>
              </a:rPr>
              <a:t>时，</a:t>
            </a:r>
            <a:endParaRPr lang="zh-CN" altLang="en-US" dirty="0"/>
          </a:p>
        </p:txBody>
      </p:sp>
      <p:graphicFrame>
        <p:nvGraphicFramePr>
          <p:cNvPr id="152584" name="对象 11"/>
          <p:cNvGraphicFramePr>
            <a:graphicFrameLocks noChangeAspect="1"/>
          </p:cNvGraphicFramePr>
          <p:nvPr/>
        </p:nvGraphicFramePr>
        <p:xfrm>
          <a:off x="5149850" y="5556250"/>
          <a:ext cx="3028950" cy="1085850"/>
        </p:xfrm>
        <a:graphic>
          <a:graphicData uri="http://schemas.openxmlformats.org/presentationml/2006/ole">
            <mc:AlternateContent xmlns:mc="http://schemas.openxmlformats.org/markup-compatibility/2006">
              <mc:Choice xmlns:v="urn:schemas-microsoft-com:vml" Requires="v">
                <p:oleObj spid="_x0000_s152663" name="公式" r:id="rId3" imgW="1422400" imgH="635000" progId="Equation.3">
                  <p:embed/>
                </p:oleObj>
              </mc:Choice>
              <mc:Fallback>
                <p:oleObj name="公式" r:id="rId3" imgW="1422400" imgH="635000" progId="Equation.3">
                  <p:embed/>
                  <p:pic>
                    <p:nvPicPr>
                      <p:cNvPr id="0" name="对象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49850" y="5556250"/>
                        <a:ext cx="3028950" cy="108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2585" name="对象 12"/>
          <p:cNvGraphicFramePr>
            <a:graphicFrameLocks noChangeAspect="1"/>
          </p:cNvGraphicFramePr>
          <p:nvPr/>
        </p:nvGraphicFramePr>
        <p:xfrm>
          <a:off x="282575" y="4521200"/>
          <a:ext cx="2520950" cy="635000"/>
        </p:xfrm>
        <a:graphic>
          <a:graphicData uri="http://schemas.openxmlformats.org/presentationml/2006/ole">
            <mc:AlternateContent xmlns:mc="http://schemas.openxmlformats.org/markup-compatibility/2006">
              <mc:Choice xmlns:v="urn:schemas-microsoft-com:vml" Requires="v">
                <p:oleObj spid="_x0000_s152664" name="公式" r:id="rId5" imgW="1663700" imgH="419100" progId="Equation.3">
                  <p:embed/>
                </p:oleObj>
              </mc:Choice>
              <mc:Fallback>
                <p:oleObj name="公式" r:id="rId5" imgW="1663700" imgH="419100" progId="Equation.3">
                  <p:embed/>
                  <p:pic>
                    <p:nvPicPr>
                      <p:cNvPr id="0" name="对象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2575" y="4521200"/>
                        <a:ext cx="25209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2586" name="对象 13"/>
          <p:cNvGraphicFramePr>
            <a:graphicFrameLocks noChangeAspect="1"/>
          </p:cNvGraphicFramePr>
          <p:nvPr/>
        </p:nvGraphicFramePr>
        <p:xfrm>
          <a:off x="207963" y="5562600"/>
          <a:ext cx="3675062" cy="1158875"/>
        </p:xfrm>
        <a:graphic>
          <a:graphicData uri="http://schemas.openxmlformats.org/presentationml/2006/ole">
            <mc:AlternateContent xmlns:mc="http://schemas.openxmlformats.org/markup-compatibility/2006">
              <mc:Choice xmlns:v="urn:schemas-microsoft-com:vml" Requires="v">
                <p:oleObj spid="_x0000_s152665" name="公式" r:id="rId7" imgW="2095500" imgH="660400" progId="Equation.3">
                  <p:embed/>
                </p:oleObj>
              </mc:Choice>
              <mc:Fallback>
                <p:oleObj name="公式" r:id="rId7" imgW="2095500" imgH="660400" progId="Equation.3">
                  <p:embed/>
                  <p:pic>
                    <p:nvPicPr>
                      <p:cNvPr id="0" name="对象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7963" y="5562600"/>
                        <a:ext cx="3675062" cy="115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2" name="图片 11">
            <a:extLst>
              <a:ext uri="{FF2B5EF4-FFF2-40B4-BE49-F238E27FC236}">
                <a16:creationId xmlns:a16="http://schemas.microsoft.com/office/drawing/2014/main" id="{9FF4BA01-5111-4FE0-AD1B-D5C6B224A55A}"/>
              </a:ext>
            </a:extLst>
          </p:cNvPr>
          <p:cNvPicPr>
            <a:picLocks noChangeAspect="1"/>
          </p:cNvPicPr>
          <p:nvPr/>
        </p:nvPicPr>
        <p:blipFill>
          <a:blip r:embed="rId9"/>
          <a:stretch>
            <a:fillRect/>
          </a:stretch>
        </p:blipFill>
        <p:spPr>
          <a:xfrm>
            <a:off x="5219700" y="92075"/>
            <a:ext cx="3421063" cy="2371725"/>
          </a:xfrm>
          <a:prstGeom prst="rect">
            <a:avLst/>
          </a:prstGeom>
          <a:solidFill>
            <a:schemeClr val="bg1">
              <a:lumMod val="95000"/>
            </a:schemeClr>
          </a:solidFill>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6D17086-200D-48F6-8155-98962010B1D0}"/>
              </a:ext>
            </a:extLst>
          </p:cNvPr>
          <p:cNvSpPr>
            <a:spLocks noGrp="1"/>
          </p:cNvSpPr>
          <p:nvPr>
            <p:ph type="sldNum" sz="quarter" idx="12"/>
          </p:nvPr>
        </p:nvSpPr>
        <p:spPr/>
        <p:txBody>
          <a:bodyPr/>
          <a:lstStyle/>
          <a:p>
            <a:pPr>
              <a:defRPr/>
            </a:pPr>
            <a:fld id="{1BEC2B09-26C1-45E9-9A7A-F928FCD9F833}" type="slidenum">
              <a:rPr lang="zh-CN" altLang="en-US" smtClean="0"/>
              <a:pPr>
                <a:defRPr/>
              </a:pPr>
              <a:t>51</a:t>
            </a:fld>
            <a:endParaRPr lang="en-US" altLang="zh-CN"/>
          </a:p>
        </p:txBody>
      </p:sp>
      <p:pic>
        <p:nvPicPr>
          <p:cNvPr id="153603" name="图片 3"/>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2088" y="692150"/>
            <a:ext cx="8189912" cy="4897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a:extLst>
              <a:ext uri="{FF2B5EF4-FFF2-40B4-BE49-F238E27FC236}">
                <a16:creationId xmlns:a16="http://schemas.microsoft.com/office/drawing/2014/main" id="{8A8EE46C-7B52-4160-AFF5-C532D4911FF7}"/>
              </a:ext>
            </a:extLst>
          </p:cNvPr>
          <p:cNvSpPr/>
          <p:nvPr/>
        </p:nvSpPr>
        <p:spPr>
          <a:xfrm>
            <a:off x="179388" y="5338763"/>
            <a:ext cx="8569325" cy="646112"/>
          </a:xfrm>
          <a:prstGeom prst="rect">
            <a:avLst/>
          </a:prstGeom>
        </p:spPr>
        <p:txBody>
          <a:bodyPr>
            <a:spAutoFit/>
          </a:bodyPr>
          <a:lstStyle/>
          <a:p>
            <a:pPr>
              <a:defRPr/>
            </a:pPr>
            <a:r>
              <a:rPr lang="en-US" altLang="zh-CN" kern="100" dirty="0">
                <a:latin typeface="Times New Roman" panose="02020603050405020304" pitchFamily="18" charset="0"/>
                <a:ea typeface="宋体" panose="02010600030101010101" pitchFamily="2" charset="-122"/>
              </a:rPr>
              <a:t>* A is the peak area of protons on –OCH</a:t>
            </a:r>
            <a:r>
              <a:rPr lang="en-US" altLang="zh-CN" kern="100" baseline="-25000" dirty="0">
                <a:latin typeface="Times New Roman" panose="02020603050405020304" pitchFamily="18" charset="0"/>
                <a:ea typeface="宋体" panose="02010600030101010101" pitchFamily="2" charset="-122"/>
              </a:rPr>
              <a:t>3</a:t>
            </a:r>
            <a:r>
              <a:rPr lang="en-US" altLang="zh-CN" kern="100" dirty="0">
                <a:latin typeface="Times New Roman" panose="02020603050405020304" pitchFamily="18" charset="0"/>
                <a:ea typeface="宋体" panose="02010600030101010101" pitchFamily="2" charset="-122"/>
              </a:rPr>
              <a:t> in copolymer; R is the sum of the proton peak area in copolymer except the protons of –OCH</a:t>
            </a:r>
            <a:r>
              <a:rPr lang="en-US" altLang="zh-CN" kern="100" baseline="-25000" dirty="0">
                <a:latin typeface="Times New Roman" panose="02020603050405020304" pitchFamily="18" charset="0"/>
                <a:ea typeface="宋体" panose="02010600030101010101" pitchFamily="2" charset="-122"/>
              </a:rPr>
              <a:t>3</a:t>
            </a:r>
            <a:r>
              <a:rPr lang="en-US" altLang="zh-CN" kern="100" dirty="0">
                <a:latin typeface="Times New Roman" panose="02020603050405020304" pitchFamily="18" charset="0"/>
                <a:ea typeface="宋体" panose="02010600030101010101" pitchFamily="2" charset="-122"/>
              </a:rPr>
              <a:t>.</a:t>
            </a:r>
            <a:endParaRPr lang="zh-CN" alt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958A539-0814-4DAA-B7E0-D886C5FB7249}"/>
              </a:ext>
            </a:extLst>
          </p:cNvPr>
          <p:cNvSpPr>
            <a:spLocks noGrp="1"/>
          </p:cNvSpPr>
          <p:nvPr>
            <p:ph type="sldNum" sz="quarter" idx="12"/>
          </p:nvPr>
        </p:nvSpPr>
        <p:spPr/>
        <p:txBody>
          <a:bodyPr/>
          <a:lstStyle/>
          <a:p>
            <a:pPr>
              <a:defRPr/>
            </a:pPr>
            <a:fld id="{CE18D1FC-2374-460E-8869-F8E49790510F}" type="slidenum">
              <a:rPr lang="zh-CN" altLang="en-US" smtClean="0"/>
              <a:pPr>
                <a:defRPr/>
              </a:pPr>
              <a:t>52</a:t>
            </a:fld>
            <a:endParaRPr lang="en-US" altLang="zh-CN"/>
          </a:p>
        </p:txBody>
      </p:sp>
      <p:graphicFrame>
        <p:nvGraphicFramePr>
          <p:cNvPr id="154627" name="对象 2"/>
          <p:cNvGraphicFramePr>
            <a:graphicFrameLocks noChangeAspect="1"/>
          </p:cNvGraphicFramePr>
          <p:nvPr/>
        </p:nvGraphicFramePr>
        <p:xfrm>
          <a:off x="1149350" y="371475"/>
          <a:ext cx="6337300" cy="4929188"/>
        </p:xfrm>
        <a:graphic>
          <a:graphicData uri="http://schemas.openxmlformats.org/presentationml/2006/ole">
            <mc:AlternateContent xmlns:mc="http://schemas.openxmlformats.org/markup-compatibility/2006">
              <mc:Choice xmlns:v="urn:schemas-microsoft-com:vml" Requires="v">
                <p:oleObj spid="_x0000_s154655" name="Graph" r:id="rId3" imgW="3492347" imgH="2721166" progId="Origin50.Graph">
                  <p:embed/>
                </p:oleObj>
              </mc:Choice>
              <mc:Fallback>
                <p:oleObj name="Graph" r:id="rId3" imgW="3492347" imgH="2721166" progId="Origin50.Graph">
                  <p:embed/>
                  <p:pic>
                    <p:nvPicPr>
                      <p:cNvPr id="0"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9350" y="371475"/>
                        <a:ext cx="6337300" cy="4929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矩形 3">
            <a:extLst>
              <a:ext uri="{FF2B5EF4-FFF2-40B4-BE49-F238E27FC236}">
                <a16:creationId xmlns:a16="http://schemas.microsoft.com/office/drawing/2014/main" id="{6E1B8E73-81F2-4A1A-ABDE-32B7E426648D}"/>
              </a:ext>
            </a:extLst>
          </p:cNvPr>
          <p:cNvSpPr/>
          <p:nvPr/>
        </p:nvSpPr>
        <p:spPr>
          <a:xfrm>
            <a:off x="1633538" y="5167313"/>
            <a:ext cx="6408737" cy="646112"/>
          </a:xfrm>
          <a:prstGeom prst="rect">
            <a:avLst/>
          </a:prstGeom>
        </p:spPr>
        <p:txBody>
          <a:bodyPr>
            <a:spAutoFit/>
          </a:bodyPr>
          <a:lstStyle/>
          <a:p>
            <a:pPr>
              <a:defRPr/>
            </a:pPr>
            <a:r>
              <a:rPr lang="en-US" altLang="zh-CN" b="1" kern="100" dirty="0">
                <a:latin typeface="Times New Roman" panose="02020603050405020304" pitchFamily="18" charset="0"/>
                <a:ea typeface="黑体" panose="02010609060101010101" pitchFamily="49" charset="-122"/>
              </a:rPr>
              <a:t>F</a:t>
            </a:r>
            <a:r>
              <a:rPr lang="en-US" altLang="zh-CN" b="1" kern="100" baseline="-25000" dirty="0">
                <a:latin typeface="Times New Roman" panose="02020603050405020304" pitchFamily="18" charset="0"/>
                <a:ea typeface="黑体" panose="02010609060101010101" pitchFamily="49" charset="-122"/>
              </a:rPr>
              <a:t>1 </a:t>
            </a:r>
            <a:r>
              <a:rPr lang="en-US" altLang="zh-CN" b="1" kern="100" dirty="0">
                <a:latin typeface="Times New Roman" panose="02020603050405020304" pitchFamily="18" charset="0"/>
                <a:ea typeface="黑体" panose="02010609060101010101" pitchFamily="49" charset="-122"/>
              </a:rPr>
              <a:t>as a function of f</a:t>
            </a:r>
            <a:r>
              <a:rPr lang="en-US" altLang="zh-CN" b="1" kern="100" baseline="-25000" dirty="0">
                <a:latin typeface="Times New Roman" panose="02020603050405020304" pitchFamily="18" charset="0"/>
                <a:ea typeface="黑体" panose="02010609060101010101" pitchFamily="49" charset="-122"/>
              </a:rPr>
              <a:t>1 </a:t>
            </a:r>
            <a:r>
              <a:rPr lang="en-US" altLang="zh-CN" b="1" kern="100" dirty="0">
                <a:latin typeface="Times New Roman" panose="02020603050405020304" pitchFamily="18" charset="0"/>
                <a:ea typeface="黑体" panose="02010609060101010101" pitchFamily="49" charset="-122"/>
              </a:rPr>
              <a:t>plots for MA/ATMP and MA/APMP copolymerization</a:t>
            </a:r>
            <a:endParaRPr lang="zh-CN" altLang="en-US" dirty="0"/>
          </a:p>
        </p:txBody>
      </p:sp>
      <p:sp>
        <p:nvSpPr>
          <p:cNvPr id="5" name="矩形 4">
            <a:extLst>
              <a:ext uri="{FF2B5EF4-FFF2-40B4-BE49-F238E27FC236}">
                <a16:creationId xmlns:a16="http://schemas.microsoft.com/office/drawing/2014/main" id="{09294737-BF91-4D72-81F6-7CDAE38C1FD6}"/>
              </a:ext>
            </a:extLst>
          </p:cNvPr>
          <p:cNvSpPr/>
          <p:nvPr/>
        </p:nvSpPr>
        <p:spPr>
          <a:xfrm>
            <a:off x="1417638" y="5864225"/>
            <a:ext cx="6842125" cy="646113"/>
          </a:xfrm>
          <a:prstGeom prst="rect">
            <a:avLst/>
          </a:prstGeom>
        </p:spPr>
        <p:txBody>
          <a:bodyPr>
            <a:spAutoFit/>
          </a:bodyPr>
          <a:lstStyle/>
          <a:p>
            <a:pPr>
              <a:defRPr/>
            </a:pPr>
            <a:r>
              <a:rPr lang="en-US" altLang="zh-CN" kern="100" dirty="0">
                <a:latin typeface="Times New Roman" panose="02020603050405020304" pitchFamily="18" charset="0"/>
                <a:ea typeface="宋体" panose="02010600030101010101" pitchFamily="2" charset="-122"/>
              </a:rPr>
              <a:t>MA/ATMP</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共聚组成曲线</a:t>
            </a:r>
            <a:r>
              <a:rPr lang="en-US" altLang="zh-CN" kern="100" dirty="0">
                <a:latin typeface="Times New Roman" panose="02020603050405020304" pitchFamily="18" charset="0"/>
                <a:ea typeface="宋体" panose="02010600030101010101" pitchFamily="2" charset="-122"/>
              </a:rPr>
              <a:t>F</a:t>
            </a:r>
            <a:r>
              <a:rPr lang="en-US" altLang="zh-CN" kern="100" baseline="-25000" dirty="0">
                <a:latin typeface="Times New Roman" panose="02020603050405020304" pitchFamily="18" charset="0"/>
                <a:ea typeface="宋体" panose="02010600030101010101" pitchFamily="2" charset="-122"/>
              </a:rPr>
              <a:t>1</a:t>
            </a:r>
            <a:r>
              <a:rPr lang="en-US" altLang="zh-CN" kern="100" dirty="0">
                <a:latin typeface="Times New Roman" panose="02020603050405020304" pitchFamily="18" charset="0"/>
                <a:ea typeface="宋体" panose="02010600030101010101" pitchFamily="2" charset="-122"/>
              </a:rPr>
              <a:t>-f</a:t>
            </a:r>
            <a:r>
              <a:rPr lang="en-US" altLang="zh-CN" kern="100" baseline="-25000" dirty="0">
                <a:latin typeface="Times New Roman" panose="02020603050405020304" pitchFamily="18" charset="0"/>
                <a:ea typeface="宋体" panose="02010600030101010101" pitchFamily="2" charset="-122"/>
              </a:rPr>
              <a:t>1</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不与恒比对角线相交，且处于该对角线的下方。这是属于</a:t>
            </a:r>
            <a:r>
              <a:rPr lang="en-US" altLang="zh-CN" kern="100" dirty="0">
                <a:latin typeface="Times New Roman" panose="02020603050405020304" pitchFamily="18" charset="0"/>
                <a:ea typeface="宋体" panose="02010600030101010101" pitchFamily="2" charset="-122"/>
              </a:rPr>
              <a:t>r</a:t>
            </a:r>
            <a:r>
              <a:rPr lang="en-US" altLang="zh-CN" kern="100" baseline="-25000" dirty="0">
                <a:latin typeface="Times New Roman" panose="02020603050405020304" pitchFamily="18" charset="0"/>
                <a:ea typeface="宋体" panose="02010600030101010101" pitchFamily="2" charset="-122"/>
              </a:rPr>
              <a:t>1 </a:t>
            </a:r>
            <a:r>
              <a:rPr lang="en-US" altLang="zh-CN" kern="100" dirty="0">
                <a:latin typeface="Times New Roman" panose="02020603050405020304" pitchFamily="18" charset="0"/>
                <a:ea typeface="宋体" panose="02010600030101010101" pitchFamily="2" charset="-122"/>
              </a:rPr>
              <a:t>&lt; 1</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kern="100" dirty="0">
                <a:latin typeface="Times New Roman" panose="02020603050405020304" pitchFamily="18" charset="0"/>
                <a:ea typeface="宋体" panose="02010600030101010101" pitchFamily="2" charset="-122"/>
              </a:rPr>
              <a:t>r</a:t>
            </a:r>
            <a:r>
              <a:rPr lang="en-US" altLang="zh-CN" kern="100" baseline="-25000" dirty="0">
                <a:latin typeface="Times New Roman" panose="02020603050405020304" pitchFamily="18" charset="0"/>
                <a:ea typeface="宋体" panose="02010600030101010101" pitchFamily="2" charset="-122"/>
              </a:rPr>
              <a:t>2 </a:t>
            </a:r>
            <a:r>
              <a:rPr lang="en-US" altLang="zh-CN" kern="100" dirty="0">
                <a:latin typeface="Times New Roman" panose="02020603050405020304" pitchFamily="18" charset="0"/>
                <a:ea typeface="宋体" panose="02010600030101010101" pitchFamily="2" charset="-122"/>
              </a:rPr>
              <a:t>&gt; 1</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而</a:t>
            </a:r>
            <a:r>
              <a:rPr lang="en-US" altLang="zh-CN" kern="100" dirty="0">
                <a:latin typeface="Times New Roman" panose="02020603050405020304" pitchFamily="18" charset="0"/>
                <a:ea typeface="宋体" panose="02010600030101010101" pitchFamily="2" charset="-122"/>
              </a:rPr>
              <a:t>r</a:t>
            </a:r>
            <a:r>
              <a:rPr lang="en-US" altLang="zh-CN" kern="100" baseline="-25000" dirty="0">
                <a:latin typeface="Times New Roman" panose="02020603050405020304" pitchFamily="18" charset="0"/>
                <a:ea typeface="宋体" panose="02010600030101010101" pitchFamily="2" charset="-122"/>
              </a:rPr>
              <a:t>1</a:t>
            </a:r>
            <a:r>
              <a:rPr lang="zh-CN" altLang="zh-CN" kern="100" baseline="-25000" dirty="0">
                <a:ea typeface="宋体" panose="02010600030101010101" pitchFamily="2" charset="-122"/>
                <a:cs typeface="Times New Roman" panose="02020603050405020304" pitchFamily="18" charset="0"/>
              </a:rPr>
              <a:t>·</a:t>
            </a:r>
            <a:r>
              <a:rPr lang="en-US" altLang="zh-CN" kern="100" dirty="0">
                <a:latin typeface="Times New Roman" panose="02020603050405020304" pitchFamily="18" charset="0"/>
                <a:ea typeface="宋体" panose="02010600030101010101" pitchFamily="2" charset="-122"/>
              </a:rPr>
              <a:t>r</a:t>
            </a:r>
            <a:r>
              <a:rPr lang="en-US" altLang="zh-CN" kern="100" baseline="-25000" dirty="0">
                <a:latin typeface="Times New Roman" panose="02020603050405020304" pitchFamily="18" charset="0"/>
                <a:ea typeface="宋体" panose="02010600030101010101" pitchFamily="2" charset="-122"/>
              </a:rPr>
              <a:t>2 </a:t>
            </a:r>
            <a:r>
              <a:rPr lang="en-US" altLang="zh-CN" kern="100" dirty="0">
                <a:latin typeface="Times New Roman" panose="02020603050405020304" pitchFamily="18" charset="0"/>
                <a:ea typeface="宋体" panose="02010600030101010101" pitchFamily="2" charset="-122"/>
              </a:rPr>
              <a:t>&lt; 1</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的非理想共聚的情形</a:t>
            </a:r>
            <a:endParaRPr lang="zh-CN" alt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1FB22A66-AF76-4D2B-BC98-BE05CE73B343}"/>
              </a:ext>
            </a:extLst>
          </p:cNvPr>
          <p:cNvSpPr>
            <a:spLocks noGrp="1"/>
          </p:cNvSpPr>
          <p:nvPr>
            <p:ph type="sldNum" sz="quarter" idx="12"/>
          </p:nvPr>
        </p:nvSpPr>
        <p:spPr/>
        <p:txBody>
          <a:bodyPr/>
          <a:lstStyle/>
          <a:p>
            <a:pPr>
              <a:defRPr/>
            </a:pPr>
            <a:fld id="{DE4ACEDC-0D7C-4D9F-A462-C80094493FA0}" type="slidenum">
              <a:rPr lang="zh-CN" altLang="en-US" smtClean="0"/>
              <a:pPr>
                <a:defRPr/>
              </a:pPr>
              <a:t>53</a:t>
            </a:fld>
            <a:endParaRPr lang="en-US" altLang="zh-CN"/>
          </a:p>
        </p:txBody>
      </p:sp>
      <p:graphicFrame>
        <p:nvGraphicFramePr>
          <p:cNvPr id="155651" name="对象 5"/>
          <p:cNvGraphicFramePr>
            <a:graphicFrameLocks noChangeAspect="1"/>
          </p:cNvGraphicFramePr>
          <p:nvPr/>
        </p:nvGraphicFramePr>
        <p:xfrm>
          <a:off x="4044950" y="498475"/>
          <a:ext cx="4826000" cy="4164013"/>
        </p:xfrm>
        <a:graphic>
          <a:graphicData uri="http://schemas.openxmlformats.org/presentationml/2006/ole">
            <mc:AlternateContent xmlns:mc="http://schemas.openxmlformats.org/markup-compatibility/2006">
              <mc:Choice xmlns:v="urn:schemas-microsoft-com:vml" Requires="v">
                <p:oleObj spid="_x0000_s155731" name="Graph" r:id="rId4" imgW="3222434" imgH="2484304" progId="Origin50.Graph">
                  <p:embed/>
                </p:oleObj>
              </mc:Choice>
              <mc:Fallback>
                <p:oleObj name="Graph" r:id="rId4" imgW="3222434" imgH="2484304" progId="Origin50.Graph">
                  <p:embed/>
                  <p:pic>
                    <p:nvPicPr>
                      <p:cNvPr id="0" name="对象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44950" y="498475"/>
                        <a:ext cx="4826000" cy="416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矩形 6">
            <a:extLst>
              <a:ext uri="{FF2B5EF4-FFF2-40B4-BE49-F238E27FC236}">
                <a16:creationId xmlns:a16="http://schemas.microsoft.com/office/drawing/2014/main" id="{CF723A0C-BF40-4A18-ACF3-B80EFB80A44D}"/>
              </a:ext>
            </a:extLst>
          </p:cNvPr>
          <p:cNvSpPr/>
          <p:nvPr/>
        </p:nvSpPr>
        <p:spPr>
          <a:xfrm>
            <a:off x="179388" y="4806950"/>
            <a:ext cx="8104187" cy="646113"/>
          </a:xfrm>
          <a:prstGeom prst="rect">
            <a:avLst/>
          </a:prstGeom>
        </p:spPr>
        <p:txBody>
          <a:bodyPr>
            <a:spAutoFit/>
          </a:bodyPr>
          <a:lstStyle/>
          <a:p>
            <a:pPr>
              <a:defRPr/>
            </a:pPr>
            <a:r>
              <a:rPr lang="en-US" altLang="zh-CN" b="1" kern="100" dirty="0">
                <a:latin typeface="Times New Roman" panose="02020603050405020304" pitchFamily="18" charset="0"/>
                <a:ea typeface="黑体" panose="02010609060101010101" pitchFamily="49" charset="-122"/>
              </a:rPr>
              <a:t>r</a:t>
            </a:r>
            <a:r>
              <a:rPr lang="en-US" altLang="zh-CN" b="1" kern="100" baseline="-25000" dirty="0">
                <a:latin typeface="Times New Roman" panose="02020603050405020304" pitchFamily="18" charset="0"/>
                <a:ea typeface="黑体" panose="02010609060101010101" pitchFamily="49" charset="-122"/>
              </a:rPr>
              <a:t>1</a:t>
            </a:r>
            <a:r>
              <a:rPr lang="en-US" altLang="zh-CN" b="1" kern="100" dirty="0">
                <a:latin typeface="Times New Roman" panose="02020603050405020304" pitchFamily="18" charset="0"/>
                <a:ea typeface="黑体" panose="02010609060101010101" pitchFamily="49" charset="-122"/>
              </a:rPr>
              <a:t> as a function of r</a:t>
            </a:r>
            <a:r>
              <a:rPr lang="en-US" altLang="zh-CN" b="1" kern="100" baseline="-25000" dirty="0">
                <a:latin typeface="Times New Roman" panose="02020603050405020304" pitchFamily="18" charset="0"/>
                <a:ea typeface="黑体" panose="02010609060101010101" pitchFamily="49" charset="-122"/>
              </a:rPr>
              <a:t>2 </a:t>
            </a:r>
            <a:r>
              <a:rPr lang="en-US" altLang="zh-CN" b="1" kern="100" dirty="0">
                <a:latin typeface="Times New Roman" panose="02020603050405020304" pitchFamily="18" charset="0"/>
                <a:ea typeface="黑体" panose="02010609060101010101" pitchFamily="49" charset="-122"/>
              </a:rPr>
              <a:t>for copolymerization of MA and ATMP estimated from </a:t>
            </a:r>
            <a:r>
              <a:rPr lang="en-US" altLang="zh-CN" b="1" kern="100" baseline="30000" dirty="0">
                <a:latin typeface="Times New Roman" panose="02020603050405020304" pitchFamily="18" charset="0"/>
                <a:ea typeface="黑体" panose="02010609060101010101" pitchFamily="49" charset="-122"/>
              </a:rPr>
              <a:t>1</a:t>
            </a:r>
            <a:r>
              <a:rPr lang="en-US" altLang="zh-CN" b="1" kern="100" dirty="0">
                <a:latin typeface="Times New Roman" panose="02020603050405020304" pitchFamily="18" charset="0"/>
                <a:ea typeface="黑体" panose="02010609060101010101" pitchFamily="49" charset="-122"/>
              </a:rPr>
              <a:t>H-NMR by Mayo-Lewis </a:t>
            </a:r>
            <a:r>
              <a:rPr lang="en-US" altLang="zh-CN" b="1" kern="100" dirty="0" err="1">
                <a:latin typeface="Times New Roman" panose="02020603050405020304" pitchFamily="18" charset="0"/>
                <a:ea typeface="黑体" panose="02010609060101010101" pitchFamily="49" charset="-122"/>
              </a:rPr>
              <a:t>intergral</a:t>
            </a:r>
            <a:r>
              <a:rPr lang="en-US" altLang="zh-CN" b="1" kern="100" dirty="0">
                <a:latin typeface="Times New Roman" panose="02020603050405020304" pitchFamily="18" charset="0"/>
                <a:ea typeface="黑体" panose="02010609060101010101" pitchFamily="49" charset="-122"/>
              </a:rPr>
              <a:t> equation</a:t>
            </a:r>
            <a:endParaRPr lang="zh-CN" altLang="en-US" dirty="0"/>
          </a:p>
        </p:txBody>
      </p:sp>
      <p:sp>
        <p:nvSpPr>
          <p:cNvPr id="8" name="矩形 7">
            <a:extLst>
              <a:ext uri="{FF2B5EF4-FFF2-40B4-BE49-F238E27FC236}">
                <a16:creationId xmlns:a16="http://schemas.microsoft.com/office/drawing/2014/main" id="{0E997891-9E5E-4F7F-870F-FE88E3EEEE01}"/>
              </a:ext>
            </a:extLst>
          </p:cNvPr>
          <p:cNvSpPr/>
          <p:nvPr/>
        </p:nvSpPr>
        <p:spPr>
          <a:xfrm>
            <a:off x="201613" y="5876925"/>
            <a:ext cx="4910137" cy="461963"/>
          </a:xfrm>
          <a:prstGeom prst="rect">
            <a:avLst/>
          </a:prstGeom>
        </p:spPr>
        <p:txBody>
          <a:bodyPr wrap="none">
            <a:spAutoFit/>
          </a:bodyPr>
          <a:lstStyle/>
          <a:p>
            <a:pPr>
              <a:defRPr/>
            </a:pPr>
            <a:r>
              <a:rPr lang="en-US" altLang="zh-CN" sz="2400" kern="100" dirty="0">
                <a:latin typeface="Times New Roman" panose="02020603050405020304" pitchFamily="18" charset="0"/>
                <a:ea typeface="宋体" panose="02010600030101010101" pitchFamily="2" charset="-122"/>
              </a:rPr>
              <a:t>r</a:t>
            </a:r>
            <a:r>
              <a:rPr lang="en-US" altLang="zh-CN" sz="2400" kern="100" baseline="-25000" dirty="0">
                <a:latin typeface="Times New Roman" panose="02020603050405020304" pitchFamily="18" charset="0"/>
                <a:ea typeface="宋体" panose="02010600030101010101" pitchFamily="2" charset="-122"/>
              </a:rPr>
              <a:t>1 </a:t>
            </a:r>
            <a:r>
              <a:rPr lang="en-US" altLang="zh-CN" sz="2400" kern="100" dirty="0">
                <a:latin typeface="Times New Roman" panose="02020603050405020304" pitchFamily="18" charset="0"/>
                <a:ea typeface="宋体" panose="02010600030101010101" pitchFamily="2" charset="-122"/>
              </a:rPr>
              <a:t>&lt; 1</a:t>
            </a:r>
            <a:r>
              <a:rPr lang="zh-CN" altLang="zh-CN" sz="2400" kern="100" dirty="0">
                <a:latin typeface="Times New Roman" panose="02020603050405020304" pitchFamily="18" charset="0"/>
                <a:ea typeface="宋体" panose="02010600030101010101" pitchFamily="2" charset="-122"/>
                <a:cs typeface="Times New Roman" panose="02020603050405020304" pitchFamily="18" charset="0"/>
              </a:rPr>
              <a:t>而</a:t>
            </a:r>
            <a:r>
              <a:rPr lang="en-US" altLang="zh-CN" sz="2400" kern="100" dirty="0">
                <a:latin typeface="Times New Roman" panose="02020603050405020304" pitchFamily="18" charset="0"/>
                <a:ea typeface="宋体" panose="02010600030101010101" pitchFamily="2" charset="-122"/>
              </a:rPr>
              <a:t>r</a:t>
            </a:r>
            <a:r>
              <a:rPr lang="en-US" altLang="zh-CN" sz="2400" kern="100" baseline="-25000" dirty="0">
                <a:latin typeface="Times New Roman" panose="02020603050405020304" pitchFamily="18" charset="0"/>
                <a:ea typeface="宋体" panose="02010600030101010101" pitchFamily="2" charset="-122"/>
              </a:rPr>
              <a:t>2 </a:t>
            </a:r>
            <a:r>
              <a:rPr lang="en-US" altLang="zh-CN" sz="2400" kern="100" dirty="0">
                <a:latin typeface="Times New Roman" panose="02020603050405020304" pitchFamily="18" charset="0"/>
                <a:ea typeface="宋体" panose="02010600030101010101" pitchFamily="2" charset="-122"/>
              </a:rPr>
              <a:t>&gt; 1</a:t>
            </a:r>
            <a:r>
              <a:rPr lang="zh-CN" altLang="zh-CN" sz="2400" kern="100" dirty="0">
                <a:latin typeface="Times New Roman" panose="02020603050405020304" pitchFamily="18" charset="0"/>
                <a:ea typeface="宋体" panose="02010600030101010101" pitchFamily="2" charset="-122"/>
                <a:cs typeface="Times New Roman" panose="02020603050405020304" pitchFamily="18" charset="0"/>
              </a:rPr>
              <a:t>且</a:t>
            </a:r>
            <a:r>
              <a:rPr lang="en-US" altLang="zh-CN" sz="2400" kern="100" dirty="0">
                <a:latin typeface="Times New Roman" panose="02020603050405020304" pitchFamily="18" charset="0"/>
                <a:ea typeface="宋体" panose="02010600030101010101" pitchFamily="2" charset="-122"/>
              </a:rPr>
              <a:t>r</a:t>
            </a:r>
            <a:r>
              <a:rPr lang="en-US" altLang="zh-CN" sz="2400" kern="100" baseline="-25000" dirty="0">
                <a:latin typeface="Times New Roman" panose="02020603050405020304" pitchFamily="18" charset="0"/>
                <a:ea typeface="宋体" panose="02010600030101010101" pitchFamily="2" charset="-122"/>
              </a:rPr>
              <a:t>1</a:t>
            </a:r>
            <a:r>
              <a:rPr lang="zh-CN" altLang="zh-CN" sz="2400" kern="100" dirty="0">
                <a:ea typeface="宋体" panose="02010600030101010101" pitchFamily="2" charset="-122"/>
                <a:cs typeface="Times New Roman" panose="02020603050405020304" pitchFamily="18" charset="0"/>
              </a:rPr>
              <a:t>·</a:t>
            </a:r>
            <a:r>
              <a:rPr lang="en-US" altLang="zh-CN" sz="2400" kern="100" dirty="0">
                <a:latin typeface="Times New Roman" panose="02020603050405020304" pitchFamily="18" charset="0"/>
                <a:ea typeface="宋体" panose="02010600030101010101" pitchFamily="2" charset="-122"/>
              </a:rPr>
              <a:t>r</a:t>
            </a:r>
            <a:r>
              <a:rPr lang="en-US" altLang="zh-CN" sz="2400" kern="100" baseline="-25000" dirty="0">
                <a:latin typeface="Times New Roman" panose="02020603050405020304" pitchFamily="18" charset="0"/>
                <a:ea typeface="宋体" panose="02010600030101010101" pitchFamily="2" charset="-122"/>
              </a:rPr>
              <a:t>2 </a:t>
            </a:r>
            <a:r>
              <a:rPr lang="en-US" altLang="zh-CN" sz="2400" kern="100" dirty="0">
                <a:latin typeface="Times New Roman" panose="02020603050405020304" pitchFamily="18" charset="0"/>
                <a:ea typeface="宋体" panose="02010600030101010101" pitchFamily="2" charset="-122"/>
              </a:rPr>
              <a:t>&lt; 1</a:t>
            </a:r>
            <a:r>
              <a:rPr lang="zh-CN" altLang="zh-CN" sz="2400" kern="100" dirty="0">
                <a:latin typeface="Times New Roman" panose="02020603050405020304" pitchFamily="18" charset="0"/>
                <a:ea typeface="宋体" panose="02010600030101010101" pitchFamily="2" charset="-122"/>
                <a:cs typeface="Times New Roman" panose="02020603050405020304" pitchFamily="18" charset="0"/>
              </a:rPr>
              <a:t>的非理想共聚</a:t>
            </a:r>
            <a:endParaRPr lang="zh-CN" altLang="en-US" sz="2400" dirty="0"/>
          </a:p>
        </p:txBody>
      </p:sp>
      <p:graphicFrame>
        <p:nvGraphicFramePr>
          <p:cNvPr id="155654" name="对象 8"/>
          <p:cNvGraphicFramePr>
            <a:graphicFrameLocks noChangeAspect="1"/>
          </p:cNvGraphicFramePr>
          <p:nvPr/>
        </p:nvGraphicFramePr>
        <p:xfrm>
          <a:off x="179388" y="498475"/>
          <a:ext cx="3600450" cy="2938463"/>
        </p:xfrm>
        <a:graphic>
          <a:graphicData uri="http://schemas.openxmlformats.org/presentationml/2006/ole">
            <mc:AlternateContent xmlns:mc="http://schemas.openxmlformats.org/markup-compatibility/2006">
              <mc:Choice xmlns:v="urn:schemas-microsoft-com:vml" Requires="v">
                <p:oleObj spid="_x0000_s155732" name="公式" r:id="rId6" imgW="2209800" imgH="1803400" progId="Equation.3">
                  <p:embed/>
                </p:oleObj>
              </mc:Choice>
              <mc:Fallback>
                <p:oleObj name="公式" r:id="rId6" imgW="2209800" imgH="1803400" progId="Equation.3">
                  <p:embed/>
                  <p:pic>
                    <p:nvPicPr>
                      <p:cNvPr id="0" name="对象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9388" y="498475"/>
                        <a:ext cx="3600450" cy="2938463"/>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5655" name="对象 9"/>
          <p:cNvGraphicFramePr>
            <a:graphicFrameLocks noChangeAspect="1"/>
          </p:cNvGraphicFramePr>
          <p:nvPr/>
        </p:nvGraphicFramePr>
        <p:xfrm>
          <a:off x="231775" y="3722688"/>
          <a:ext cx="1419225" cy="787400"/>
        </p:xfrm>
        <a:graphic>
          <a:graphicData uri="http://schemas.openxmlformats.org/presentationml/2006/ole">
            <mc:AlternateContent xmlns:mc="http://schemas.openxmlformats.org/markup-compatibility/2006">
              <mc:Choice xmlns:v="urn:schemas-microsoft-com:vml" Requires="v">
                <p:oleObj spid="_x0000_s155733" name="公式" r:id="rId8" imgW="799753" imgH="444307" progId="Equation.3">
                  <p:embed/>
                </p:oleObj>
              </mc:Choice>
              <mc:Fallback>
                <p:oleObj name="公式" r:id="rId8" imgW="799753" imgH="444307" progId="Equation.3">
                  <p:embed/>
                  <p:pic>
                    <p:nvPicPr>
                      <p:cNvPr id="0" name="对象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1775" y="3722688"/>
                        <a:ext cx="1419225"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EAE4B5E2-9D49-4802-895D-AE15A6DD9564}"/>
              </a:ext>
            </a:extLst>
          </p:cNvPr>
          <p:cNvSpPr>
            <a:spLocks noGrp="1"/>
          </p:cNvSpPr>
          <p:nvPr>
            <p:ph type="sldNum" sz="quarter" idx="12"/>
          </p:nvPr>
        </p:nvSpPr>
        <p:spPr/>
        <p:txBody>
          <a:bodyPr/>
          <a:lstStyle/>
          <a:p>
            <a:pPr>
              <a:defRPr/>
            </a:pPr>
            <a:fld id="{3A027B43-1ABC-4F11-9766-822F91B28FDF}" type="slidenum">
              <a:rPr lang="zh-CN" altLang="en-US" smtClean="0"/>
              <a:pPr>
                <a:defRPr/>
              </a:pPr>
              <a:t>54</a:t>
            </a:fld>
            <a:endParaRPr lang="en-US" altLang="zh-CN"/>
          </a:p>
        </p:txBody>
      </p:sp>
      <p:sp>
        <p:nvSpPr>
          <p:cNvPr id="3" name="矩形 2">
            <a:extLst>
              <a:ext uri="{FF2B5EF4-FFF2-40B4-BE49-F238E27FC236}">
                <a16:creationId xmlns:a16="http://schemas.microsoft.com/office/drawing/2014/main" id="{4AE0621F-C793-46A5-B882-F5B16C0C3731}"/>
              </a:ext>
            </a:extLst>
          </p:cNvPr>
          <p:cNvSpPr/>
          <p:nvPr/>
        </p:nvSpPr>
        <p:spPr>
          <a:xfrm>
            <a:off x="323850" y="549275"/>
            <a:ext cx="3155950" cy="368300"/>
          </a:xfrm>
          <a:prstGeom prst="rect">
            <a:avLst/>
          </a:prstGeom>
        </p:spPr>
        <p:txBody>
          <a:bodyPr wrap="none">
            <a:spAutoFit/>
          </a:bodyPr>
          <a:lstStyle/>
          <a:p>
            <a:pPr>
              <a:defRPr/>
            </a:pPr>
            <a:r>
              <a:rPr lang="en-US" altLang="zh-CN" b="1" dirty="0">
                <a:latin typeface="Arial" panose="020B0604020202020204" pitchFamily="34" charset="0"/>
                <a:ea typeface="黑体" panose="02010609060101010101" pitchFamily="49" charset="-122"/>
              </a:rPr>
              <a:t>Extended Kelen-Tudos</a:t>
            </a:r>
            <a:r>
              <a:rPr lang="zh-CN" altLang="zh-CN" kern="100" spc="100" dirty="0">
                <a:ea typeface="黑体" panose="02010609060101010101" pitchFamily="49" charset="-122"/>
                <a:cs typeface="Times New Roman" panose="02020603050405020304" pitchFamily="18" charset="0"/>
              </a:rPr>
              <a:t>方法</a:t>
            </a:r>
            <a:endParaRPr lang="zh-CN" altLang="en-US" dirty="0"/>
          </a:p>
        </p:txBody>
      </p:sp>
      <p:graphicFrame>
        <p:nvGraphicFramePr>
          <p:cNvPr id="157700" name="对象 4"/>
          <p:cNvGraphicFramePr>
            <a:graphicFrameLocks noChangeAspect="1"/>
          </p:cNvGraphicFramePr>
          <p:nvPr/>
        </p:nvGraphicFramePr>
        <p:xfrm>
          <a:off x="468313" y="1196975"/>
          <a:ext cx="2849562" cy="900113"/>
        </p:xfrm>
        <a:graphic>
          <a:graphicData uri="http://schemas.openxmlformats.org/presentationml/2006/ole">
            <mc:AlternateContent xmlns:mc="http://schemas.openxmlformats.org/markup-compatibility/2006">
              <mc:Choice xmlns:v="urn:schemas-microsoft-com:vml" Requires="v">
                <p:oleObj spid="_x0000_s157935" name="公式" r:id="rId3" imgW="1447800" imgH="457200" progId="Equation.3">
                  <p:embed/>
                </p:oleObj>
              </mc:Choice>
              <mc:Fallback>
                <p:oleObj name="公式" r:id="rId3" imgW="1447800" imgH="457200" progId="Equation.3">
                  <p:embed/>
                  <p:pic>
                    <p:nvPicPr>
                      <p:cNvPr id="0"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313" y="1196975"/>
                        <a:ext cx="2849562"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7701" name="对象 5"/>
          <p:cNvGraphicFramePr>
            <a:graphicFrameLocks noChangeAspect="1"/>
          </p:cNvGraphicFramePr>
          <p:nvPr/>
        </p:nvGraphicFramePr>
        <p:xfrm>
          <a:off x="4067175" y="1352550"/>
          <a:ext cx="1177925" cy="588963"/>
        </p:xfrm>
        <a:graphic>
          <a:graphicData uri="http://schemas.openxmlformats.org/presentationml/2006/ole">
            <mc:AlternateContent xmlns:mc="http://schemas.openxmlformats.org/markup-compatibility/2006">
              <mc:Choice xmlns:v="urn:schemas-microsoft-com:vml" Requires="v">
                <p:oleObj spid="_x0000_s157936" name="公式" r:id="rId5" imgW="812447" imgH="406224" progId="Equation.3">
                  <p:embed/>
                </p:oleObj>
              </mc:Choice>
              <mc:Fallback>
                <p:oleObj name="公式" r:id="rId5" imgW="812447" imgH="406224" progId="Equation.3">
                  <p:embed/>
                  <p:pic>
                    <p:nvPicPr>
                      <p:cNvPr id="0" name="对象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67175" y="1352550"/>
                        <a:ext cx="1177925" cy="588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7702" name="对象 6"/>
          <p:cNvGraphicFramePr>
            <a:graphicFrameLocks noChangeAspect="1"/>
          </p:cNvGraphicFramePr>
          <p:nvPr/>
        </p:nvGraphicFramePr>
        <p:xfrm>
          <a:off x="5994400" y="1293813"/>
          <a:ext cx="1414463" cy="706437"/>
        </p:xfrm>
        <a:graphic>
          <a:graphicData uri="http://schemas.openxmlformats.org/presentationml/2006/ole">
            <mc:AlternateContent xmlns:mc="http://schemas.openxmlformats.org/markup-compatibility/2006">
              <mc:Choice xmlns:v="urn:schemas-microsoft-com:vml" Requires="v">
                <p:oleObj spid="_x0000_s157937" name="公式" r:id="rId7" imgW="812447" imgH="406224" progId="Equation.3">
                  <p:embed/>
                </p:oleObj>
              </mc:Choice>
              <mc:Fallback>
                <p:oleObj name="公式" r:id="rId7" imgW="812447" imgH="406224" progId="Equation.3">
                  <p:embed/>
                  <p:pic>
                    <p:nvPicPr>
                      <p:cNvPr id="0" name="对象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94400" y="1293813"/>
                        <a:ext cx="1414463" cy="70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7703" name="对象 7"/>
          <p:cNvGraphicFramePr>
            <a:graphicFrameLocks noChangeAspect="1"/>
          </p:cNvGraphicFramePr>
          <p:nvPr/>
        </p:nvGraphicFramePr>
        <p:xfrm>
          <a:off x="3279775" y="2335213"/>
          <a:ext cx="2058988" cy="503237"/>
        </p:xfrm>
        <a:graphic>
          <a:graphicData uri="http://schemas.openxmlformats.org/presentationml/2006/ole">
            <mc:AlternateContent xmlns:mc="http://schemas.openxmlformats.org/markup-compatibility/2006">
              <mc:Choice xmlns:v="urn:schemas-microsoft-com:vml" Requires="v">
                <p:oleObj spid="_x0000_s157938" name="公式" r:id="rId9" imgW="1244600" imgH="304800" progId="Equation.3">
                  <p:embed/>
                </p:oleObj>
              </mc:Choice>
              <mc:Fallback>
                <p:oleObj name="公式" r:id="rId9" imgW="1244600" imgH="304800" progId="Equation.3">
                  <p:embed/>
                  <p:pic>
                    <p:nvPicPr>
                      <p:cNvPr id="0" name="对象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79775" y="2335213"/>
                        <a:ext cx="2058988"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7704" name="对象 8"/>
          <p:cNvGraphicFramePr>
            <a:graphicFrameLocks noChangeAspect="1"/>
          </p:cNvGraphicFramePr>
          <p:nvPr/>
        </p:nvGraphicFramePr>
        <p:xfrm>
          <a:off x="5715000" y="2355850"/>
          <a:ext cx="882650" cy="601663"/>
        </p:xfrm>
        <a:graphic>
          <a:graphicData uri="http://schemas.openxmlformats.org/presentationml/2006/ole">
            <mc:AlternateContent xmlns:mc="http://schemas.openxmlformats.org/markup-compatibility/2006">
              <mc:Choice xmlns:v="urn:schemas-microsoft-com:vml" Requires="v">
                <p:oleObj spid="_x0000_s157939" name="公式" r:id="rId11" imgW="596641" imgH="406224" progId="Equation.3">
                  <p:embed/>
                </p:oleObj>
              </mc:Choice>
              <mc:Fallback>
                <p:oleObj name="公式" r:id="rId11" imgW="596641" imgH="406224" progId="Equation.3">
                  <p:embed/>
                  <p:pic>
                    <p:nvPicPr>
                      <p:cNvPr id="0" name="对象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715000" y="2355850"/>
                        <a:ext cx="882650" cy="60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7705" name="对象 9"/>
          <p:cNvGraphicFramePr>
            <a:graphicFrameLocks noChangeAspect="1"/>
          </p:cNvGraphicFramePr>
          <p:nvPr/>
        </p:nvGraphicFramePr>
        <p:xfrm>
          <a:off x="7235825" y="2366963"/>
          <a:ext cx="1036638" cy="561975"/>
        </p:xfrm>
        <a:graphic>
          <a:graphicData uri="http://schemas.openxmlformats.org/presentationml/2006/ole">
            <mc:AlternateContent xmlns:mc="http://schemas.openxmlformats.org/markup-compatibility/2006">
              <mc:Choice xmlns:v="urn:schemas-microsoft-com:vml" Requires="v">
                <p:oleObj spid="_x0000_s157940" name="公式" r:id="rId13" imgW="748975" imgH="406224" progId="Equation.3">
                  <p:embed/>
                </p:oleObj>
              </mc:Choice>
              <mc:Fallback>
                <p:oleObj name="公式" r:id="rId13" imgW="748975" imgH="406224" progId="Equation.3">
                  <p:embed/>
                  <p:pic>
                    <p:nvPicPr>
                      <p:cNvPr id="0" name="对象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235825" y="2366963"/>
                        <a:ext cx="1036638"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7706" name="对象 10"/>
          <p:cNvGraphicFramePr>
            <a:graphicFrameLocks noChangeAspect="1"/>
          </p:cNvGraphicFramePr>
          <p:nvPr/>
        </p:nvGraphicFramePr>
        <p:xfrm>
          <a:off x="3298825" y="3227388"/>
          <a:ext cx="1946275" cy="790575"/>
        </p:xfrm>
        <a:graphic>
          <a:graphicData uri="http://schemas.openxmlformats.org/presentationml/2006/ole">
            <mc:AlternateContent xmlns:mc="http://schemas.openxmlformats.org/markup-compatibility/2006">
              <mc:Choice xmlns:v="urn:schemas-microsoft-com:vml" Requires="v">
                <p:oleObj spid="_x0000_s157941" name="公式" r:id="rId15" imgW="1091726" imgH="444307" progId="Equation.3">
                  <p:embed/>
                </p:oleObj>
              </mc:Choice>
              <mc:Fallback>
                <p:oleObj name="公式" r:id="rId15" imgW="1091726" imgH="444307" progId="Equation.3">
                  <p:embed/>
                  <p:pic>
                    <p:nvPicPr>
                      <p:cNvPr id="0" name="对象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298825" y="3227388"/>
                        <a:ext cx="1946275"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7707" name="对象 11"/>
          <p:cNvGraphicFramePr>
            <a:graphicFrameLocks noChangeAspect="1"/>
          </p:cNvGraphicFramePr>
          <p:nvPr/>
        </p:nvGraphicFramePr>
        <p:xfrm>
          <a:off x="7235825" y="3252788"/>
          <a:ext cx="1778000" cy="719137"/>
        </p:xfrm>
        <a:graphic>
          <a:graphicData uri="http://schemas.openxmlformats.org/presentationml/2006/ole">
            <mc:AlternateContent xmlns:mc="http://schemas.openxmlformats.org/markup-compatibility/2006">
              <mc:Choice xmlns:v="urn:schemas-microsoft-com:vml" Requires="v">
                <p:oleObj spid="_x0000_s157942" name="公式" r:id="rId17" imgW="1066800" imgH="431800" progId="Equation.3">
                  <p:embed/>
                </p:oleObj>
              </mc:Choice>
              <mc:Fallback>
                <p:oleObj name="公式" r:id="rId17" imgW="1066800" imgH="431800" progId="Equation.3">
                  <p:embed/>
                  <p:pic>
                    <p:nvPicPr>
                      <p:cNvPr id="0" name="对象 1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235825" y="3252788"/>
                        <a:ext cx="1778000"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7708" name="对象 12"/>
          <p:cNvGraphicFramePr>
            <a:graphicFrameLocks noChangeAspect="1"/>
          </p:cNvGraphicFramePr>
          <p:nvPr/>
        </p:nvGraphicFramePr>
        <p:xfrm>
          <a:off x="5716588" y="3252788"/>
          <a:ext cx="1149350" cy="708025"/>
        </p:xfrm>
        <a:graphic>
          <a:graphicData uri="http://schemas.openxmlformats.org/presentationml/2006/ole">
            <mc:AlternateContent xmlns:mc="http://schemas.openxmlformats.org/markup-compatibility/2006">
              <mc:Choice xmlns:v="urn:schemas-microsoft-com:vml" Requires="v">
                <p:oleObj spid="_x0000_s157943" name="公式" r:id="rId19" imgW="660113" imgH="406224" progId="Equation.3">
                  <p:embed/>
                </p:oleObj>
              </mc:Choice>
              <mc:Fallback>
                <p:oleObj name="公式" r:id="rId19" imgW="660113" imgH="406224" progId="Equation.3">
                  <p:embed/>
                  <p:pic>
                    <p:nvPicPr>
                      <p:cNvPr id="0" name="对象 1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716588" y="3252788"/>
                        <a:ext cx="11493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矩形 13">
            <a:extLst>
              <a:ext uri="{FF2B5EF4-FFF2-40B4-BE49-F238E27FC236}">
                <a16:creationId xmlns:a16="http://schemas.microsoft.com/office/drawing/2014/main" id="{213D3FDB-DF7E-4F6A-A41C-6BC617895D59}"/>
              </a:ext>
            </a:extLst>
          </p:cNvPr>
          <p:cNvSpPr/>
          <p:nvPr/>
        </p:nvSpPr>
        <p:spPr>
          <a:xfrm>
            <a:off x="327025" y="4610100"/>
            <a:ext cx="8510588" cy="1570038"/>
          </a:xfrm>
          <a:prstGeom prst="rect">
            <a:avLst/>
          </a:prstGeom>
        </p:spPr>
        <p:txBody>
          <a:bodyPr>
            <a:spAutoFit/>
          </a:bodyPr>
          <a:lstStyle/>
          <a:p>
            <a:pPr>
              <a:defRPr/>
            </a:pPr>
            <a:r>
              <a:rPr lang="zh-CN" altLang="zh-CN" sz="2400" kern="100" dirty="0">
                <a:latin typeface="Arial" panose="020B0604020202020204" pitchFamily="34" charset="0"/>
                <a:ea typeface="楷体" panose="02010609060101010101" pitchFamily="49" charset="-122"/>
                <a:cs typeface="Arial" panose="020B0604020202020204" pitchFamily="34" charset="0"/>
              </a:rPr>
              <a:t>式中</a:t>
            </a:r>
            <a:r>
              <a:rPr lang="en-US" altLang="zh-CN" sz="2400" kern="100" dirty="0">
                <a:latin typeface="Arial" panose="020B0604020202020204" pitchFamily="34" charset="0"/>
                <a:ea typeface="楷体" panose="02010609060101010101" pitchFamily="49" charset="-122"/>
                <a:cs typeface="Arial" panose="020B0604020202020204" pitchFamily="34" charset="0"/>
              </a:rPr>
              <a:t>X</a:t>
            </a:r>
            <a:r>
              <a:rPr lang="zh-CN" altLang="zh-CN" sz="2400" kern="100" dirty="0">
                <a:latin typeface="Arial" panose="020B0604020202020204" pitchFamily="34" charset="0"/>
                <a:ea typeface="楷体" panose="02010609060101010101" pitchFamily="49" charset="-122"/>
                <a:cs typeface="Arial" panose="020B0604020202020204" pitchFamily="34" charset="0"/>
              </a:rPr>
              <a:t>和</a:t>
            </a:r>
            <a:r>
              <a:rPr lang="en-US" altLang="zh-CN" sz="2400" kern="100" dirty="0">
                <a:latin typeface="Arial" panose="020B0604020202020204" pitchFamily="34" charset="0"/>
                <a:ea typeface="楷体" panose="02010609060101010101" pitchFamily="49" charset="-122"/>
                <a:cs typeface="Arial" panose="020B0604020202020204" pitchFamily="34" charset="0"/>
              </a:rPr>
              <a:t>Y</a:t>
            </a:r>
            <a:r>
              <a:rPr lang="zh-CN" altLang="zh-CN" sz="2400" kern="100" dirty="0">
                <a:latin typeface="Arial" panose="020B0604020202020204" pitchFamily="34" charset="0"/>
                <a:ea typeface="楷体" panose="02010609060101010101" pitchFamily="49" charset="-122"/>
                <a:cs typeface="Arial" panose="020B0604020202020204" pitchFamily="34" charset="0"/>
              </a:rPr>
              <a:t>代表单体</a:t>
            </a:r>
            <a:r>
              <a:rPr lang="en-US" altLang="zh-CN" sz="2400" kern="100" dirty="0">
                <a:latin typeface="Arial" panose="020B0604020202020204" pitchFamily="34" charset="0"/>
                <a:ea typeface="楷体" panose="02010609060101010101" pitchFamily="49" charset="-122"/>
                <a:cs typeface="Arial" panose="020B0604020202020204" pitchFamily="34" charset="0"/>
              </a:rPr>
              <a:t>1</a:t>
            </a:r>
            <a:r>
              <a:rPr lang="zh-CN" altLang="zh-CN" sz="2400" kern="100" dirty="0">
                <a:latin typeface="Arial" panose="020B0604020202020204" pitchFamily="34" charset="0"/>
                <a:ea typeface="楷体" panose="02010609060101010101" pitchFamily="49" charset="-122"/>
                <a:cs typeface="Arial" panose="020B0604020202020204" pitchFamily="34" charset="0"/>
              </a:rPr>
              <a:t>和单体</a:t>
            </a:r>
            <a:r>
              <a:rPr lang="en-US" altLang="zh-CN" sz="2400" kern="100" dirty="0">
                <a:latin typeface="Arial" panose="020B0604020202020204" pitchFamily="34" charset="0"/>
                <a:ea typeface="楷体" panose="02010609060101010101" pitchFamily="49" charset="-122"/>
                <a:cs typeface="Arial" panose="020B0604020202020204" pitchFamily="34" charset="0"/>
              </a:rPr>
              <a:t>2</a:t>
            </a:r>
            <a:r>
              <a:rPr lang="zh-CN" altLang="zh-CN" sz="2400" kern="100" dirty="0">
                <a:latin typeface="Arial" panose="020B0604020202020204" pitchFamily="34" charset="0"/>
                <a:ea typeface="楷体" panose="02010609060101010101" pitchFamily="49" charset="-122"/>
                <a:cs typeface="Arial" panose="020B0604020202020204" pitchFamily="34" charset="0"/>
              </a:rPr>
              <a:t>在投料时和共聚物中的组成比，</a:t>
            </a:r>
            <a:r>
              <a:rPr lang="en-US" altLang="zh-CN" sz="2400" kern="100" dirty="0">
                <a:latin typeface="Arial" panose="020B0604020202020204" pitchFamily="34" charset="0"/>
                <a:ea typeface="楷体" panose="02010609060101010101" pitchFamily="49" charset="-122"/>
                <a:cs typeface="Arial" panose="020B0604020202020204" pitchFamily="34" charset="0"/>
              </a:rPr>
              <a:t>W</a:t>
            </a:r>
            <a:r>
              <a:rPr lang="zh-CN" altLang="zh-CN" sz="2400" kern="100" dirty="0">
                <a:latin typeface="Arial" panose="020B0604020202020204" pitchFamily="34" charset="0"/>
                <a:ea typeface="楷体" panose="02010609060101010101" pitchFamily="49" charset="-122"/>
                <a:cs typeface="Arial" panose="020B0604020202020204" pitchFamily="34" charset="0"/>
              </a:rPr>
              <a:t>为共聚转化率，由称重法计算。</a:t>
            </a:r>
            <a:r>
              <a:rPr lang="en-US" altLang="zh-CN" sz="2400" kern="100" dirty="0">
                <a:latin typeface="Arial" panose="020B0604020202020204" pitchFamily="34" charset="0"/>
                <a:ea typeface="楷体" panose="02010609060101010101" pitchFamily="49" charset="-122"/>
                <a:cs typeface="Arial" panose="020B0604020202020204" pitchFamily="34" charset="0"/>
              </a:rPr>
              <a:t>μ</a:t>
            </a:r>
            <a:r>
              <a:rPr lang="zh-CN" altLang="zh-CN" sz="2400" kern="100" dirty="0">
                <a:latin typeface="Arial" panose="020B0604020202020204" pitchFamily="34" charset="0"/>
                <a:ea typeface="楷体" panose="02010609060101010101" pitchFamily="49" charset="-122"/>
                <a:cs typeface="Arial" panose="020B0604020202020204" pitchFamily="34" charset="0"/>
              </a:rPr>
              <a:t>是单体</a:t>
            </a:r>
            <a:r>
              <a:rPr lang="en-US" altLang="zh-CN" sz="2400" kern="100" dirty="0">
                <a:latin typeface="Arial" panose="020B0604020202020204" pitchFamily="34" charset="0"/>
                <a:ea typeface="楷体" panose="02010609060101010101" pitchFamily="49" charset="-122"/>
                <a:cs typeface="Arial" panose="020B0604020202020204" pitchFamily="34" charset="0"/>
              </a:rPr>
              <a:t>2</a:t>
            </a:r>
            <a:r>
              <a:rPr lang="zh-CN" altLang="zh-CN" sz="2400" kern="100" dirty="0">
                <a:latin typeface="Arial" panose="020B0604020202020204" pitchFamily="34" charset="0"/>
                <a:ea typeface="楷体" panose="02010609060101010101" pitchFamily="49" charset="-122"/>
                <a:cs typeface="Arial" panose="020B0604020202020204" pitchFamily="34" charset="0"/>
              </a:rPr>
              <a:t>和单体</a:t>
            </a:r>
            <a:r>
              <a:rPr lang="en-US" altLang="zh-CN" sz="2400" kern="100" dirty="0">
                <a:latin typeface="Arial" panose="020B0604020202020204" pitchFamily="34" charset="0"/>
                <a:ea typeface="楷体" panose="02010609060101010101" pitchFamily="49" charset="-122"/>
                <a:cs typeface="Arial" panose="020B0604020202020204" pitchFamily="34" charset="0"/>
              </a:rPr>
              <a:t>1</a:t>
            </a:r>
            <a:r>
              <a:rPr lang="zh-CN" altLang="zh-CN" sz="2400" kern="100" dirty="0">
                <a:latin typeface="Arial" panose="020B0604020202020204" pitchFamily="34" charset="0"/>
                <a:ea typeface="楷体" panose="02010609060101010101" pitchFamily="49" charset="-122"/>
                <a:cs typeface="Arial" panose="020B0604020202020204" pitchFamily="34" charset="0"/>
              </a:rPr>
              <a:t>的分子量比值。起始的投料比</a:t>
            </a:r>
            <a:r>
              <a:rPr lang="en-US" altLang="zh-CN" sz="2400" kern="100" dirty="0">
                <a:latin typeface="Arial" panose="020B0604020202020204" pitchFamily="34" charset="0"/>
                <a:ea typeface="楷体" panose="02010609060101010101" pitchFamily="49" charset="-122"/>
                <a:cs typeface="Arial" panose="020B0604020202020204" pitchFamily="34" charset="0"/>
              </a:rPr>
              <a:t>X</a:t>
            </a:r>
            <a:r>
              <a:rPr lang="zh-CN" altLang="zh-CN" sz="2400" kern="100" dirty="0">
                <a:latin typeface="Arial" panose="020B0604020202020204" pitchFamily="34" charset="0"/>
                <a:ea typeface="楷体" panose="02010609060101010101" pitchFamily="49" charset="-122"/>
                <a:cs typeface="Arial" panose="020B0604020202020204" pitchFamily="34" charset="0"/>
              </a:rPr>
              <a:t>已知，</a:t>
            </a:r>
            <a:r>
              <a:rPr lang="en-US" altLang="zh-CN" sz="2400" kern="100" dirty="0">
                <a:latin typeface="Arial" panose="020B0604020202020204" pitchFamily="34" charset="0"/>
                <a:ea typeface="楷体" panose="02010609060101010101" pitchFamily="49" charset="-122"/>
                <a:cs typeface="Arial" panose="020B0604020202020204" pitchFamily="34" charset="0"/>
              </a:rPr>
              <a:t>Y</a:t>
            </a:r>
            <a:r>
              <a:rPr lang="zh-CN" altLang="zh-CN" sz="2400" kern="100" dirty="0">
                <a:latin typeface="Arial" panose="020B0604020202020204" pitchFamily="34" charset="0"/>
                <a:ea typeface="楷体" panose="02010609060101010101" pitchFamily="49" charset="-122"/>
                <a:cs typeface="Arial" panose="020B0604020202020204" pitchFamily="34" charset="0"/>
              </a:rPr>
              <a:t>可以通过核磁图谱中共聚物的特征基团的积分比求得。</a:t>
            </a:r>
            <a:endParaRPr lang="zh-CN" altLang="en-US" sz="2400" dirty="0">
              <a:latin typeface="Arial" panose="020B0604020202020204" pitchFamily="34" charset="0"/>
              <a:ea typeface="楷体" panose="02010609060101010101" pitchFamily="49" charset="-122"/>
              <a:cs typeface="Arial" panose="020B0604020202020204" pitchFamily="34"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C599C6F-703F-4B58-8BEF-0E1D8418EF6C}"/>
              </a:ext>
            </a:extLst>
          </p:cNvPr>
          <p:cNvSpPr>
            <a:spLocks noGrp="1"/>
          </p:cNvSpPr>
          <p:nvPr>
            <p:ph type="sldNum" sz="quarter" idx="12"/>
          </p:nvPr>
        </p:nvSpPr>
        <p:spPr/>
        <p:txBody>
          <a:bodyPr/>
          <a:lstStyle/>
          <a:p>
            <a:pPr>
              <a:defRPr/>
            </a:pPr>
            <a:fld id="{8D9A7169-8CBB-4089-979C-4636E0E16981}" type="slidenum">
              <a:rPr lang="zh-CN" altLang="en-US" smtClean="0"/>
              <a:pPr>
                <a:defRPr/>
              </a:pPr>
              <a:t>55</a:t>
            </a:fld>
            <a:endParaRPr lang="en-US" altLang="zh-CN"/>
          </a:p>
        </p:txBody>
      </p:sp>
      <p:graphicFrame>
        <p:nvGraphicFramePr>
          <p:cNvPr id="3" name="表格 2">
            <a:extLst>
              <a:ext uri="{FF2B5EF4-FFF2-40B4-BE49-F238E27FC236}">
                <a16:creationId xmlns:a16="http://schemas.microsoft.com/office/drawing/2014/main" id="{804A2EA7-EE5E-496C-9B97-C6B16090E375}"/>
              </a:ext>
            </a:extLst>
          </p:cNvPr>
          <p:cNvGraphicFramePr>
            <a:graphicFrameLocks noGrp="1"/>
          </p:cNvGraphicFramePr>
          <p:nvPr/>
        </p:nvGraphicFramePr>
        <p:xfrm>
          <a:off x="179388" y="1412875"/>
          <a:ext cx="8785225" cy="4011613"/>
        </p:xfrm>
        <a:graphic>
          <a:graphicData uri="http://schemas.openxmlformats.org/drawingml/2006/table">
            <a:tbl>
              <a:tblPr firstRow="1" firstCol="1" bandRow="1" bandCol="1">
                <a:tableStyleId>{5C22544A-7EE6-4342-B048-85BDC9FD1C3A}</a:tableStyleId>
              </a:tblPr>
              <a:tblGrid>
                <a:gridCol w="813512">
                  <a:extLst>
                    <a:ext uri="{9D8B030D-6E8A-4147-A177-3AD203B41FA5}">
                      <a16:colId xmlns:a16="http://schemas.microsoft.com/office/drawing/2014/main" val="2701925359"/>
                    </a:ext>
                  </a:extLst>
                </a:gridCol>
                <a:gridCol w="813512">
                  <a:extLst>
                    <a:ext uri="{9D8B030D-6E8A-4147-A177-3AD203B41FA5}">
                      <a16:colId xmlns:a16="http://schemas.microsoft.com/office/drawing/2014/main" val="1774662830"/>
                    </a:ext>
                  </a:extLst>
                </a:gridCol>
                <a:gridCol w="813512">
                  <a:extLst>
                    <a:ext uri="{9D8B030D-6E8A-4147-A177-3AD203B41FA5}">
                      <a16:colId xmlns:a16="http://schemas.microsoft.com/office/drawing/2014/main" val="1270873367"/>
                    </a:ext>
                  </a:extLst>
                </a:gridCol>
                <a:gridCol w="813512">
                  <a:extLst>
                    <a:ext uri="{9D8B030D-6E8A-4147-A177-3AD203B41FA5}">
                      <a16:colId xmlns:a16="http://schemas.microsoft.com/office/drawing/2014/main" val="3822612969"/>
                    </a:ext>
                  </a:extLst>
                </a:gridCol>
                <a:gridCol w="744987">
                  <a:extLst>
                    <a:ext uri="{9D8B030D-6E8A-4147-A177-3AD203B41FA5}">
                      <a16:colId xmlns:a16="http://schemas.microsoft.com/office/drawing/2014/main" val="1451070250"/>
                    </a:ext>
                  </a:extLst>
                </a:gridCol>
                <a:gridCol w="794184">
                  <a:extLst>
                    <a:ext uri="{9D8B030D-6E8A-4147-A177-3AD203B41FA5}">
                      <a16:colId xmlns:a16="http://schemas.microsoft.com/office/drawing/2014/main" val="431435687"/>
                    </a:ext>
                  </a:extLst>
                </a:gridCol>
                <a:gridCol w="750258">
                  <a:extLst>
                    <a:ext uri="{9D8B030D-6E8A-4147-A177-3AD203B41FA5}">
                      <a16:colId xmlns:a16="http://schemas.microsoft.com/office/drawing/2014/main" val="2257815630"/>
                    </a:ext>
                  </a:extLst>
                </a:gridCol>
                <a:gridCol w="815269">
                  <a:extLst>
                    <a:ext uri="{9D8B030D-6E8A-4147-A177-3AD203B41FA5}">
                      <a16:colId xmlns:a16="http://schemas.microsoft.com/office/drawing/2014/main" val="1360240219"/>
                    </a:ext>
                  </a:extLst>
                </a:gridCol>
                <a:gridCol w="799455">
                  <a:extLst>
                    <a:ext uri="{9D8B030D-6E8A-4147-A177-3AD203B41FA5}">
                      <a16:colId xmlns:a16="http://schemas.microsoft.com/office/drawing/2014/main" val="3256255491"/>
                    </a:ext>
                  </a:extLst>
                </a:gridCol>
                <a:gridCol w="813512">
                  <a:extLst>
                    <a:ext uri="{9D8B030D-6E8A-4147-A177-3AD203B41FA5}">
                      <a16:colId xmlns:a16="http://schemas.microsoft.com/office/drawing/2014/main" val="386583162"/>
                    </a:ext>
                  </a:extLst>
                </a:gridCol>
                <a:gridCol w="813512">
                  <a:extLst>
                    <a:ext uri="{9D8B030D-6E8A-4147-A177-3AD203B41FA5}">
                      <a16:colId xmlns:a16="http://schemas.microsoft.com/office/drawing/2014/main" val="1734235919"/>
                    </a:ext>
                  </a:extLst>
                </a:gridCol>
              </a:tblGrid>
              <a:tr h="421329">
                <a:tc>
                  <a:txBody>
                    <a:bodyPr/>
                    <a:lstStyle/>
                    <a:p>
                      <a:pPr algn="ctr">
                        <a:lnSpc>
                          <a:spcPct val="150000"/>
                        </a:lnSpc>
                        <a:spcAft>
                          <a:spcPts val="0"/>
                        </a:spcAft>
                      </a:pPr>
                      <a:r>
                        <a:rPr lang="en-US" sz="1800" kern="100" dirty="0">
                          <a:effectLst/>
                        </a:rPr>
                        <a:t>No.</a:t>
                      </a:r>
                      <a:endParaRPr lang="zh-CN" sz="1800" kern="100" dirty="0">
                        <a:effectLst/>
                        <a:latin typeface="Times New Roman" panose="02020603050405020304" pitchFamily="18" charset="0"/>
                        <a:ea typeface="宋体" panose="02010600030101010101" pitchFamily="2" charset="-122"/>
                      </a:endParaRPr>
                    </a:p>
                  </a:txBody>
                  <a:tcPr marL="65316" marR="65316" marT="0" marB="0"/>
                </a:tc>
                <a:tc>
                  <a:txBody>
                    <a:bodyPr/>
                    <a:lstStyle/>
                    <a:p>
                      <a:pPr algn="ctr">
                        <a:spcAft>
                          <a:spcPts val="0"/>
                        </a:spcAft>
                      </a:pPr>
                      <a:r>
                        <a:rPr lang="en-US" sz="1800" kern="100">
                          <a:effectLst/>
                        </a:rPr>
                        <a:t>X</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Y</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W</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zh-CN" sz="1800" kern="100">
                          <a:effectLst/>
                        </a:rPr>
                        <a:t>ζ</a:t>
                      </a:r>
                      <a:r>
                        <a:rPr lang="en-US" sz="1800" kern="100" baseline="-25000">
                          <a:effectLst/>
                        </a:rPr>
                        <a:t>2</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zh-CN" sz="1800" kern="100">
                          <a:effectLst/>
                        </a:rPr>
                        <a:t>ζ</a:t>
                      </a:r>
                      <a:r>
                        <a:rPr lang="en-US" sz="1800" kern="100" baseline="-25000">
                          <a:effectLst/>
                        </a:rPr>
                        <a:t>1</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Z</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F</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G</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zh-CN" sz="1800" kern="100">
                          <a:effectLst/>
                        </a:rPr>
                        <a:t>η</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zh-CN" sz="1800" kern="100">
                          <a:effectLst/>
                        </a:rPr>
                        <a:t>ξ</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extLst>
                  <a:ext uri="{0D108BD9-81ED-4DB2-BD59-A6C34878D82A}">
                    <a16:rowId xmlns:a16="http://schemas.microsoft.com/office/drawing/2014/main" val="216548383"/>
                  </a:ext>
                </a:extLst>
              </a:tr>
              <a:tr h="588952">
                <a:tc>
                  <a:txBody>
                    <a:bodyPr/>
                    <a:lstStyle/>
                    <a:p>
                      <a:pPr algn="ctr">
                        <a:lnSpc>
                          <a:spcPct val="150000"/>
                        </a:lnSpc>
                        <a:spcAft>
                          <a:spcPts val="0"/>
                        </a:spcAft>
                      </a:pPr>
                      <a:r>
                        <a:rPr lang="en-US" sz="1800" kern="100">
                          <a:effectLst/>
                        </a:rPr>
                        <a:t>Pat-1</a:t>
                      </a:r>
                      <a:endParaRPr lang="zh-CN" sz="1800" kern="100">
                        <a:effectLst/>
                        <a:latin typeface="Times New Roman" panose="02020603050405020304" pitchFamily="18" charset="0"/>
                        <a:ea typeface="宋体" panose="02010600030101010101" pitchFamily="2" charset="-122"/>
                      </a:endParaRPr>
                    </a:p>
                  </a:txBody>
                  <a:tcPr marL="65316" marR="65316" marT="0" marB="0"/>
                </a:tc>
                <a:tc>
                  <a:txBody>
                    <a:bodyPr/>
                    <a:lstStyle/>
                    <a:p>
                      <a:pPr algn="ctr">
                        <a:spcAft>
                          <a:spcPts val="0"/>
                        </a:spcAft>
                      </a:pPr>
                      <a:r>
                        <a:rPr lang="en-US" sz="1800" kern="100">
                          <a:effectLst/>
                        </a:rPr>
                        <a:t>9.000</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dirty="0">
                          <a:effectLst/>
                        </a:rPr>
                        <a:t>6.74</a:t>
                      </a:r>
                      <a:endParaRPr lang="zh-CN" sz="1800" kern="100" dirty="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dirty="0">
                          <a:effectLst/>
                        </a:rPr>
                        <a:t>0.633</a:t>
                      </a:r>
                      <a:endParaRPr lang="zh-CN" sz="1800" kern="100" dirty="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0.789</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0.591</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0.575</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20.409</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9.988</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0.428</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0.87</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extLst>
                  <a:ext uri="{0D108BD9-81ED-4DB2-BD59-A6C34878D82A}">
                    <a16:rowId xmlns:a16="http://schemas.microsoft.com/office/drawing/2014/main" val="1080273143"/>
                  </a:ext>
                </a:extLst>
              </a:tr>
              <a:tr h="411492">
                <a:tc>
                  <a:txBody>
                    <a:bodyPr/>
                    <a:lstStyle/>
                    <a:p>
                      <a:pPr algn="ctr">
                        <a:lnSpc>
                          <a:spcPct val="150000"/>
                        </a:lnSpc>
                        <a:spcAft>
                          <a:spcPts val="0"/>
                        </a:spcAft>
                      </a:pPr>
                      <a:r>
                        <a:rPr lang="en-US" sz="1800" kern="100">
                          <a:effectLst/>
                        </a:rPr>
                        <a:t>Pat-2</a:t>
                      </a:r>
                      <a:endParaRPr lang="zh-CN" sz="1800" kern="100">
                        <a:effectLst/>
                        <a:latin typeface="Times New Roman" panose="02020603050405020304" pitchFamily="18" charset="0"/>
                        <a:ea typeface="宋体" panose="02010600030101010101" pitchFamily="2" charset="-122"/>
                      </a:endParaRPr>
                    </a:p>
                  </a:txBody>
                  <a:tcPr marL="65316" marR="65316" marT="0" marB="0"/>
                </a:tc>
                <a:tc>
                  <a:txBody>
                    <a:bodyPr/>
                    <a:lstStyle/>
                    <a:p>
                      <a:pPr algn="ctr">
                        <a:spcAft>
                          <a:spcPts val="0"/>
                        </a:spcAft>
                      </a:pPr>
                      <a:r>
                        <a:rPr lang="en-US" sz="1800" kern="100">
                          <a:effectLst/>
                        </a:rPr>
                        <a:t>4.002</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3.03</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dirty="0">
                          <a:effectLst/>
                        </a:rPr>
                        <a:t>0.69</a:t>
                      </a:r>
                      <a:endParaRPr lang="zh-CN" sz="1800" kern="100" dirty="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dirty="0">
                          <a:effectLst/>
                        </a:rPr>
                        <a:t>0.812</a:t>
                      </a:r>
                      <a:endParaRPr lang="zh-CN" sz="1800" kern="100" dirty="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0.615</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0.571</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9.305</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3.557</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0.291</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0.761</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extLst>
                  <a:ext uri="{0D108BD9-81ED-4DB2-BD59-A6C34878D82A}">
                    <a16:rowId xmlns:a16="http://schemas.microsoft.com/office/drawing/2014/main" val="840176617"/>
                  </a:ext>
                </a:extLst>
              </a:tr>
              <a:tr h="411492">
                <a:tc>
                  <a:txBody>
                    <a:bodyPr/>
                    <a:lstStyle/>
                    <a:p>
                      <a:pPr algn="ctr">
                        <a:lnSpc>
                          <a:spcPct val="150000"/>
                        </a:lnSpc>
                        <a:spcAft>
                          <a:spcPts val="0"/>
                        </a:spcAft>
                      </a:pPr>
                      <a:r>
                        <a:rPr lang="en-US" sz="1800" kern="100">
                          <a:effectLst/>
                        </a:rPr>
                        <a:t>Pat-3</a:t>
                      </a:r>
                      <a:endParaRPr lang="zh-CN" sz="1800" kern="100">
                        <a:effectLst/>
                        <a:latin typeface="Times New Roman" panose="02020603050405020304" pitchFamily="18" charset="0"/>
                        <a:ea typeface="宋体" panose="02010600030101010101" pitchFamily="2" charset="-122"/>
                      </a:endParaRPr>
                    </a:p>
                  </a:txBody>
                  <a:tcPr marL="65316" marR="65316" marT="0" marB="0"/>
                </a:tc>
                <a:tc>
                  <a:txBody>
                    <a:bodyPr/>
                    <a:lstStyle/>
                    <a:p>
                      <a:pPr algn="ctr">
                        <a:spcAft>
                          <a:spcPts val="0"/>
                        </a:spcAft>
                      </a:pPr>
                      <a:r>
                        <a:rPr lang="en-US" sz="1800" kern="100">
                          <a:effectLst/>
                        </a:rPr>
                        <a:t>2.346</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1.86</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0.721</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dirty="0">
                          <a:effectLst/>
                        </a:rPr>
                        <a:t>0.802</a:t>
                      </a:r>
                      <a:endParaRPr lang="zh-CN" sz="1800" kern="100" dirty="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dirty="0">
                          <a:effectLst/>
                        </a:rPr>
                        <a:t>0.636</a:t>
                      </a:r>
                      <a:endParaRPr lang="zh-CN" sz="1800" kern="100" dirty="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0.624</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4.782</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1.379</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0.179</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0.621</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extLst>
                  <a:ext uri="{0D108BD9-81ED-4DB2-BD59-A6C34878D82A}">
                    <a16:rowId xmlns:a16="http://schemas.microsoft.com/office/drawing/2014/main" val="1634207855"/>
                  </a:ext>
                </a:extLst>
              </a:tr>
              <a:tr h="411492">
                <a:tc>
                  <a:txBody>
                    <a:bodyPr/>
                    <a:lstStyle/>
                    <a:p>
                      <a:pPr algn="ctr">
                        <a:lnSpc>
                          <a:spcPct val="150000"/>
                        </a:lnSpc>
                        <a:spcAft>
                          <a:spcPts val="0"/>
                        </a:spcAft>
                      </a:pPr>
                      <a:r>
                        <a:rPr lang="en-US" sz="1800" kern="100">
                          <a:effectLst/>
                        </a:rPr>
                        <a:t>Pat-4</a:t>
                      </a:r>
                      <a:endParaRPr lang="zh-CN" sz="1800" kern="100">
                        <a:effectLst/>
                        <a:latin typeface="Times New Roman" panose="02020603050405020304" pitchFamily="18" charset="0"/>
                        <a:ea typeface="宋体" panose="02010600030101010101" pitchFamily="2" charset="-122"/>
                      </a:endParaRPr>
                    </a:p>
                  </a:txBody>
                  <a:tcPr marL="65316" marR="65316" marT="0" marB="0"/>
                </a:tc>
                <a:tc>
                  <a:txBody>
                    <a:bodyPr/>
                    <a:lstStyle/>
                    <a:p>
                      <a:pPr algn="ctr">
                        <a:spcAft>
                          <a:spcPts val="0"/>
                        </a:spcAft>
                      </a:pPr>
                      <a:r>
                        <a:rPr lang="en-US" sz="1800" kern="100">
                          <a:effectLst/>
                        </a:rPr>
                        <a:t>1.499</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1.19</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0.76</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0.824</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dirty="0">
                          <a:effectLst/>
                        </a:rPr>
                        <a:t>0.654</a:t>
                      </a:r>
                      <a:endParaRPr lang="zh-CN" sz="1800" kern="100" dirty="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0.611</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3.189</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0.311</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0.051</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0.522</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extLst>
                  <a:ext uri="{0D108BD9-81ED-4DB2-BD59-A6C34878D82A}">
                    <a16:rowId xmlns:a16="http://schemas.microsoft.com/office/drawing/2014/main" val="4155520418"/>
                  </a:ext>
                </a:extLst>
              </a:tr>
              <a:tr h="588952">
                <a:tc>
                  <a:txBody>
                    <a:bodyPr/>
                    <a:lstStyle/>
                    <a:p>
                      <a:pPr algn="ctr">
                        <a:lnSpc>
                          <a:spcPct val="150000"/>
                        </a:lnSpc>
                        <a:spcAft>
                          <a:spcPts val="0"/>
                        </a:spcAft>
                      </a:pPr>
                      <a:r>
                        <a:rPr lang="en-US" sz="1800" kern="100">
                          <a:effectLst/>
                        </a:rPr>
                        <a:t>Pat-5</a:t>
                      </a:r>
                      <a:endParaRPr lang="zh-CN" sz="1800" kern="100">
                        <a:effectLst/>
                        <a:latin typeface="Times New Roman" panose="02020603050405020304" pitchFamily="18" charset="0"/>
                        <a:ea typeface="宋体" panose="02010600030101010101" pitchFamily="2" charset="-122"/>
                      </a:endParaRPr>
                    </a:p>
                  </a:txBody>
                  <a:tcPr marL="65316" marR="65316" marT="0" marB="0"/>
                </a:tc>
                <a:tc>
                  <a:txBody>
                    <a:bodyPr/>
                    <a:lstStyle/>
                    <a:p>
                      <a:pPr algn="ctr">
                        <a:spcAft>
                          <a:spcPts val="0"/>
                        </a:spcAft>
                      </a:pPr>
                      <a:r>
                        <a:rPr lang="en-US" sz="1800" kern="100">
                          <a:effectLst/>
                        </a:rPr>
                        <a:t>1.001</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0.77</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0.776</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0.832</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dirty="0">
                          <a:effectLst/>
                        </a:rPr>
                        <a:t>0.640</a:t>
                      </a:r>
                      <a:endParaRPr lang="zh-CN" sz="1800" kern="100" dirty="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dirty="0">
                          <a:effectLst/>
                        </a:rPr>
                        <a:t>0.573</a:t>
                      </a:r>
                      <a:endParaRPr lang="zh-CN" sz="1800" kern="100" dirty="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2.345</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-0.401</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-0.076</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0.445</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extLst>
                  <a:ext uri="{0D108BD9-81ED-4DB2-BD59-A6C34878D82A}">
                    <a16:rowId xmlns:a16="http://schemas.microsoft.com/office/drawing/2014/main" val="1289689993"/>
                  </a:ext>
                </a:extLst>
              </a:tr>
              <a:tr h="588952">
                <a:tc>
                  <a:txBody>
                    <a:bodyPr/>
                    <a:lstStyle/>
                    <a:p>
                      <a:pPr algn="ctr">
                        <a:lnSpc>
                          <a:spcPct val="150000"/>
                        </a:lnSpc>
                        <a:spcAft>
                          <a:spcPts val="0"/>
                        </a:spcAft>
                      </a:pPr>
                      <a:r>
                        <a:rPr lang="en-US" sz="1800" kern="100">
                          <a:effectLst/>
                        </a:rPr>
                        <a:t>Pat-6</a:t>
                      </a:r>
                      <a:endParaRPr lang="zh-CN" sz="1800" kern="100">
                        <a:effectLst/>
                        <a:latin typeface="Times New Roman" panose="02020603050405020304" pitchFamily="18" charset="0"/>
                        <a:ea typeface="宋体" panose="02010600030101010101" pitchFamily="2" charset="-122"/>
                      </a:endParaRPr>
                    </a:p>
                  </a:txBody>
                  <a:tcPr marL="65316" marR="65316" marT="0" marB="0"/>
                </a:tc>
                <a:tc>
                  <a:txBody>
                    <a:bodyPr/>
                    <a:lstStyle/>
                    <a:p>
                      <a:pPr algn="ctr">
                        <a:spcAft>
                          <a:spcPts val="0"/>
                        </a:spcAft>
                      </a:pPr>
                      <a:r>
                        <a:rPr lang="en-US" sz="1800" kern="100">
                          <a:effectLst/>
                        </a:rPr>
                        <a:t>0.664</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0.6</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0.852</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0.870</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0.786</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dirty="0">
                          <a:effectLst/>
                        </a:rPr>
                        <a:t>0.756</a:t>
                      </a:r>
                      <a:endParaRPr lang="zh-CN" sz="1800" kern="100" dirty="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1.049</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-0.529</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-0.133</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0.264</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extLst>
                  <a:ext uri="{0D108BD9-81ED-4DB2-BD59-A6C34878D82A}">
                    <a16:rowId xmlns:a16="http://schemas.microsoft.com/office/drawing/2014/main" val="376722473"/>
                  </a:ext>
                </a:extLst>
              </a:tr>
              <a:tr h="588952">
                <a:tc>
                  <a:txBody>
                    <a:bodyPr/>
                    <a:lstStyle/>
                    <a:p>
                      <a:pPr algn="ctr">
                        <a:lnSpc>
                          <a:spcPct val="150000"/>
                        </a:lnSpc>
                        <a:spcAft>
                          <a:spcPts val="0"/>
                        </a:spcAft>
                      </a:pPr>
                      <a:r>
                        <a:rPr lang="en-US" sz="1800" kern="100">
                          <a:effectLst/>
                        </a:rPr>
                        <a:t>Pat-7</a:t>
                      </a:r>
                      <a:endParaRPr lang="zh-CN" sz="1800" kern="100">
                        <a:effectLst/>
                        <a:latin typeface="Times New Roman" panose="02020603050405020304" pitchFamily="18" charset="0"/>
                        <a:ea typeface="宋体" panose="02010600030101010101" pitchFamily="2" charset="-122"/>
                      </a:endParaRPr>
                    </a:p>
                  </a:txBody>
                  <a:tcPr marL="65316" marR="65316" marT="0" marB="0"/>
                </a:tc>
                <a:tc>
                  <a:txBody>
                    <a:bodyPr/>
                    <a:lstStyle/>
                    <a:p>
                      <a:pPr algn="ctr">
                        <a:spcAft>
                          <a:spcPts val="0"/>
                        </a:spcAft>
                      </a:pPr>
                      <a:r>
                        <a:rPr lang="en-US" sz="1800" kern="100">
                          <a:effectLst/>
                        </a:rPr>
                        <a:t>0.260</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0.23</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0.848</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0.857</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0.759</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0.729</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dirty="0">
                          <a:effectLst/>
                        </a:rPr>
                        <a:t>0.432</a:t>
                      </a:r>
                      <a:endParaRPr lang="zh-CN" sz="1800" kern="100" dirty="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dirty="0">
                          <a:effectLst/>
                        </a:rPr>
                        <a:t>-1.056</a:t>
                      </a:r>
                      <a:endParaRPr lang="zh-CN" sz="1800" kern="100" dirty="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dirty="0">
                          <a:effectLst/>
                        </a:rPr>
                        <a:t>-0.315</a:t>
                      </a:r>
                      <a:endParaRPr lang="zh-CN" sz="1800" kern="100" dirty="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dirty="0">
                          <a:effectLst/>
                        </a:rPr>
                        <a:t>0.129</a:t>
                      </a:r>
                      <a:endParaRPr lang="zh-CN" sz="1800" kern="100" dirty="0">
                        <a:effectLst/>
                        <a:latin typeface="Times New Roman" panose="02020603050405020304" pitchFamily="18" charset="0"/>
                        <a:ea typeface="宋体" panose="02010600030101010101" pitchFamily="2" charset="-122"/>
                      </a:endParaRPr>
                    </a:p>
                  </a:txBody>
                  <a:tcPr marL="65316" marR="65316" marT="0" marB="0" anchor="ctr"/>
                </a:tc>
                <a:extLst>
                  <a:ext uri="{0D108BD9-81ED-4DB2-BD59-A6C34878D82A}">
                    <a16:rowId xmlns:a16="http://schemas.microsoft.com/office/drawing/2014/main" val="2092305752"/>
                  </a:ext>
                </a:extLst>
              </a:tr>
            </a:tbl>
          </a:graphicData>
        </a:graphic>
      </p:graphicFrame>
      <p:sp>
        <p:nvSpPr>
          <p:cNvPr id="4" name="矩形 3">
            <a:extLst>
              <a:ext uri="{FF2B5EF4-FFF2-40B4-BE49-F238E27FC236}">
                <a16:creationId xmlns:a16="http://schemas.microsoft.com/office/drawing/2014/main" id="{6F8E8BA5-1931-4930-A3E4-0FE175BA90DB}"/>
              </a:ext>
            </a:extLst>
          </p:cNvPr>
          <p:cNvSpPr/>
          <p:nvPr/>
        </p:nvSpPr>
        <p:spPr>
          <a:xfrm>
            <a:off x="525463" y="981075"/>
            <a:ext cx="8640762" cy="368300"/>
          </a:xfrm>
          <a:prstGeom prst="rect">
            <a:avLst/>
          </a:prstGeom>
        </p:spPr>
        <p:txBody>
          <a:bodyPr>
            <a:spAutoFit/>
          </a:bodyPr>
          <a:lstStyle/>
          <a:p>
            <a:pPr>
              <a:defRPr/>
            </a:pPr>
            <a:r>
              <a:rPr lang="en-US" altLang="zh-CN" b="1" kern="100" dirty="0">
                <a:latin typeface="Times New Roman" panose="02020603050405020304" pitchFamily="18" charset="0"/>
                <a:ea typeface="黑体" panose="02010609060101010101" pitchFamily="49" charset="-122"/>
              </a:rPr>
              <a:t>data for MA/ATMP copolymers including </a:t>
            </a:r>
            <a:r>
              <a:rPr lang="en-US" altLang="zh-CN" b="1" kern="100" dirty="0">
                <a:latin typeface="Times New Roman" panose="02020603050405020304" pitchFamily="18" charset="0"/>
                <a:ea typeface="宋体" panose="02010600030101010101" pitchFamily="2" charset="-122"/>
              </a:rPr>
              <a:t>Extended Kelen-Tudos parameters</a:t>
            </a:r>
            <a:endParaRPr lang="zh-CN" alt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7577DC49-F560-4856-A5A4-CDF6CB3CB931}"/>
              </a:ext>
            </a:extLst>
          </p:cNvPr>
          <p:cNvSpPr>
            <a:spLocks noGrp="1"/>
          </p:cNvSpPr>
          <p:nvPr>
            <p:ph type="sldNum" sz="quarter" idx="12"/>
          </p:nvPr>
        </p:nvSpPr>
        <p:spPr/>
        <p:txBody>
          <a:bodyPr/>
          <a:lstStyle/>
          <a:p>
            <a:pPr>
              <a:defRPr/>
            </a:pPr>
            <a:fld id="{F00049CA-407B-4976-AED2-41D04740C90E}" type="slidenum">
              <a:rPr lang="zh-CN" altLang="en-US" smtClean="0"/>
              <a:pPr>
                <a:defRPr/>
              </a:pPr>
              <a:t>56</a:t>
            </a:fld>
            <a:endParaRPr lang="en-US" altLang="zh-CN"/>
          </a:p>
        </p:txBody>
      </p:sp>
      <p:graphicFrame>
        <p:nvGraphicFramePr>
          <p:cNvPr id="159747" name="对象 2"/>
          <p:cNvGraphicFramePr>
            <a:graphicFrameLocks noChangeAspect="1"/>
          </p:cNvGraphicFramePr>
          <p:nvPr/>
        </p:nvGraphicFramePr>
        <p:xfrm>
          <a:off x="1733550" y="452438"/>
          <a:ext cx="5500688" cy="4387850"/>
        </p:xfrm>
        <a:graphic>
          <a:graphicData uri="http://schemas.openxmlformats.org/presentationml/2006/ole">
            <mc:AlternateContent xmlns:mc="http://schemas.openxmlformats.org/markup-compatibility/2006">
              <mc:Choice xmlns:v="urn:schemas-microsoft-com:vml" Requires="v">
                <p:oleObj spid="_x0000_s159777" name="Graph" r:id="rId3" imgW="3112265" imgH="2489812" progId="Origin50.Graph">
                  <p:embed/>
                </p:oleObj>
              </mc:Choice>
              <mc:Fallback>
                <p:oleObj name="Graph" r:id="rId3" imgW="3112265" imgH="2489812" progId="Origin50.Graph">
                  <p:embed/>
                  <p:pic>
                    <p:nvPicPr>
                      <p:cNvPr id="0"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3550" y="452438"/>
                        <a:ext cx="5500688" cy="438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矩形 3">
            <a:extLst>
              <a:ext uri="{FF2B5EF4-FFF2-40B4-BE49-F238E27FC236}">
                <a16:creationId xmlns:a16="http://schemas.microsoft.com/office/drawing/2014/main" id="{EF0D65F5-F400-4045-9949-9D6E992F48C3}"/>
              </a:ext>
            </a:extLst>
          </p:cNvPr>
          <p:cNvSpPr/>
          <p:nvPr/>
        </p:nvSpPr>
        <p:spPr>
          <a:xfrm>
            <a:off x="4067175" y="3573463"/>
            <a:ext cx="2984500" cy="522287"/>
          </a:xfrm>
          <a:prstGeom prst="rect">
            <a:avLst/>
          </a:prstGeom>
        </p:spPr>
        <p:txBody>
          <a:bodyPr wrap="none">
            <a:spAutoFit/>
          </a:bodyPr>
          <a:lstStyle/>
          <a:p>
            <a:pPr>
              <a:defRPr/>
            </a:pPr>
            <a:r>
              <a:rPr lang="en-US" altLang="zh-CN" sz="2800" kern="100" dirty="0">
                <a:latin typeface="Times New Roman" panose="02020603050405020304" pitchFamily="18" charset="0"/>
                <a:ea typeface="宋体" panose="02010600030101010101" pitchFamily="2" charset="-122"/>
              </a:rPr>
              <a:t>r</a:t>
            </a:r>
            <a:r>
              <a:rPr lang="en-US" altLang="zh-CN" sz="2800" kern="100" baseline="-25000" dirty="0">
                <a:latin typeface="Times New Roman" panose="02020603050405020304" pitchFamily="18" charset="0"/>
                <a:ea typeface="宋体" panose="02010600030101010101" pitchFamily="2" charset="-122"/>
              </a:rPr>
              <a:t>1 </a:t>
            </a:r>
            <a:r>
              <a:rPr lang="en-US" altLang="zh-CN" sz="2800" kern="100" dirty="0">
                <a:latin typeface="Times New Roman" panose="02020603050405020304" pitchFamily="18" charset="0"/>
                <a:ea typeface="宋体" panose="02010600030101010101" pitchFamily="2" charset="-122"/>
              </a:rPr>
              <a:t>= 0.53</a:t>
            </a:r>
            <a:r>
              <a:rPr lang="zh-CN" altLang="zh-CN" sz="2800"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kern="100" dirty="0">
                <a:latin typeface="Times New Roman" panose="02020603050405020304" pitchFamily="18" charset="0"/>
                <a:ea typeface="宋体" panose="02010600030101010101" pitchFamily="2" charset="-122"/>
              </a:rPr>
              <a:t>r</a:t>
            </a:r>
            <a:r>
              <a:rPr lang="en-US" altLang="zh-CN" sz="2800" kern="100" baseline="-25000" dirty="0">
                <a:latin typeface="Times New Roman" panose="02020603050405020304" pitchFamily="18" charset="0"/>
                <a:ea typeface="宋体" panose="02010600030101010101" pitchFamily="2" charset="-122"/>
              </a:rPr>
              <a:t>2 </a:t>
            </a:r>
            <a:r>
              <a:rPr lang="en-US" altLang="zh-CN" sz="2800" kern="100" dirty="0">
                <a:latin typeface="Times New Roman" panose="02020603050405020304" pitchFamily="18" charset="0"/>
                <a:ea typeface="宋体" panose="02010600030101010101" pitchFamily="2" charset="-122"/>
              </a:rPr>
              <a:t>= 1.31</a:t>
            </a:r>
            <a:endParaRPr lang="zh-CN" altLang="en-US" sz="2800" dirty="0"/>
          </a:p>
        </p:txBody>
      </p:sp>
      <p:sp>
        <p:nvSpPr>
          <p:cNvPr id="5" name="矩形 4">
            <a:extLst>
              <a:ext uri="{FF2B5EF4-FFF2-40B4-BE49-F238E27FC236}">
                <a16:creationId xmlns:a16="http://schemas.microsoft.com/office/drawing/2014/main" id="{A48D50FC-42C6-4D3C-8E55-947401849BB9}"/>
              </a:ext>
            </a:extLst>
          </p:cNvPr>
          <p:cNvSpPr/>
          <p:nvPr/>
        </p:nvSpPr>
        <p:spPr>
          <a:xfrm>
            <a:off x="1835150" y="4840288"/>
            <a:ext cx="6070600" cy="646112"/>
          </a:xfrm>
          <a:prstGeom prst="rect">
            <a:avLst/>
          </a:prstGeom>
        </p:spPr>
        <p:txBody>
          <a:bodyPr>
            <a:spAutoFit/>
          </a:bodyPr>
          <a:lstStyle/>
          <a:p>
            <a:pPr>
              <a:defRPr/>
            </a:pPr>
            <a:r>
              <a:rPr lang="en-US" altLang="zh-CN" b="1" kern="100" dirty="0">
                <a:latin typeface="Times New Roman" panose="02020603050405020304" pitchFamily="18" charset="0"/>
                <a:ea typeface="黑体" panose="02010609060101010101" pitchFamily="49" charset="-122"/>
              </a:rPr>
              <a:t>The calculation of r</a:t>
            </a:r>
            <a:r>
              <a:rPr lang="en-US" altLang="zh-CN" b="1" kern="100" baseline="-25000" dirty="0">
                <a:latin typeface="Times New Roman" panose="02020603050405020304" pitchFamily="18" charset="0"/>
                <a:ea typeface="黑体" panose="02010609060101010101" pitchFamily="49" charset="-122"/>
              </a:rPr>
              <a:t>1</a:t>
            </a:r>
            <a:r>
              <a:rPr lang="en-US" altLang="zh-CN" b="1" kern="100" dirty="0">
                <a:latin typeface="Times New Roman" panose="02020603050405020304" pitchFamily="18" charset="0"/>
                <a:ea typeface="黑体" panose="02010609060101010101" pitchFamily="49" charset="-122"/>
              </a:rPr>
              <a:t> and r</a:t>
            </a:r>
            <a:r>
              <a:rPr lang="en-US" altLang="zh-CN" b="1" kern="100" baseline="-25000" dirty="0">
                <a:latin typeface="Times New Roman" panose="02020603050405020304" pitchFamily="18" charset="0"/>
                <a:ea typeface="黑体" panose="02010609060101010101" pitchFamily="49" charset="-122"/>
              </a:rPr>
              <a:t>2 </a:t>
            </a:r>
            <a:r>
              <a:rPr lang="en-US" altLang="zh-CN" b="1" kern="100" dirty="0">
                <a:latin typeface="Times New Roman" panose="02020603050405020304" pitchFamily="18" charset="0"/>
                <a:ea typeface="黑体" panose="02010609060101010101" pitchFamily="49" charset="-122"/>
              </a:rPr>
              <a:t>for MA/ATMP and MA/APMP copolymers by </a:t>
            </a:r>
            <a:r>
              <a:rPr lang="en-US" altLang="zh-CN" b="1" kern="100" dirty="0" err="1">
                <a:latin typeface="Times New Roman" panose="02020603050405020304" pitchFamily="18" charset="0"/>
                <a:ea typeface="黑体" panose="02010609060101010101" pitchFamily="49" charset="-122"/>
              </a:rPr>
              <a:t>kelen-tudos</a:t>
            </a:r>
            <a:r>
              <a:rPr lang="en-US" altLang="zh-CN" b="1" kern="100" dirty="0">
                <a:latin typeface="Times New Roman" panose="02020603050405020304" pitchFamily="18" charset="0"/>
                <a:ea typeface="黑体" panose="02010609060101010101" pitchFamily="49" charset="-122"/>
              </a:rPr>
              <a:t> method</a:t>
            </a:r>
            <a:endParaRPr lang="zh-CN" alt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160770"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6AEE1981-4DA0-4B78-8318-699C35EF5718}"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57</a:t>
            </a:fld>
            <a:endParaRPr lang="en-US" altLang="zh-CN" sz="1400">
              <a:latin typeface="Times New Roman" panose="02020603050405020304" pitchFamily="18" charset="0"/>
              <a:ea typeface="宋体" panose="02010600030101010101" pitchFamily="2" charset="-122"/>
            </a:endParaRPr>
          </a:p>
        </p:txBody>
      </p:sp>
      <p:sp>
        <p:nvSpPr>
          <p:cNvPr id="120836" name="Text Box 2">
            <a:extLst>
              <a:ext uri="{FF2B5EF4-FFF2-40B4-BE49-F238E27FC236}">
                <a16:creationId xmlns:a16="http://schemas.microsoft.com/office/drawing/2014/main" id="{E11A85C8-8D61-4874-990A-C48A32154E12}"/>
              </a:ext>
            </a:extLst>
          </p:cNvPr>
          <p:cNvSpPr txBox="1">
            <a:spLocks noChangeArrowheads="1"/>
          </p:cNvSpPr>
          <p:nvPr/>
        </p:nvSpPr>
        <p:spPr bwMode="auto">
          <a:xfrm>
            <a:off x="593725" y="1700213"/>
            <a:ext cx="7848600" cy="341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5000"/>
              </a:lnSpc>
              <a:spcBef>
                <a:spcPct val="50000"/>
              </a:spcBef>
              <a:buFontTx/>
              <a:buNone/>
              <a:defRPr/>
            </a:pPr>
            <a:r>
              <a:rPr kumimoji="1" lang="en-US" altLang="zh-CN" sz="2400" dirty="0">
                <a:latin typeface="Arial" panose="020B0604020202020204" pitchFamily="34" charset="0"/>
                <a:ea typeface="楷体" panose="02010609060101010101" pitchFamily="49" charset="-122"/>
                <a:cs typeface="Arial" panose="020B0604020202020204" pitchFamily="34" charset="0"/>
              </a:rPr>
              <a:t>        r</a:t>
            </a:r>
            <a:r>
              <a:rPr kumimoji="1" lang="zh-CN" altLang="en-US" sz="2400" dirty="0">
                <a:latin typeface="Arial" panose="020B0604020202020204" pitchFamily="34" charset="0"/>
                <a:ea typeface="楷体" panose="02010609060101010101" pitchFamily="49" charset="-122"/>
                <a:cs typeface="Arial" panose="020B0604020202020204" pitchFamily="34" charset="0"/>
              </a:rPr>
              <a:t>是两种增长速率常数的比值，影响增长速率常数的诸因素均将影响共聚反应的</a:t>
            </a:r>
            <a:r>
              <a:rPr kumimoji="1" lang="en-US" altLang="zh-CN" sz="2400" dirty="0">
                <a:latin typeface="Arial" panose="020B0604020202020204" pitchFamily="34" charset="0"/>
                <a:ea typeface="楷体" panose="02010609060101010101" pitchFamily="49" charset="-122"/>
                <a:cs typeface="Arial" panose="020B0604020202020204" pitchFamily="34" charset="0"/>
              </a:rPr>
              <a:t>r，</a:t>
            </a:r>
            <a:r>
              <a:rPr kumimoji="1" lang="zh-CN" altLang="en-US" sz="2400" dirty="0">
                <a:latin typeface="Arial" panose="020B0604020202020204" pitchFamily="34" charset="0"/>
                <a:ea typeface="楷体" panose="02010609060101010101" pitchFamily="49" charset="-122"/>
                <a:cs typeface="Arial" panose="020B0604020202020204" pitchFamily="34" charset="0"/>
              </a:rPr>
              <a:t>最主要的是</a:t>
            </a:r>
            <a:r>
              <a:rPr kumimoji="1" lang="zh-CN" altLang="en-US" sz="2400" b="1" dirty="0">
                <a:latin typeface="Arial" panose="020B0604020202020204" pitchFamily="34" charset="0"/>
                <a:ea typeface="楷体" panose="02010609060101010101" pitchFamily="49" charset="-122"/>
                <a:cs typeface="Arial" panose="020B0604020202020204" pitchFamily="34" charset="0"/>
              </a:rPr>
              <a:t>单体结构</a:t>
            </a:r>
            <a:r>
              <a:rPr kumimoji="1" lang="zh-CN" altLang="en-US" sz="2400" dirty="0">
                <a:latin typeface="Arial" panose="020B0604020202020204" pitchFamily="34" charset="0"/>
                <a:ea typeface="楷体" panose="02010609060101010101" pitchFamily="49" charset="-122"/>
                <a:cs typeface="Arial" panose="020B0604020202020204" pitchFamily="34" charset="0"/>
              </a:rPr>
              <a:t>因素。</a:t>
            </a:r>
          </a:p>
          <a:p>
            <a:pPr marL="342900" indent="-342900" algn="just" eaLnBrk="1" hangingPunct="1">
              <a:lnSpc>
                <a:spcPct val="125000"/>
              </a:lnSpc>
              <a:spcBef>
                <a:spcPct val="50000"/>
              </a:spcBef>
              <a:buClr>
                <a:srgbClr val="FF0000"/>
              </a:buClr>
              <a:buSzPct val="90000"/>
              <a:buFont typeface="Wingdings" panose="05000000000000000000" pitchFamily="2" charset="2"/>
              <a:buChar char="Ø"/>
              <a:defRPr/>
            </a:pPr>
            <a:r>
              <a:rPr kumimoji="1" lang="zh-CN" altLang="en-US" sz="2400" dirty="0">
                <a:solidFill>
                  <a:srgbClr val="A50021"/>
                </a:solidFill>
                <a:latin typeface="Arial" panose="020B0604020202020204" pitchFamily="34" charset="0"/>
                <a:ea typeface="楷体" panose="02010609060101010101" pitchFamily="49" charset="-122"/>
                <a:cs typeface="Arial" panose="020B0604020202020204" pitchFamily="34" charset="0"/>
              </a:rPr>
              <a:t> </a:t>
            </a:r>
            <a:r>
              <a:rPr kumimoji="1" lang="zh-CN" altLang="en-US" sz="2400" dirty="0">
                <a:solidFill>
                  <a:srgbClr val="FF0000"/>
                </a:solidFill>
                <a:latin typeface="Arial" panose="020B0604020202020204" pitchFamily="34" charset="0"/>
                <a:ea typeface="楷体" panose="02010609060101010101" pitchFamily="49" charset="-122"/>
                <a:cs typeface="Arial" panose="020B0604020202020204" pitchFamily="34" charset="0"/>
              </a:rPr>
              <a:t>温度</a:t>
            </a:r>
            <a:r>
              <a:rPr kumimoji="1" lang="en-US" altLang="zh-CN" sz="2400" dirty="0">
                <a:solidFill>
                  <a:srgbClr val="FF0000"/>
                </a:solidFill>
                <a:latin typeface="Arial" panose="020B0604020202020204" pitchFamily="34" charset="0"/>
                <a:ea typeface="楷体" panose="02010609060101010101" pitchFamily="49" charset="-122"/>
                <a:cs typeface="Arial" panose="020B0604020202020204" pitchFamily="34" charset="0"/>
              </a:rPr>
              <a:t>: </a:t>
            </a:r>
            <a:r>
              <a:rPr kumimoji="1" lang="zh-CN" altLang="en-US" sz="2400" dirty="0">
                <a:latin typeface="Arial" panose="020B0604020202020204" pitchFamily="34" charset="0"/>
                <a:ea typeface="楷体" panose="02010609060101010101" pitchFamily="49" charset="-122"/>
                <a:cs typeface="Arial" panose="020B0604020202020204" pitchFamily="34" charset="0"/>
              </a:rPr>
              <a:t>温度对</a:t>
            </a:r>
            <a:r>
              <a:rPr kumimoji="1" lang="en-US" altLang="zh-CN" sz="2400" dirty="0">
                <a:latin typeface="Arial" panose="020B0604020202020204" pitchFamily="34" charset="0"/>
                <a:ea typeface="楷体" panose="02010609060101010101" pitchFamily="49" charset="-122"/>
                <a:cs typeface="Arial" panose="020B0604020202020204" pitchFamily="34" charset="0"/>
              </a:rPr>
              <a:t>r</a:t>
            </a:r>
            <a:r>
              <a:rPr kumimoji="1" lang="zh-CN" altLang="en-US" sz="2400" dirty="0">
                <a:latin typeface="Arial" panose="020B0604020202020204" pitchFamily="34" charset="0"/>
                <a:ea typeface="楷体" panose="02010609060101010101" pitchFamily="49" charset="-122"/>
                <a:cs typeface="Arial" panose="020B0604020202020204" pitchFamily="34" charset="0"/>
              </a:rPr>
              <a:t>的影响不明显</a:t>
            </a:r>
          </a:p>
          <a:p>
            <a:pPr marL="342900" indent="-342900" algn="just" eaLnBrk="1" hangingPunct="1">
              <a:lnSpc>
                <a:spcPct val="125000"/>
              </a:lnSpc>
              <a:spcBef>
                <a:spcPct val="50000"/>
              </a:spcBef>
              <a:buClr>
                <a:srgbClr val="FF0000"/>
              </a:buClr>
              <a:buSzPct val="90000"/>
              <a:buFont typeface="Wingdings" panose="05000000000000000000" pitchFamily="2" charset="2"/>
              <a:buChar char="Ø"/>
              <a:defRPr/>
            </a:pPr>
            <a:r>
              <a:rPr kumimoji="1" lang="zh-CN" altLang="en-US" sz="2400" dirty="0">
                <a:solidFill>
                  <a:srgbClr val="A50021"/>
                </a:solidFill>
                <a:latin typeface="Arial" panose="020B0604020202020204" pitchFamily="34" charset="0"/>
                <a:ea typeface="楷体" panose="02010609060101010101" pitchFamily="49" charset="-122"/>
                <a:cs typeface="Arial" panose="020B0604020202020204" pitchFamily="34" charset="0"/>
              </a:rPr>
              <a:t> </a:t>
            </a:r>
            <a:r>
              <a:rPr kumimoji="1" lang="zh-CN" altLang="en-US" sz="2400" dirty="0">
                <a:solidFill>
                  <a:srgbClr val="FF0000"/>
                </a:solidFill>
                <a:latin typeface="Arial" panose="020B0604020202020204" pitchFamily="34" charset="0"/>
                <a:ea typeface="楷体" panose="02010609060101010101" pitchFamily="49" charset="-122"/>
                <a:cs typeface="Arial" panose="020B0604020202020204" pitchFamily="34" charset="0"/>
              </a:rPr>
              <a:t>压力</a:t>
            </a:r>
            <a:r>
              <a:rPr kumimoji="1" lang="en-US" altLang="zh-CN" sz="2400" dirty="0">
                <a:solidFill>
                  <a:srgbClr val="FF0000"/>
                </a:solidFill>
                <a:latin typeface="Arial" panose="020B0604020202020204" pitchFamily="34" charset="0"/>
                <a:ea typeface="楷体" panose="02010609060101010101" pitchFamily="49" charset="-122"/>
                <a:cs typeface="Arial" panose="020B0604020202020204" pitchFamily="34" charset="0"/>
              </a:rPr>
              <a:t>: </a:t>
            </a:r>
            <a:r>
              <a:rPr kumimoji="1" lang="en-US" altLang="zh-CN" sz="2400" dirty="0">
                <a:latin typeface="Arial" panose="020B0604020202020204" pitchFamily="34" charset="0"/>
                <a:ea typeface="楷体" panose="02010609060101010101" pitchFamily="49" charset="-122"/>
                <a:cs typeface="Arial" panose="020B0604020202020204" pitchFamily="34" charset="0"/>
              </a:rPr>
              <a:t>r</a:t>
            </a:r>
            <a:r>
              <a:rPr kumimoji="1" lang="zh-CN" altLang="en-US" sz="2400" dirty="0">
                <a:latin typeface="Arial" panose="020B0604020202020204" pitchFamily="34" charset="0"/>
                <a:ea typeface="楷体" panose="02010609060101010101" pitchFamily="49" charset="-122"/>
                <a:cs typeface="Arial" panose="020B0604020202020204" pitchFamily="34" charset="0"/>
              </a:rPr>
              <a:t>随压力变化也不很大，与温度影响类似，压力增大，倾向于理想共聚</a:t>
            </a:r>
          </a:p>
          <a:p>
            <a:pPr marL="342900" indent="-342900" algn="just" eaLnBrk="1" hangingPunct="1">
              <a:lnSpc>
                <a:spcPct val="125000"/>
              </a:lnSpc>
              <a:spcBef>
                <a:spcPct val="50000"/>
              </a:spcBef>
              <a:buClr>
                <a:srgbClr val="FF0000"/>
              </a:buClr>
              <a:buSzPct val="90000"/>
              <a:buFont typeface="Wingdings" panose="05000000000000000000" pitchFamily="2" charset="2"/>
              <a:buChar char="Ø"/>
              <a:defRPr/>
            </a:pPr>
            <a:r>
              <a:rPr kumimoji="1" lang="zh-CN" altLang="en-US" sz="2400" dirty="0">
                <a:solidFill>
                  <a:srgbClr val="A50021"/>
                </a:solidFill>
                <a:latin typeface="Arial" panose="020B0604020202020204" pitchFamily="34" charset="0"/>
                <a:ea typeface="楷体" panose="02010609060101010101" pitchFamily="49" charset="-122"/>
                <a:cs typeface="Arial" panose="020B0604020202020204" pitchFamily="34" charset="0"/>
              </a:rPr>
              <a:t> </a:t>
            </a:r>
            <a:r>
              <a:rPr kumimoji="1" lang="zh-CN" altLang="en-US" sz="2400" dirty="0">
                <a:solidFill>
                  <a:srgbClr val="FF0000"/>
                </a:solidFill>
                <a:latin typeface="Arial" panose="020B0604020202020204" pitchFamily="34" charset="0"/>
                <a:ea typeface="楷体" panose="02010609060101010101" pitchFamily="49" charset="-122"/>
                <a:cs typeface="Arial" panose="020B0604020202020204" pitchFamily="34" charset="0"/>
              </a:rPr>
              <a:t>反应介质</a:t>
            </a:r>
            <a:r>
              <a:rPr kumimoji="1" lang="en-US" altLang="zh-CN" sz="2400" dirty="0">
                <a:solidFill>
                  <a:srgbClr val="FF0000"/>
                </a:solidFill>
                <a:latin typeface="Arial" panose="020B0604020202020204" pitchFamily="34" charset="0"/>
                <a:ea typeface="楷体" panose="02010609060101010101" pitchFamily="49" charset="-122"/>
                <a:cs typeface="Arial" panose="020B0604020202020204" pitchFamily="34" charset="0"/>
              </a:rPr>
              <a:t>: </a:t>
            </a:r>
            <a:r>
              <a:rPr kumimoji="1" lang="zh-CN" altLang="en-US" sz="2400" dirty="0">
                <a:latin typeface="Arial" panose="020B0604020202020204" pitchFamily="34" charset="0"/>
                <a:ea typeface="楷体" panose="02010609060101010101" pitchFamily="49" charset="-122"/>
                <a:cs typeface="Arial" panose="020B0604020202020204" pitchFamily="34" charset="0"/>
              </a:rPr>
              <a:t>包括体系的粘度、</a:t>
            </a:r>
            <a:r>
              <a:rPr kumimoji="1" lang="en-US" altLang="zh-CN" sz="2400" dirty="0">
                <a:latin typeface="Arial" panose="020B0604020202020204" pitchFamily="34" charset="0"/>
                <a:ea typeface="楷体" panose="02010609060101010101" pitchFamily="49" charset="-122"/>
                <a:cs typeface="Arial" panose="020B0604020202020204" pitchFamily="34" charset="0"/>
              </a:rPr>
              <a:t>pH</a:t>
            </a:r>
            <a:r>
              <a:rPr kumimoji="1" lang="zh-CN" altLang="en-US" sz="2400" dirty="0">
                <a:latin typeface="Arial" panose="020B0604020202020204" pitchFamily="34" charset="0"/>
                <a:ea typeface="楷体" panose="02010609060101010101" pitchFamily="49" charset="-122"/>
                <a:cs typeface="Arial" panose="020B0604020202020204" pitchFamily="34" charset="0"/>
              </a:rPr>
              <a:t>值、溶剂的极性等</a:t>
            </a:r>
          </a:p>
        </p:txBody>
      </p:sp>
      <p:sp>
        <p:nvSpPr>
          <p:cNvPr id="160772" name="Rectangle 5"/>
          <p:cNvSpPr>
            <a:spLocks noChangeArrowheads="1"/>
          </p:cNvSpPr>
          <p:nvPr/>
        </p:nvSpPr>
        <p:spPr bwMode="auto">
          <a:xfrm>
            <a:off x="250825" y="811213"/>
            <a:ext cx="4267200" cy="49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FontTx/>
              <a:buNone/>
            </a:pPr>
            <a:r>
              <a:rPr kumimoji="1" lang="zh-CN" altLang="en-US" sz="2400" b="1">
                <a:latin typeface="楷体" panose="02010609060101010101" pitchFamily="49" charset="-122"/>
                <a:ea typeface="楷体" panose="02010609060101010101" pitchFamily="49" charset="-122"/>
              </a:rPr>
              <a:t>2</a:t>
            </a:r>
            <a:r>
              <a:rPr kumimoji="1" lang="en-US" altLang="zh-CN" sz="2400" b="1">
                <a:latin typeface="楷体" panose="02010609060101010101" pitchFamily="49" charset="-122"/>
                <a:ea typeface="楷体" panose="02010609060101010101" pitchFamily="49" charset="-122"/>
              </a:rPr>
              <a:t>) </a:t>
            </a:r>
            <a:r>
              <a:rPr kumimoji="1" lang="zh-CN" altLang="en-US" sz="2400" b="1">
                <a:latin typeface="楷体" panose="02010609060101010101" pitchFamily="49" charset="-122"/>
                <a:ea typeface="楷体" panose="02010609060101010101" pitchFamily="49" charset="-122"/>
              </a:rPr>
              <a:t>影响竞聚率的因素</a:t>
            </a:r>
          </a:p>
        </p:txBody>
      </p:sp>
    </p:spTree>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1794"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61A8F713-5DC3-4A27-B9B5-E795DDD565BF}"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58</a:t>
            </a:fld>
            <a:endParaRPr lang="en-US" altLang="zh-CN" sz="1400">
              <a:latin typeface="Times New Roman" panose="02020603050405020304" pitchFamily="18" charset="0"/>
              <a:ea typeface="宋体" panose="02010600030101010101" pitchFamily="2" charset="-122"/>
            </a:endParaRPr>
          </a:p>
        </p:txBody>
      </p:sp>
      <p:sp>
        <p:nvSpPr>
          <p:cNvPr id="161795" name="Text Box 2"/>
          <p:cNvSpPr txBox="1">
            <a:spLocks noChangeArrowheads="1"/>
          </p:cNvSpPr>
          <p:nvPr/>
        </p:nvSpPr>
        <p:spPr bwMode="auto">
          <a:xfrm>
            <a:off x="539750" y="1196975"/>
            <a:ext cx="7416800" cy="4708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5000"/>
              </a:lnSpc>
              <a:spcBef>
                <a:spcPct val="50000"/>
              </a:spcBef>
              <a:buFontTx/>
              <a:buNone/>
            </a:pPr>
            <a:r>
              <a:rPr kumimoji="1" lang="zh-CN" altLang="en-US" sz="2400">
                <a:latin typeface="Arial" panose="020B0604020202020204" pitchFamily="34" charset="0"/>
                <a:ea typeface="楷体" panose="02010609060101010101" pitchFamily="49" charset="-122"/>
                <a:cs typeface="Arial" panose="020B0604020202020204" pitchFamily="34" charset="0"/>
              </a:rPr>
              <a:t>均聚中很难由增长速率常数来判断单体或自由基活性。如：</a:t>
            </a:r>
            <a:r>
              <a:rPr kumimoji="1" lang="en-US" altLang="zh-CN" sz="2400">
                <a:latin typeface="Arial" panose="020B0604020202020204" pitchFamily="34" charset="0"/>
                <a:ea typeface="楷体" panose="02010609060101010101" pitchFamily="49" charset="-122"/>
                <a:cs typeface="Arial" panose="020B0604020202020204" pitchFamily="34" charset="0"/>
              </a:rPr>
              <a:t>St: k</a:t>
            </a:r>
            <a:r>
              <a:rPr kumimoji="1" lang="en-US" altLang="zh-CN" sz="2400" baseline="-25000">
                <a:latin typeface="Arial" panose="020B0604020202020204" pitchFamily="34" charset="0"/>
                <a:ea typeface="楷体" panose="02010609060101010101" pitchFamily="49" charset="-122"/>
                <a:cs typeface="Arial" panose="020B0604020202020204" pitchFamily="34" charset="0"/>
              </a:rPr>
              <a:t>p</a:t>
            </a:r>
            <a:r>
              <a:rPr kumimoji="1" lang="en-US" altLang="zh-CN" sz="2400">
                <a:latin typeface="Arial" panose="020B0604020202020204" pitchFamily="34" charset="0"/>
                <a:ea typeface="楷体" panose="02010609060101010101" pitchFamily="49" charset="-122"/>
                <a:cs typeface="Arial" panose="020B0604020202020204" pitchFamily="34" charset="0"/>
              </a:rPr>
              <a:t>=145；VAc: </a:t>
            </a:r>
            <a:r>
              <a:rPr kumimoji="1" lang="zh-CN" altLang="en-US" sz="2400">
                <a:latin typeface="Arial" panose="020B0604020202020204" pitchFamily="34" charset="0"/>
                <a:ea typeface="楷体" panose="02010609060101010101" pitchFamily="49" charset="-122"/>
                <a:cs typeface="Arial" panose="020B0604020202020204" pitchFamily="34" charset="0"/>
              </a:rPr>
              <a:t> </a:t>
            </a:r>
            <a:r>
              <a:rPr kumimoji="1" lang="en-US" altLang="zh-CN" sz="2400">
                <a:latin typeface="Arial" panose="020B0604020202020204" pitchFamily="34" charset="0"/>
                <a:ea typeface="楷体" panose="02010609060101010101" pitchFamily="49" charset="-122"/>
                <a:cs typeface="Arial" panose="020B0604020202020204" pitchFamily="34" charset="0"/>
              </a:rPr>
              <a:t>k</a:t>
            </a:r>
            <a:r>
              <a:rPr kumimoji="1" lang="en-US" altLang="zh-CN" sz="2400" baseline="-25000">
                <a:latin typeface="Arial" panose="020B0604020202020204" pitchFamily="34" charset="0"/>
                <a:ea typeface="楷体" panose="02010609060101010101" pitchFamily="49" charset="-122"/>
                <a:cs typeface="Arial" panose="020B0604020202020204" pitchFamily="34" charset="0"/>
              </a:rPr>
              <a:t>p</a:t>
            </a:r>
            <a:r>
              <a:rPr kumimoji="1" lang="en-US" altLang="zh-CN" sz="2400">
                <a:latin typeface="Arial" panose="020B0604020202020204" pitchFamily="34" charset="0"/>
                <a:ea typeface="楷体" panose="02010609060101010101" pitchFamily="49" charset="-122"/>
                <a:cs typeface="Arial" panose="020B0604020202020204" pitchFamily="34" charset="0"/>
              </a:rPr>
              <a:t>=2300</a:t>
            </a:r>
          </a:p>
          <a:p>
            <a:pPr algn="just" eaLnBrk="1" hangingPunct="1">
              <a:lnSpc>
                <a:spcPct val="125000"/>
              </a:lnSpc>
              <a:spcBef>
                <a:spcPct val="50000"/>
              </a:spcBef>
              <a:buFontTx/>
              <a:buNone/>
            </a:pPr>
            <a:r>
              <a:rPr kumimoji="1" lang="en-US" altLang="zh-CN" sz="2400">
                <a:latin typeface="Arial" panose="020B0604020202020204" pitchFamily="34" charset="0"/>
                <a:ea typeface="楷体" panose="02010609060101010101" pitchFamily="49" charset="-122"/>
                <a:cs typeface="Arial" panose="020B0604020202020204" pitchFamily="34" charset="0"/>
              </a:rPr>
              <a:t>St</a:t>
            </a:r>
            <a:r>
              <a:rPr kumimoji="1" lang="zh-CN" altLang="en-US" sz="2400">
                <a:latin typeface="Arial" panose="020B0604020202020204" pitchFamily="34" charset="0"/>
                <a:ea typeface="楷体" panose="02010609060101010101" pitchFamily="49" charset="-122"/>
                <a:cs typeface="Arial" panose="020B0604020202020204" pitchFamily="34" charset="0"/>
              </a:rPr>
              <a:t>均聚速率常数比</a:t>
            </a:r>
            <a:r>
              <a:rPr kumimoji="1" lang="en-US" altLang="zh-CN" sz="2400">
                <a:latin typeface="Arial" panose="020B0604020202020204" pitchFamily="34" charset="0"/>
                <a:ea typeface="楷体" panose="02010609060101010101" pitchFamily="49" charset="-122"/>
                <a:cs typeface="Arial" panose="020B0604020202020204" pitchFamily="34" charset="0"/>
              </a:rPr>
              <a:t>VAc</a:t>
            </a:r>
            <a:r>
              <a:rPr kumimoji="1" lang="zh-CN" altLang="en-US" sz="2400">
                <a:latin typeface="Arial" panose="020B0604020202020204" pitchFamily="34" charset="0"/>
                <a:ea typeface="楷体" panose="02010609060101010101" pitchFamily="49" charset="-122"/>
                <a:cs typeface="Arial" panose="020B0604020202020204" pitchFamily="34" charset="0"/>
              </a:rPr>
              <a:t>小，但</a:t>
            </a:r>
            <a:r>
              <a:rPr kumimoji="1" lang="en-US" altLang="zh-CN" sz="2400">
                <a:latin typeface="Arial" panose="020B0604020202020204" pitchFamily="34" charset="0"/>
                <a:ea typeface="楷体" panose="02010609060101010101" pitchFamily="49" charset="-122"/>
                <a:cs typeface="Arial" panose="020B0604020202020204" pitchFamily="34" charset="0"/>
              </a:rPr>
              <a:t>St</a:t>
            </a:r>
            <a:r>
              <a:rPr kumimoji="1" lang="zh-CN" altLang="en-US" sz="2400">
                <a:latin typeface="Arial" panose="020B0604020202020204" pitchFamily="34" charset="0"/>
                <a:ea typeface="楷体" panose="02010609060101010101" pitchFamily="49" charset="-122"/>
                <a:cs typeface="Arial" panose="020B0604020202020204" pitchFamily="34" charset="0"/>
              </a:rPr>
              <a:t>单体的活性大于</a:t>
            </a:r>
            <a:r>
              <a:rPr kumimoji="1" lang="en-US" altLang="zh-CN" sz="2400">
                <a:latin typeface="Arial" panose="020B0604020202020204" pitchFamily="34" charset="0"/>
                <a:ea typeface="楷体" panose="02010609060101010101" pitchFamily="49" charset="-122"/>
                <a:cs typeface="Arial" panose="020B0604020202020204" pitchFamily="34" charset="0"/>
              </a:rPr>
              <a:t>VAc，</a:t>
            </a:r>
            <a:r>
              <a:rPr kumimoji="1" lang="zh-CN" altLang="en-US" sz="2400">
                <a:latin typeface="Arial" panose="020B0604020202020204" pitchFamily="34" charset="0"/>
                <a:ea typeface="楷体" panose="02010609060101010101" pitchFamily="49" charset="-122"/>
                <a:cs typeface="Arial" panose="020B0604020202020204" pitchFamily="34" charset="0"/>
              </a:rPr>
              <a:t>自由基活性则相反。</a:t>
            </a:r>
            <a:endParaRPr kumimoji="1" lang="en-US" altLang="zh-CN" sz="2400">
              <a:latin typeface="Arial" panose="020B0604020202020204" pitchFamily="34" charset="0"/>
              <a:ea typeface="楷体" panose="02010609060101010101" pitchFamily="49" charset="-122"/>
              <a:cs typeface="Arial" panose="020B0604020202020204" pitchFamily="34" charset="0"/>
            </a:endParaRPr>
          </a:p>
          <a:p>
            <a:pPr algn="just" eaLnBrk="1" hangingPunct="1">
              <a:lnSpc>
                <a:spcPct val="125000"/>
              </a:lnSpc>
              <a:spcBef>
                <a:spcPct val="50000"/>
              </a:spcBef>
              <a:buFontTx/>
              <a:buNone/>
            </a:pPr>
            <a:endParaRPr kumimoji="1" lang="zh-CN" altLang="en-US" sz="2400">
              <a:latin typeface="Arial" panose="020B0604020202020204" pitchFamily="34" charset="0"/>
              <a:ea typeface="楷体" panose="02010609060101010101" pitchFamily="49" charset="-122"/>
              <a:cs typeface="Arial" panose="020B0604020202020204" pitchFamily="34" charset="0"/>
            </a:endParaRPr>
          </a:p>
          <a:p>
            <a:pPr algn="just" eaLnBrk="1" hangingPunct="1">
              <a:lnSpc>
                <a:spcPct val="125000"/>
              </a:lnSpc>
              <a:spcBef>
                <a:spcPct val="50000"/>
              </a:spcBef>
              <a:buFontTx/>
              <a:buNone/>
            </a:pPr>
            <a:r>
              <a:rPr kumimoji="1"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rPr>
              <a:t>单体活性和自由基活性的判断：</a:t>
            </a:r>
          </a:p>
          <a:p>
            <a:pPr algn="just" eaLnBrk="1" hangingPunct="1">
              <a:lnSpc>
                <a:spcPct val="125000"/>
              </a:lnSpc>
              <a:spcBef>
                <a:spcPct val="50000"/>
              </a:spcBef>
              <a:buClr>
                <a:srgbClr val="FF0000"/>
              </a:buClr>
              <a:buFont typeface="Wingdings" panose="05000000000000000000" pitchFamily="2" charset="2"/>
              <a:buChar char="u"/>
            </a:pPr>
            <a:r>
              <a:rPr kumimoji="1" lang="zh-CN" altLang="en-US" sz="2400">
                <a:latin typeface="Arial" panose="020B0604020202020204" pitchFamily="34" charset="0"/>
                <a:ea typeface="楷体" panose="02010609060101010101" pitchFamily="49" charset="-122"/>
                <a:cs typeface="Arial" panose="020B0604020202020204" pitchFamily="34" charset="0"/>
              </a:rPr>
              <a:t> 单体活性：不同单体对相同自由基的反应性；</a:t>
            </a:r>
          </a:p>
          <a:p>
            <a:pPr algn="just" eaLnBrk="1" hangingPunct="1">
              <a:lnSpc>
                <a:spcPct val="125000"/>
              </a:lnSpc>
              <a:spcBef>
                <a:spcPct val="50000"/>
              </a:spcBef>
              <a:buClr>
                <a:srgbClr val="FF0000"/>
              </a:buClr>
              <a:buFont typeface="Wingdings" panose="05000000000000000000" pitchFamily="2" charset="2"/>
              <a:buChar char="u"/>
            </a:pPr>
            <a:r>
              <a:rPr kumimoji="1" lang="zh-CN" altLang="en-US" sz="2400">
                <a:latin typeface="Arial" panose="020B0604020202020204" pitchFamily="34" charset="0"/>
                <a:ea typeface="楷体" panose="02010609060101010101" pitchFamily="49" charset="-122"/>
                <a:cs typeface="Arial" panose="020B0604020202020204" pitchFamily="34" charset="0"/>
              </a:rPr>
              <a:t> 自由基活性：不同自由基与相同单体的反应性。</a:t>
            </a:r>
          </a:p>
        </p:txBody>
      </p:sp>
      <p:sp>
        <p:nvSpPr>
          <p:cNvPr id="161796" name="Rectangle 3"/>
          <p:cNvSpPr>
            <a:spLocks noChangeArrowheads="1"/>
          </p:cNvSpPr>
          <p:nvPr/>
        </p:nvSpPr>
        <p:spPr bwMode="auto">
          <a:xfrm>
            <a:off x="323850" y="500063"/>
            <a:ext cx="4572000"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FontTx/>
              <a:buNone/>
            </a:pPr>
            <a:r>
              <a:rPr lang="en-US" altLang="zh-CN" sz="2400" b="1">
                <a:latin typeface="Arial" panose="020B0604020202020204" pitchFamily="34" charset="0"/>
                <a:ea typeface="楷体" panose="02010609060101010101" pitchFamily="49" charset="-122"/>
                <a:cs typeface="Arial" panose="020B0604020202020204" pitchFamily="34" charset="0"/>
              </a:rPr>
              <a:t>§4.8 </a:t>
            </a:r>
            <a:r>
              <a:rPr kumimoji="1" lang="zh-CN" altLang="en-US" sz="2400" b="1">
                <a:latin typeface="Arial" panose="020B0604020202020204" pitchFamily="34" charset="0"/>
                <a:ea typeface="楷体" panose="02010609060101010101" pitchFamily="49" charset="-122"/>
                <a:cs typeface="Arial" panose="020B0604020202020204" pitchFamily="34" charset="0"/>
              </a:rPr>
              <a:t>单体和自由基的活性</a:t>
            </a:r>
          </a:p>
        </p:txBody>
      </p:sp>
    </p:spTree>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2818"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CDC501A3-7FE9-49F1-ADAE-3D3E3EF7BF49}"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59</a:t>
            </a:fld>
            <a:endParaRPr lang="en-US" altLang="zh-CN" sz="1400">
              <a:latin typeface="Times New Roman" panose="02020603050405020304" pitchFamily="18" charset="0"/>
              <a:ea typeface="宋体" panose="02010600030101010101" pitchFamily="2" charset="-122"/>
            </a:endParaRPr>
          </a:p>
        </p:txBody>
      </p:sp>
      <p:sp>
        <p:nvSpPr>
          <p:cNvPr id="162819" name="Text Box 2"/>
          <p:cNvSpPr txBox="1">
            <a:spLocks noChangeArrowheads="1"/>
          </p:cNvSpPr>
          <p:nvPr/>
        </p:nvSpPr>
        <p:spPr bwMode="auto">
          <a:xfrm>
            <a:off x="2195513" y="482600"/>
            <a:ext cx="6618287" cy="1662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5000"/>
              </a:lnSpc>
              <a:spcBef>
                <a:spcPct val="50000"/>
              </a:spcBef>
              <a:buFontTx/>
              <a:buNone/>
            </a:pPr>
            <a:r>
              <a:rPr kumimoji="1" lang="zh-CN" altLang="en-US" sz="2400">
                <a:latin typeface="Arial" panose="020B0604020202020204" pitchFamily="34" charset="0"/>
                <a:ea typeface="楷体" panose="02010609060101010101" pitchFamily="49" charset="-122"/>
                <a:cs typeface="Arial" panose="020B0604020202020204" pitchFamily="34" charset="0"/>
              </a:rPr>
              <a:t>单体相对活性</a:t>
            </a:r>
            <a:r>
              <a:rPr kumimoji="1" lang="en-US" altLang="zh-CN" sz="2400">
                <a:latin typeface="Arial" panose="020B0604020202020204" pitchFamily="34" charset="0"/>
                <a:ea typeface="楷体" panose="02010609060101010101" pitchFamily="49" charset="-122"/>
                <a:cs typeface="Arial" panose="020B0604020202020204" pitchFamily="34" charset="0"/>
              </a:rPr>
              <a:t>: </a:t>
            </a:r>
            <a:r>
              <a:rPr kumimoji="1" lang="en-US" altLang="zh-CN" sz="2400" b="1">
                <a:solidFill>
                  <a:srgbClr val="FF0000"/>
                </a:solidFill>
                <a:latin typeface="Arial" panose="020B0604020202020204" pitchFamily="34" charset="0"/>
                <a:ea typeface="楷体" panose="02010609060101010101" pitchFamily="49" charset="-122"/>
                <a:cs typeface="Arial" panose="020B0604020202020204" pitchFamily="34" charset="0"/>
              </a:rPr>
              <a:t>1</a:t>
            </a:r>
            <a:r>
              <a:rPr kumimoji="1"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rPr>
              <a:t>/</a:t>
            </a:r>
            <a:r>
              <a:rPr kumimoji="1" lang="en-US" altLang="zh-CN" sz="2400" b="1">
                <a:solidFill>
                  <a:srgbClr val="FF0000"/>
                </a:solidFill>
                <a:latin typeface="Arial" panose="020B0604020202020204" pitchFamily="34" charset="0"/>
                <a:ea typeface="楷体" panose="02010609060101010101" pitchFamily="49" charset="-122"/>
                <a:cs typeface="Arial" panose="020B0604020202020204" pitchFamily="34" charset="0"/>
              </a:rPr>
              <a:t>r</a:t>
            </a:r>
            <a:r>
              <a:rPr kumimoji="1" lang="en-US" altLang="zh-CN" sz="2400">
                <a:solidFill>
                  <a:srgbClr val="A50021"/>
                </a:solidFill>
                <a:latin typeface="Arial" panose="020B0604020202020204" pitchFamily="34" charset="0"/>
                <a:ea typeface="楷体" panose="02010609060101010101" pitchFamily="49" charset="-122"/>
                <a:cs typeface="Arial" panose="020B0604020202020204" pitchFamily="34" charset="0"/>
              </a:rPr>
              <a:t>, </a:t>
            </a:r>
            <a:r>
              <a:rPr kumimoji="1" lang="zh-CN" altLang="en-US" sz="2400">
                <a:solidFill>
                  <a:srgbClr val="A50021"/>
                </a:solidFill>
                <a:latin typeface="Arial" panose="020B0604020202020204" pitchFamily="34" charset="0"/>
                <a:ea typeface="楷体" panose="02010609060101010101" pitchFamily="49" charset="-122"/>
                <a:cs typeface="Arial" panose="020B0604020202020204" pitchFamily="34" charset="0"/>
              </a:rPr>
              <a:t>竞聚率的倒数</a:t>
            </a:r>
            <a:endParaRPr kumimoji="1" lang="en-US" altLang="zh-CN" sz="2400">
              <a:solidFill>
                <a:srgbClr val="A50021"/>
              </a:solidFill>
              <a:latin typeface="Arial" panose="020B0604020202020204" pitchFamily="34" charset="0"/>
              <a:ea typeface="楷体" panose="02010609060101010101" pitchFamily="49" charset="-122"/>
              <a:cs typeface="Arial" panose="020B0604020202020204" pitchFamily="34" charset="0"/>
            </a:endParaRPr>
          </a:p>
          <a:p>
            <a:pPr algn="just" eaLnBrk="1" hangingPunct="1">
              <a:lnSpc>
                <a:spcPct val="125000"/>
              </a:lnSpc>
              <a:spcBef>
                <a:spcPct val="50000"/>
              </a:spcBef>
              <a:buFontTx/>
              <a:buNone/>
            </a:pPr>
            <a:r>
              <a:rPr kumimoji="1" lang="zh-CN" altLang="en-US" sz="2400">
                <a:latin typeface="Arial" panose="020B0604020202020204" pitchFamily="34" charset="0"/>
                <a:ea typeface="楷体" panose="02010609060101010101" pitchFamily="49" charset="-122"/>
                <a:cs typeface="Arial" panose="020B0604020202020204" pitchFamily="34" charset="0"/>
              </a:rPr>
              <a:t>1/</a:t>
            </a:r>
            <a:r>
              <a:rPr kumimoji="1" lang="en-US" altLang="zh-CN" sz="2400">
                <a:latin typeface="Arial" panose="020B0604020202020204" pitchFamily="34" charset="0"/>
                <a:ea typeface="楷体" panose="02010609060101010101" pitchFamily="49" charset="-122"/>
                <a:cs typeface="Arial" panose="020B0604020202020204" pitchFamily="34" charset="0"/>
              </a:rPr>
              <a:t>r</a:t>
            </a:r>
            <a:r>
              <a:rPr kumimoji="1" lang="zh-CN" altLang="en-US" sz="2400">
                <a:latin typeface="Arial" panose="020B0604020202020204" pitchFamily="34" charset="0"/>
                <a:ea typeface="楷体" panose="02010609060101010101" pitchFamily="49" charset="-122"/>
                <a:cs typeface="Arial" panose="020B0604020202020204" pitchFamily="34" charset="0"/>
              </a:rPr>
              <a:t>是不同单体与同一自由基的反应速率常数之比，衡量两单体的相对活性。</a:t>
            </a:r>
          </a:p>
        </p:txBody>
      </p:sp>
      <p:graphicFrame>
        <p:nvGraphicFramePr>
          <p:cNvPr id="162820" name="Object 3"/>
          <p:cNvGraphicFramePr>
            <a:graphicFrameLocks noChangeAspect="1"/>
          </p:cNvGraphicFramePr>
          <p:nvPr/>
        </p:nvGraphicFramePr>
        <p:xfrm>
          <a:off x="1985963" y="2224088"/>
          <a:ext cx="4471987" cy="1238250"/>
        </p:xfrm>
        <a:graphic>
          <a:graphicData uri="http://schemas.openxmlformats.org/presentationml/2006/ole">
            <mc:AlternateContent xmlns:mc="http://schemas.openxmlformats.org/markup-compatibility/2006">
              <mc:Choice xmlns:v="urn:schemas-microsoft-com:vml" Requires="v">
                <p:oleObj spid="_x0000_s162850" name="公式" r:id="rId3" imgW="1675673" imgH="444307" progId="Equation.3">
                  <p:embed/>
                </p:oleObj>
              </mc:Choice>
              <mc:Fallback>
                <p:oleObj name="公式" r:id="rId3" imgW="1675673" imgH="444307"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l="-6671" t="-8340" r="-6671" b="-8340"/>
                      <a:stretch>
                        <a:fillRect/>
                      </a:stretch>
                    </p:blipFill>
                    <p:spPr bwMode="auto">
                      <a:xfrm>
                        <a:off x="1985963" y="2224088"/>
                        <a:ext cx="4471987" cy="123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2821" name="Rectangle 4"/>
          <p:cNvSpPr>
            <a:spLocks noChangeArrowheads="1"/>
          </p:cNvSpPr>
          <p:nvPr/>
        </p:nvSpPr>
        <p:spPr bwMode="auto">
          <a:xfrm>
            <a:off x="2124075" y="3511550"/>
            <a:ext cx="4600575"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FontTx/>
              <a:buNone/>
            </a:pPr>
            <a:r>
              <a:rPr kumimoji="1"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rPr>
              <a:t>1/</a:t>
            </a:r>
            <a:r>
              <a:rPr kumimoji="1" lang="en-US" altLang="zh-CN" sz="2400" b="1">
                <a:solidFill>
                  <a:srgbClr val="FF0000"/>
                </a:solidFill>
                <a:latin typeface="Arial" panose="020B0604020202020204" pitchFamily="34" charset="0"/>
                <a:ea typeface="楷体" panose="02010609060101010101" pitchFamily="49" charset="-122"/>
                <a:cs typeface="Arial" panose="020B0604020202020204" pitchFamily="34" charset="0"/>
              </a:rPr>
              <a:t>r </a:t>
            </a:r>
            <a:r>
              <a:rPr kumimoji="1"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rPr>
              <a:t>越大，单体相对活性越大。</a:t>
            </a:r>
          </a:p>
        </p:txBody>
      </p:sp>
      <p:sp>
        <p:nvSpPr>
          <p:cNvPr id="162822" name="Rectangle 5"/>
          <p:cNvSpPr>
            <a:spLocks noChangeArrowheads="1"/>
          </p:cNvSpPr>
          <p:nvPr/>
        </p:nvSpPr>
        <p:spPr bwMode="auto">
          <a:xfrm>
            <a:off x="247650" y="482600"/>
            <a:ext cx="2438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kumimoji="1" lang="zh-CN" altLang="en-US" sz="2400" b="1">
                <a:solidFill>
                  <a:srgbClr val="FF0000"/>
                </a:solidFill>
                <a:latin typeface="楷体" panose="02010609060101010101" pitchFamily="49" charset="-122"/>
                <a:ea typeface="楷体" panose="02010609060101010101" pitchFamily="49" charset="-122"/>
              </a:rPr>
              <a:t>1</a:t>
            </a:r>
            <a:r>
              <a:rPr kumimoji="1" lang="en-US" altLang="zh-CN" sz="2400" b="1">
                <a:solidFill>
                  <a:srgbClr val="FF0000"/>
                </a:solidFill>
                <a:latin typeface="楷体" panose="02010609060101010101" pitchFamily="49" charset="-122"/>
                <a:ea typeface="楷体" panose="02010609060101010101" pitchFamily="49" charset="-122"/>
              </a:rPr>
              <a:t>)</a:t>
            </a:r>
            <a:r>
              <a:rPr kumimoji="1" lang="zh-CN" altLang="en-US" sz="2400" b="1">
                <a:solidFill>
                  <a:srgbClr val="FF0000"/>
                </a:solidFill>
                <a:latin typeface="楷体" panose="02010609060101010101" pitchFamily="49" charset="-122"/>
                <a:ea typeface="楷体" panose="02010609060101010101" pitchFamily="49" charset="-122"/>
              </a:rPr>
              <a:t>单体活性</a:t>
            </a:r>
          </a:p>
        </p:txBody>
      </p:sp>
      <p:sp>
        <p:nvSpPr>
          <p:cNvPr id="8" name="Text Box 2">
            <a:extLst>
              <a:ext uri="{FF2B5EF4-FFF2-40B4-BE49-F238E27FC236}">
                <a16:creationId xmlns:a16="http://schemas.microsoft.com/office/drawing/2014/main" id="{A3A53D75-6A93-4EC2-8372-97F1BF7B235D}"/>
              </a:ext>
            </a:extLst>
          </p:cNvPr>
          <p:cNvSpPr txBox="1">
            <a:spLocks noChangeArrowheads="1"/>
          </p:cNvSpPr>
          <p:nvPr/>
        </p:nvSpPr>
        <p:spPr bwMode="auto">
          <a:xfrm>
            <a:off x="701675" y="4706938"/>
            <a:ext cx="6678613" cy="1477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50000"/>
              </a:lnSpc>
              <a:spcBef>
                <a:spcPct val="50000"/>
              </a:spcBef>
              <a:buFontTx/>
              <a:buNone/>
              <a:defRPr/>
            </a:pPr>
            <a:r>
              <a:rPr kumimoji="1" lang="en-US" altLang="zh-CN" sz="2400" dirty="0">
                <a:solidFill>
                  <a:srgbClr val="FF0000"/>
                </a:solidFill>
                <a:latin typeface="Arial" panose="020B0604020202020204" pitchFamily="34" charset="0"/>
                <a:ea typeface="楷体_GB2312" pitchFamily="49" charset="-122"/>
                <a:cs typeface="Arial" panose="020B0604020202020204" pitchFamily="34" charset="0"/>
              </a:rPr>
              <a:t>X: </a:t>
            </a:r>
            <a:r>
              <a:rPr kumimoji="1" lang="en-US" altLang="zh-CN" sz="2400" dirty="0">
                <a:latin typeface="Arial" panose="020B0604020202020204" pitchFamily="34" charset="0"/>
                <a:ea typeface="楷体_GB2312" pitchFamily="49" charset="-122"/>
                <a:cs typeface="Arial" panose="020B0604020202020204" pitchFamily="34" charset="0"/>
              </a:rPr>
              <a:t>C</a:t>
            </a:r>
            <a:r>
              <a:rPr kumimoji="1" lang="en-US" altLang="zh-CN" sz="2400" baseline="-30000" dirty="0">
                <a:latin typeface="Arial" panose="020B0604020202020204" pitchFamily="34" charset="0"/>
                <a:ea typeface="楷体_GB2312" pitchFamily="49" charset="-122"/>
                <a:cs typeface="Arial" panose="020B0604020202020204" pitchFamily="34" charset="0"/>
              </a:rPr>
              <a:t>6</a:t>
            </a:r>
            <a:r>
              <a:rPr kumimoji="1" lang="en-US" altLang="zh-CN" sz="2400" dirty="0">
                <a:latin typeface="Arial" panose="020B0604020202020204" pitchFamily="34" charset="0"/>
                <a:ea typeface="楷体_GB2312" pitchFamily="49" charset="-122"/>
                <a:cs typeface="Arial" panose="020B0604020202020204" pitchFamily="34" charset="0"/>
              </a:rPr>
              <a:t>H</a:t>
            </a:r>
            <a:r>
              <a:rPr kumimoji="1" lang="en-US" altLang="zh-CN" sz="2400" baseline="-30000" dirty="0">
                <a:latin typeface="Arial" panose="020B0604020202020204" pitchFamily="34" charset="0"/>
                <a:ea typeface="楷体_GB2312" pitchFamily="49" charset="-122"/>
                <a:cs typeface="Arial" panose="020B0604020202020204" pitchFamily="34" charset="0"/>
              </a:rPr>
              <a:t>5</a:t>
            </a:r>
            <a:r>
              <a:rPr kumimoji="1" lang="en-US" altLang="zh-CN" sz="2400" dirty="0">
                <a:latin typeface="Arial" panose="020B0604020202020204" pitchFamily="34" charset="0"/>
                <a:ea typeface="楷体_GB2312" pitchFamily="49" charset="-122"/>
                <a:cs typeface="Arial" panose="020B0604020202020204" pitchFamily="34" charset="0"/>
              </a:rPr>
              <a:t>-，CH</a:t>
            </a:r>
            <a:r>
              <a:rPr kumimoji="1" lang="en-US" altLang="zh-CN" sz="2400" baseline="-30000" dirty="0">
                <a:latin typeface="Arial" panose="020B0604020202020204" pitchFamily="34" charset="0"/>
                <a:ea typeface="楷体_GB2312" pitchFamily="49" charset="-122"/>
                <a:cs typeface="Arial" panose="020B0604020202020204" pitchFamily="34" charset="0"/>
              </a:rPr>
              <a:t>2</a:t>
            </a:r>
            <a:r>
              <a:rPr kumimoji="1" lang="en-US" altLang="zh-CN" sz="2400" dirty="0">
                <a:latin typeface="Arial" panose="020B0604020202020204" pitchFamily="34" charset="0"/>
                <a:ea typeface="楷体_GB2312" pitchFamily="49" charset="-122"/>
                <a:cs typeface="Arial" panose="020B0604020202020204" pitchFamily="34" charset="0"/>
              </a:rPr>
              <a:t>=CH- </a:t>
            </a:r>
            <a:r>
              <a:rPr kumimoji="1" lang="en-US" altLang="zh-CN" b="1" dirty="0">
                <a:solidFill>
                  <a:srgbClr val="FF0000"/>
                </a:solidFill>
                <a:effectLst>
                  <a:outerShdw blurRad="38100" dist="38100" dir="2700000" algn="tl">
                    <a:srgbClr val="000000">
                      <a:alpha val="43137"/>
                    </a:srgbClr>
                  </a:outerShdw>
                </a:effectLst>
                <a:latin typeface="Arial" panose="020B0604020202020204" pitchFamily="34" charset="0"/>
                <a:ea typeface="楷体_GB2312" pitchFamily="49" charset="-122"/>
                <a:cs typeface="Arial" panose="020B0604020202020204" pitchFamily="34" charset="0"/>
              </a:rPr>
              <a:t>&gt;</a:t>
            </a:r>
            <a:r>
              <a:rPr kumimoji="1" lang="en-US" altLang="zh-CN" sz="2400" dirty="0">
                <a:latin typeface="Arial" panose="020B0604020202020204" pitchFamily="34" charset="0"/>
                <a:ea typeface="楷体_GB2312" pitchFamily="49" charset="-122"/>
                <a:cs typeface="Arial" panose="020B0604020202020204" pitchFamily="34" charset="0"/>
              </a:rPr>
              <a:t> -CN </a:t>
            </a:r>
            <a:r>
              <a:rPr kumimoji="1" lang="en-US" altLang="zh-CN" sz="2400" b="1" dirty="0">
                <a:solidFill>
                  <a:srgbClr val="FF0000"/>
                </a:solidFill>
                <a:effectLst>
                  <a:outerShdw blurRad="38100" dist="38100" dir="2700000" algn="tl">
                    <a:srgbClr val="000000">
                      <a:alpha val="43137"/>
                    </a:srgbClr>
                  </a:outerShdw>
                </a:effectLst>
                <a:latin typeface="Arial" panose="020B0604020202020204" pitchFamily="34" charset="0"/>
                <a:ea typeface="楷体_GB2312" pitchFamily="49" charset="-122"/>
                <a:cs typeface="Arial" panose="020B0604020202020204" pitchFamily="34" charset="0"/>
              </a:rPr>
              <a:t>&gt;</a:t>
            </a:r>
            <a:r>
              <a:rPr kumimoji="1" lang="en-US" altLang="zh-CN" sz="2400" dirty="0">
                <a:latin typeface="Arial" panose="020B0604020202020204" pitchFamily="34" charset="0"/>
                <a:ea typeface="楷体_GB2312" pitchFamily="49" charset="-122"/>
                <a:cs typeface="Arial" panose="020B0604020202020204" pitchFamily="34" charset="0"/>
              </a:rPr>
              <a:t> -COOH，-COOR </a:t>
            </a:r>
          </a:p>
          <a:p>
            <a:pPr algn="just" eaLnBrk="1" hangingPunct="1">
              <a:lnSpc>
                <a:spcPct val="150000"/>
              </a:lnSpc>
              <a:spcBef>
                <a:spcPts val="0"/>
              </a:spcBef>
              <a:buFontTx/>
              <a:buNone/>
              <a:defRPr/>
            </a:pPr>
            <a:r>
              <a:rPr kumimoji="1" lang="en-US" altLang="zh-CN" sz="2400" dirty="0">
                <a:latin typeface="Arial" panose="020B0604020202020204" pitchFamily="34" charset="0"/>
                <a:ea typeface="楷体_GB2312" pitchFamily="49" charset="-122"/>
                <a:cs typeface="Arial" panose="020B0604020202020204" pitchFamily="34" charset="0"/>
              </a:rPr>
              <a:t>    </a:t>
            </a:r>
            <a:r>
              <a:rPr kumimoji="1" lang="en-US" altLang="zh-CN" sz="2400" b="1" dirty="0">
                <a:solidFill>
                  <a:srgbClr val="FF0000"/>
                </a:solidFill>
                <a:effectLst>
                  <a:outerShdw blurRad="38100" dist="38100" dir="2700000" algn="tl">
                    <a:srgbClr val="000000">
                      <a:alpha val="43137"/>
                    </a:srgbClr>
                  </a:outerShdw>
                </a:effectLst>
                <a:latin typeface="Arial" panose="020B0604020202020204" pitchFamily="34" charset="0"/>
                <a:ea typeface="楷体_GB2312" pitchFamily="49" charset="-122"/>
                <a:cs typeface="Arial" panose="020B0604020202020204" pitchFamily="34" charset="0"/>
              </a:rPr>
              <a:t>&gt;</a:t>
            </a:r>
            <a:r>
              <a:rPr kumimoji="1" lang="en-US" altLang="zh-CN" sz="2400" dirty="0">
                <a:latin typeface="Arial" panose="020B0604020202020204" pitchFamily="34" charset="0"/>
                <a:ea typeface="楷体_GB2312" pitchFamily="49" charset="-122"/>
                <a:cs typeface="Arial" panose="020B0604020202020204" pitchFamily="34" charset="0"/>
              </a:rPr>
              <a:t> -Cl </a:t>
            </a:r>
            <a:r>
              <a:rPr kumimoji="1" lang="en-US" altLang="zh-CN" sz="2400" b="1" dirty="0">
                <a:solidFill>
                  <a:srgbClr val="FF0000"/>
                </a:solidFill>
                <a:effectLst>
                  <a:outerShdw blurRad="38100" dist="38100" dir="2700000" algn="tl">
                    <a:srgbClr val="000000">
                      <a:alpha val="43137"/>
                    </a:srgbClr>
                  </a:outerShdw>
                </a:effectLst>
                <a:latin typeface="Arial" panose="020B0604020202020204" pitchFamily="34" charset="0"/>
                <a:ea typeface="楷体_GB2312" pitchFamily="49" charset="-122"/>
                <a:cs typeface="Arial" panose="020B0604020202020204" pitchFamily="34" charset="0"/>
              </a:rPr>
              <a:t>&gt;</a:t>
            </a:r>
            <a:r>
              <a:rPr kumimoji="1" lang="en-US" altLang="zh-CN" sz="3200" dirty="0">
                <a:latin typeface="Arial" panose="020B0604020202020204" pitchFamily="34" charset="0"/>
                <a:ea typeface="楷体_GB2312" pitchFamily="49" charset="-122"/>
                <a:cs typeface="Arial" panose="020B0604020202020204" pitchFamily="34" charset="0"/>
              </a:rPr>
              <a:t> </a:t>
            </a:r>
            <a:r>
              <a:rPr kumimoji="1" lang="en-US" altLang="zh-CN" sz="2400" dirty="0">
                <a:latin typeface="Arial" panose="020B0604020202020204" pitchFamily="34" charset="0"/>
                <a:ea typeface="楷体_GB2312" pitchFamily="49" charset="-122"/>
                <a:cs typeface="Arial" panose="020B0604020202020204" pitchFamily="34" charset="0"/>
              </a:rPr>
              <a:t>-R </a:t>
            </a:r>
            <a:r>
              <a:rPr kumimoji="1" lang="en-US" altLang="zh-CN" sz="2400" b="1" dirty="0">
                <a:solidFill>
                  <a:srgbClr val="FF0000"/>
                </a:solidFill>
                <a:effectLst>
                  <a:outerShdw blurRad="38100" dist="38100" dir="2700000" algn="tl">
                    <a:srgbClr val="000000">
                      <a:alpha val="43137"/>
                    </a:srgbClr>
                  </a:outerShdw>
                </a:effectLst>
                <a:latin typeface="Arial" panose="020B0604020202020204" pitchFamily="34" charset="0"/>
                <a:ea typeface="楷体_GB2312" pitchFamily="49" charset="-122"/>
                <a:cs typeface="Arial" panose="020B0604020202020204" pitchFamily="34" charset="0"/>
              </a:rPr>
              <a:t>&gt;</a:t>
            </a:r>
            <a:r>
              <a:rPr kumimoji="1" lang="en-US" altLang="zh-CN" sz="2400" dirty="0">
                <a:latin typeface="Arial" panose="020B0604020202020204" pitchFamily="34" charset="0"/>
                <a:ea typeface="楷体_GB2312" pitchFamily="49" charset="-122"/>
                <a:cs typeface="Arial" panose="020B0604020202020204" pitchFamily="34" charset="0"/>
              </a:rPr>
              <a:t> -OR，H</a:t>
            </a:r>
          </a:p>
        </p:txBody>
      </p:sp>
      <p:sp>
        <p:nvSpPr>
          <p:cNvPr id="162824" name="Rectangle 4"/>
          <p:cNvSpPr>
            <a:spLocks noChangeArrowheads="1"/>
          </p:cNvSpPr>
          <p:nvPr/>
        </p:nvSpPr>
        <p:spPr bwMode="auto">
          <a:xfrm>
            <a:off x="628650" y="4103688"/>
            <a:ext cx="5556250" cy="55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50000"/>
              </a:lnSpc>
              <a:spcBef>
                <a:spcPct val="50000"/>
              </a:spcBef>
              <a:buFontTx/>
              <a:buNone/>
            </a:pPr>
            <a:r>
              <a:rPr kumimoji="1" lang="zh-CN" altLang="en-US" sz="2400" b="1">
                <a:solidFill>
                  <a:srgbClr val="FF0000"/>
                </a:solidFill>
                <a:latin typeface="楷体" panose="02010609060101010101" pitchFamily="49" charset="-122"/>
                <a:ea typeface="楷体" panose="02010609060101010101" pitchFamily="49" charset="-122"/>
              </a:rPr>
              <a:t>乙烯基单体</a:t>
            </a:r>
            <a:r>
              <a:rPr kumimoji="1" lang="en-US" altLang="zh-CN" sz="2400" b="1">
                <a:solidFill>
                  <a:srgbClr val="FF0000"/>
                </a:solidFill>
                <a:latin typeface="楷体" panose="02010609060101010101" pitchFamily="49" charset="-122"/>
                <a:ea typeface="楷体" panose="02010609060101010101" pitchFamily="49" charset="-122"/>
              </a:rPr>
              <a:t>(CH</a:t>
            </a:r>
            <a:r>
              <a:rPr kumimoji="1" lang="en-US" altLang="zh-CN" sz="2400" b="1" baseline="-30000">
                <a:solidFill>
                  <a:srgbClr val="FF0000"/>
                </a:solidFill>
                <a:latin typeface="楷体" panose="02010609060101010101" pitchFamily="49" charset="-122"/>
                <a:ea typeface="楷体" panose="02010609060101010101" pitchFamily="49" charset="-122"/>
              </a:rPr>
              <a:t>2</a:t>
            </a:r>
            <a:r>
              <a:rPr kumimoji="1" lang="en-US" altLang="zh-CN" sz="2400" b="1">
                <a:solidFill>
                  <a:srgbClr val="FF0000"/>
                </a:solidFill>
                <a:latin typeface="楷体" panose="02010609060101010101" pitchFamily="49" charset="-122"/>
                <a:ea typeface="楷体" panose="02010609060101010101" pitchFamily="49" charset="-122"/>
              </a:rPr>
              <a:t>=CHX)</a:t>
            </a:r>
            <a:r>
              <a:rPr kumimoji="1" lang="zh-CN" altLang="en-US" sz="2400" b="1">
                <a:solidFill>
                  <a:srgbClr val="FF0000"/>
                </a:solidFill>
                <a:latin typeface="楷体" panose="02010609060101010101" pitchFamily="49" charset="-122"/>
                <a:ea typeface="楷体" panose="02010609060101010101" pitchFamily="49" charset="-122"/>
              </a:rPr>
              <a:t>的活性次序：</a:t>
            </a:r>
          </a:p>
        </p:txBody>
      </p:sp>
    </p:spTree>
  </p:cSld>
  <p:clrMapOvr>
    <a:masterClrMapping/>
  </p:clrMapOvr>
  <p:transition spd="slow"/>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3842"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D128B0F7-0191-4EBF-A95D-ECBBEB662D48}"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60</a:t>
            </a:fld>
            <a:endParaRPr lang="en-US" altLang="zh-CN" sz="1400">
              <a:latin typeface="Times New Roman" panose="02020603050405020304" pitchFamily="18" charset="0"/>
              <a:ea typeface="宋体" panose="02010600030101010101" pitchFamily="2" charset="-122"/>
            </a:endParaRPr>
          </a:p>
        </p:txBody>
      </p:sp>
      <p:sp>
        <p:nvSpPr>
          <p:cNvPr id="163843" name="Text Box 2"/>
          <p:cNvSpPr txBox="1">
            <a:spLocks noChangeArrowheads="1"/>
          </p:cNvSpPr>
          <p:nvPr/>
        </p:nvSpPr>
        <p:spPr bwMode="auto">
          <a:xfrm>
            <a:off x="827088" y="3279775"/>
            <a:ext cx="7448550" cy="2103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FontTx/>
              <a:buNone/>
            </a:pPr>
            <a:r>
              <a:rPr kumimoji="1" lang="zh-CN" altLang="en-US" sz="2400">
                <a:latin typeface="楷体" panose="02010609060101010101" pitchFamily="49" charset="-122"/>
                <a:ea typeface="楷体" panose="02010609060101010101" pitchFamily="49" charset="-122"/>
              </a:rPr>
              <a:t>若已知</a:t>
            </a:r>
            <a:r>
              <a:rPr kumimoji="1" lang="en-US" altLang="zh-CN" sz="2400">
                <a:latin typeface="楷体" panose="02010609060101010101" pitchFamily="49" charset="-122"/>
                <a:ea typeface="楷体" panose="02010609060101010101" pitchFamily="49" charset="-122"/>
              </a:rPr>
              <a:t>r</a:t>
            </a:r>
            <a:r>
              <a:rPr kumimoji="1" lang="en-US" altLang="zh-CN" sz="2400" baseline="-25000">
                <a:latin typeface="楷体" panose="02010609060101010101" pitchFamily="49" charset="-122"/>
                <a:ea typeface="楷体" panose="02010609060101010101" pitchFamily="49" charset="-122"/>
              </a:rPr>
              <a:t>1</a:t>
            </a:r>
            <a:r>
              <a:rPr kumimoji="1" lang="zh-CN" altLang="en-US" sz="2400">
                <a:latin typeface="楷体" panose="02010609060101010101" pitchFamily="49" charset="-122"/>
                <a:ea typeface="楷体" panose="02010609060101010101" pitchFamily="49" charset="-122"/>
              </a:rPr>
              <a:t>和</a:t>
            </a:r>
            <a:r>
              <a:rPr kumimoji="1" lang="en-US" altLang="zh-CN" sz="2400">
                <a:latin typeface="楷体" panose="02010609060101010101" pitchFamily="49" charset="-122"/>
                <a:ea typeface="楷体" panose="02010609060101010101" pitchFamily="49" charset="-122"/>
              </a:rPr>
              <a:t>k</a:t>
            </a:r>
            <a:r>
              <a:rPr kumimoji="1" lang="en-US" altLang="zh-CN" sz="2400" baseline="-25000">
                <a:latin typeface="楷体" panose="02010609060101010101" pitchFamily="49" charset="-122"/>
                <a:ea typeface="楷体" panose="02010609060101010101" pitchFamily="49" charset="-122"/>
              </a:rPr>
              <a:t>p</a:t>
            </a:r>
            <a:r>
              <a:rPr kumimoji="1" lang="en-US" altLang="zh-CN" sz="2400">
                <a:latin typeface="楷体" panose="02010609060101010101" pitchFamily="49" charset="-122"/>
                <a:ea typeface="楷体" panose="02010609060101010101" pitchFamily="49" charset="-122"/>
              </a:rPr>
              <a:t>(k</a:t>
            </a:r>
            <a:r>
              <a:rPr kumimoji="1" lang="en-US" altLang="zh-CN" sz="2400" baseline="-25000">
                <a:latin typeface="楷体" panose="02010609060101010101" pitchFamily="49" charset="-122"/>
                <a:ea typeface="楷体" panose="02010609060101010101" pitchFamily="49" charset="-122"/>
              </a:rPr>
              <a:t>11</a:t>
            </a:r>
            <a:r>
              <a:rPr kumimoji="1" lang="en-US" altLang="zh-CN" sz="2400">
                <a:latin typeface="楷体" panose="02010609060101010101" pitchFamily="49" charset="-122"/>
                <a:ea typeface="楷体" panose="02010609060101010101" pitchFamily="49" charset="-122"/>
              </a:rPr>
              <a:t>=k</a:t>
            </a:r>
            <a:r>
              <a:rPr kumimoji="1" lang="en-US" altLang="zh-CN" sz="2400" baseline="-25000">
                <a:latin typeface="楷体" panose="02010609060101010101" pitchFamily="49" charset="-122"/>
                <a:ea typeface="楷体" panose="02010609060101010101" pitchFamily="49" charset="-122"/>
              </a:rPr>
              <a:t>p</a:t>
            </a:r>
            <a:r>
              <a:rPr kumimoji="1" lang="en-US" altLang="zh-CN" sz="2400">
                <a:latin typeface="楷体" panose="02010609060101010101" pitchFamily="49" charset="-122"/>
                <a:ea typeface="楷体" panose="02010609060101010101" pitchFamily="49" charset="-122"/>
              </a:rPr>
              <a:t>)，</a:t>
            </a:r>
            <a:r>
              <a:rPr kumimoji="1" lang="zh-CN" altLang="en-US" sz="2400">
                <a:latin typeface="楷体" panose="02010609060101010101" pitchFamily="49" charset="-122"/>
                <a:ea typeface="楷体" panose="02010609060101010101" pitchFamily="49" charset="-122"/>
              </a:rPr>
              <a:t>可求得</a:t>
            </a:r>
            <a:r>
              <a:rPr kumimoji="1" lang="en-US" altLang="zh-CN" sz="2400">
                <a:latin typeface="楷体" panose="02010609060101010101" pitchFamily="49" charset="-122"/>
                <a:ea typeface="楷体" panose="02010609060101010101" pitchFamily="49" charset="-122"/>
              </a:rPr>
              <a:t>k</a:t>
            </a:r>
            <a:r>
              <a:rPr kumimoji="1" lang="en-US" altLang="zh-CN" sz="2400" baseline="-25000">
                <a:latin typeface="楷体" panose="02010609060101010101" pitchFamily="49" charset="-122"/>
                <a:ea typeface="楷体" panose="02010609060101010101" pitchFamily="49" charset="-122"/>
              </a:rPr>
              <a:t>12</a:t>
            </a:r>
            <a:r>
              <a:rPr kumimoji="1" lang="en-US" altLang="zh-CN" sz="2400">
                <a:latin typeface="楷体" panose="02010609060101010101" pitchFamily="49" charset="-122"/>
                <a:ea typeface="楷体" panose="02010609060101010101" pitchFamily="49" charset="-122"/>
              </a:rPr>
              <a:t>。</a:t>
            </a:r>
            <a:r>
              <a:rPr kumimoji="1" lang="zh-CN" altLang="en-US" sz="2400">
                <a:latin typeface="楷体" panose="02010609060101010101" pitchFamily="49" charset="-122"/>
                <a:ea typeface="楷体" panose="02010609060101010101" pitchFamily="49" charset="-122"/>
              </a:rPr>
              <a:t>由</a:t>
            </a:r>
            <a:r>
              <a:rPr kumimoji="1" lang="en-US" altLang="zh-CN" sz="2400">
                <a:latin typeface="楷体" panose="02010609060101010101" pitchFamily="49" charset="-122"/>
                <a:ea typeface="楷体" panose="02010609060101010101" pitchFamily="49" charset="-122"/>
              </a:rPr>
              <a:t>k</a:t>
            </a:r>
            <a:r>
              <a:rPr kumimoji="1" lang="en-US" altLang="zh-CN" sz="2400" baseline="-25000">
                <a:latin typeface="楷体" panose="02010609060101010101" pitchFamily="49" charset="-122"/>
                <a:ea typeface="楷体" panose="02010609060101010101" pitchFamily="49" charset="-122"/>
              </a:rPr>
              <a:t>12</a:t>
            </a:r>
            <a:r>
              <a:rPr kumimoji="1" lang="zh-CN" altLang="en-US" sz="2400">
                <a:latin typeface="楷体" panose="02010609060101010101" pitchFamily="49" charset="-122"/>
                <a:ea typeface="楷体" panose="02010609060101010101" pitchFamily="49" charset="-122"/>
              </a:rPr>
              <a:t>值大小比较自由基活性的大小。</a:t>
            </a:r>
          </a:p>
          <a:p>
            <a:pPr eaLnBrk="1" hangingPunct="1">
              <a:lnSpc>
                <a:spcPct val="125000"/>
              </a:lnSpc>
              <a:spcBef>
                <a:spcPct val="50000"/>
              </a:spcBef>
              <a:buFontTx/>
              <a:buNone/>
            </a:pPr>
            <a:r>
              <a:rPr kumimoji="1" lang="zh-CN" altLang="en-US" sz="2400">
                <a:latin typeface="楷体" panose="02010609060101010101" pitchFamily="49" charset="-122"/>
                <a:ea typeface="楷体" panose="02010609060101010101" pitchFamily="49" charset="-122"/>
              </a:rPr>
              <a:t>不同自由基与同一单体反应，</a:t>
            </a:r>
            <a:r>
              <a:rPr kumimoji="1" lang="en-US" altLang="zh-CN" sz="2400">
                <a:latin typeface="楷体" panose="02010609060101010101" pitchFamily="49" charset="-122"/>
                <a:ea typeface="楷体" panose="02010609060101010101" pitchFamily="49" charset="-122"/>
              </a:rPr>
              <a:t>k</a:t>
            </a:r>
            <a:r>
              <a:rPr kumimoji="1" lang="en-US" altLang="zh-CN" sz="2400" baseline="-25000">
                <a:latin typeface="楷体" panose="02010609060101010101" pitchFamily="49" charset="-122"/>
                <a:ea typeface="楷体" panose="02010609060101010101" pitchFamily="49" charset="-122"/>
              </a:rPr>
              <a:t>12</a:t>
            </a:r>
            <a:r>
              <a:rPr kumimoji="1" lang="zh-CN" altLang="en-US" sz="2400">
                <a:latin typeface="楷体" panose="02010609060101010101" pitchFamily="49" charset="-122"/>
                <a:ea typeface="楷体" panose="02010609060101010101" pitchFamily="49" charset="-122"/>
              </a:rPr>
              <a:t>大的自由基先和该单体反应。</a:t>
            </a:r>
          </a:p>
        </p:txBody>
      </p:sp>
      <p:graphicFrame>
        <p:nvGraphicFramePr>
          <p:cNvPr id="163844" name="Object 3"/>
          <p:cNvGraphicFramePr>
            <a:graphicFrameLocks noChangeAspect="1"/>
          </p:cNvGraphicFramePr>
          <p:nvPr/>
        </p:nvGraphicFramePr>
        <p:xfrm>
          <a:off x="941388" y="1700213"/>
          <a:ext cx="1779587" cy="1409700"/>
        </p:xfrm>
        <a:graphic>
          <a:graphicData uri="http://schemas.openxmlformats.org/presentationml/2006/ole">
            <mc:AlternateContent xmlns:mc="http://schemas.openxmlformats.org/markup-compatibility/2006">
              <mc:Choice xmlns:v="urn:schemas-microsoft-com:vml" Requires="v">
                <p:oleObj spid="_x0000_s163899" name="公式" r:id="rId4" imgW="876300" imgH="685800" progId="Equation.3">
                  <p:embed/>
                </p:oleObj>
              </mc:Choice>
              <mc:Fallback>
                <p:oleObj name="公式" r:id="rId4" imgW="876300" imgH="6858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1388" y="1700213"/>
                        <a:ext cx="1779587" cy="140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3845" name="Object 4"/>
          <p:cNvGraphicFramePr>
            <a:graphicFrameLocks noChangeAspect="1"/>
          </p:cNvGraphicFramePr>
          <p:nvPr/>
        </p:nvGraphicFramePr>
        <p:xfrm>
          <a:off x="755650" y="990600"/>
          <a:ext cx="5041900" cy="590550"/>
        </p:xfrm>
        <a:graphic>
          <a:graphicData uri="http://schemas.openxmlformats.org/presentationml/2006/ole">
            <mc:AlternateContent xmlns:mc="http://schemas.openxmlformats.org/markup-compatibility/2006">
              <mc:Choice xmlns:v="urn:schemas-microsoft-com:vml" Requires="v">
                <p:oleObj spid="_x0000_s163900" name="公式" r:id="rId6" imgW="2057400" imgH="241300" progId="Equation.3">
                  <p:embed/>
                </p:oleObj>
              </mc:Choice>
              <mc:Fallback>
                <p:oleObj name="公式" r:id="rId6" imgW="2057400" imgH="24130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5650" y="990600"/>
                        <a:ext cx="504190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3846" name="Rectangle 5"/>
          <p:cNvSpPr>
            <a:spLocks noChangeArrowheads="1"/>
          </p:cNvSpPr>
          <p:nvPr/>
        </p:nvSpPr>
        <p:spPr bwMode="auto">
          <a:xfrm>
            <a:off x="368300" y="412750"/>
            <a:ext cx="235267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kumimoji="1" lang="zh-CN" altLang="en-US" sz="2400" b="1">
                <a:solidFill>
                  <a:srgbClr val="FF0000"/>
                </a:solidFill>
                <a:latin typeface="楷体" panose="02010609060101010101" pitchFamily="49" charset="-122"/>
                <a:ea typeface="楷体" panose="02010609060101010101" pitchFamily="49" charset="-122"/>
              </a:rPr>
              <a:t>2</a:t>
            </a:r>
            <a:r>
              <a:rPr kumimoji="1" lang="en-US" altLang="zh-CN" sz="2400" b="1">
                <a:solidFill>
                  <a:srgbClr val="FF0000"/>
                </a:solidFill>
                <a:latin typeface="楷体" panose="02010609060101010101" pitchFamily="49" charset="-122"/>
                <a:ea typeface="楷体" panose="02010609060101010101" pitchFamily="49" charset="-122"/>
              </a:rPr>
              <a:t>)</a:t>
            </a:r>
            <a:r>
              <a:rPr kumimoji="1" lang="zh-CN" altLang="en-US" sz="2400" b="1">
                <a:solidFill>
                  <a:srgbClr val="FF0000"/>
                </a:solidFill>
                <a:latin typeface="楷体" panose="02010609060101010101" pitchFamily="49" charset="-122"/>
                <a:ea typeface="楷体" panose="02010609060101010101" pitchFamily="49" charset="-122"/>
              </a:rPr>
              <a:t>自由基的活性</a:t>
            </a:r>
          </a:p>
        </p:txBody>
      </p:sp>
      <p:sp>
        <p:nvSpPr>
          <p:cNvPr id="163847" name="矩形 2"/>
          <p:cNvSpPr>
            <a:spLocks noChangeArrowheads="1"/>
          </p:cNvSpPr>
          <p:nvPr/>
        </p:nvSpPr>
        <p:spPr bwMode="auto">
          <a:xfrm>
            <a:off x="842963" y="5411788"/>
            <a:ext cx="7416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kumimoji="1" lang="zh-CN" altLang="en-US" sz="2400">
                <a:solidFill>
                  <a:srgbClr val="FF0000"/>
                </a:solidFill>
                <a:latin typeface="黑体" panose="02010609060101010101" pitchFamily="49" charset="-122"/>
                <a:ea typeface="黑体" panose="02010609060101010101" pitchFamily="49" charset="-122"/>
              </a:rPr>
              <a:t>活泼单体形成的自由基稳定，而活性低的单体形成的自由基活泼。</a:t>
            </a:r>
            <a:endParaRPr lang="zh-CN" altLang="en-US" sz="2400">
              <a:solidFill>
                <a:srgbClr val="FF0000"/>
              </a:solidFill>
              <a:latin typeface="黑体" panose="02010609060101010101" pitchFamily="49" charset="-122"/>
              <a:ea typeface="黑体" panose="02010609060101010101" pitchFamily="49" charset="-122"/>
            </a:endParaRPr>
          </a:p>
        </p:txBody>
      </p:sp>
      <p:sp>
        <p:nvSpPr>
          <p:cNvPr id="5" name="笑脸 4">
            <a:extLst>
              <a:ext uri="{FF2B5EF4-FFF2-40B4-BE49-F238E27FC236}">
                <a16:creationId xmlns:a16="http://schemas.microsoft.com/office/drawing/2014/main" id="{7921B563-3BC7-44CC-B593-D570D58C896A}"/>
              </a:ext>
            </a:extLst>
          </p:cNvPr>
          <p:cNvSpPr/>
          <p:nvPr/>
        </p:nvSpPr>
        <p:spPr>
          <a:xfrm>
            <a:off x="531813" y="5645150"/>
            <a:ext cx="307975" cy="360363"/>
          </a:xfrm>
          <a:prstGeom prst="smileyFac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transition spd="slow"/>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5890"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65BA2B3C-C628-4377-A65E-007AA3EE7827}"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61</a:t>
            </a:fld>
            <a:endParaRPr lang="en-US" altLang="zh-CN" sz="1400">
              <a:latin typeface="Times New Roman" panose="02020603050405020304" pitchFamily="18" charset="0"/>
              <a:ea typeface="宋体" panose="02010600030101010101" pitchFamily="2" charset="-122"/>
            </a:endParaRPr>
          </a:p>
        </p:txBody>
      </p:sp>
      <p:sp>
        <p:nvSpPr>
          <p:cNvPr id="165891" name="Text Box 2"/>
          <p:cNvSpPr txBox="1">
            <a:spLocks noChangeArrowheads="1"/>
          </p:cNvSpPr>
          <p:nvPr/>
        </p:nvSpPr>
        <p:spPr bwMode="auto">
          <a:xfrm>
            <a:off x="850900" y="1924050"/>
            <a:ext cx="7826375"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5000"/>
              </a:lnSpc>
              <a:spcBef>
                <a:spcPct val="50000"/>
              </a:spcBef>
              <a:buClr>
                <a:srgbClr val="FF0000"/>
              </a:buClr>
              <a:buFont typeface="Wingdings" panose="05000000000000000000" pitchFamily="2" charset="2"/>
              <a:buChar char="Ø"/>
            </a:pPr>
            <a:r>
              <a:rPr kumimoji="1" lang="zh-CN" altLang="en-US" sz="2400" dirty="0">
                <a:solidFill>
                  <a:srgbClr val="FF0000"/>
                </a:solidFill>
                <a:latin typeface="楷体" panose="02010609060101010101" pitchFamily="49" charset="-122"/>
                <a:ea typeface="楷体" panose="02010609060101010101" pitchFamily="49" charset="-122"/>
              </a:rPr>
              <a:t>有</a:t>
            </a:r>
            <a:r>
              <a:rPr kumimoji="1" lang="zh-CN" altLang="en-US" sz="2400" dirty="0">
                <a:latin typeface="楷体" panose="02010609060101010101" pitchFamily="49" charset="-122"/>
                <a:ea typeface="楷体" panose="02010609060101010101" pitchFamily="49" charset="-122"/>
              </a:rPr>
              <a:t>共轭效应的</a:t>
            </a:r>
            <a:r>
              <a:rPr kumimoji="1" lang="zh-CN" altLang="en-US" sz="2400" dirty="0">
                <a:solidFill>
                  <a:srgbClr val="FF0000"/>
                </a:solidFill>
                <a:latin typeface="楷体" panose="02010609060101010101" pitchFamily="49" charset="-122"/>
                <a:ea typeface="楷体" panose="02010609060101010101" pitchFamily="49" charset="-122"/>
              </a:rPr>
              <a:t>单体活性大</a:t>
            </a:r>
            <a:r>
              <a:rPr kumimoji="1" lang="zh-CN" altLang="en-US" sz="2400" dirty="0">
                <a:latin typeface="楷体" panose="02010609060101010101" pitchFamily="49" charset="-122"/>
                <a:ea typeface="楷体" panose="02010609060101010101" pitchFamily="49" charset="-122"/>
              </a:rPr>
              <a:t>，而自由基活性小；</a:t>
            </a:r>
          </a:p>
          <a:p>
            <a:pPr algn="just" eaLnBrk="1" hangingPunct="1">
              <a:lnSpc>
                <a:spcPct val="125000"/>
              </a:lnSpc>
              <a:spcBef>
                <a:spcPct val="50000"/>
              </a:spcBef>
              <a:buClr>
                <a:srgbClr val="FF0000"/>
              </a:buClr>
              <a:buFont typeface="Wingdings" panose="05000000000000000000" pitchFamily="2" charset="2"/>
              <a:buChar char="Ø"/>
            </a:pPr>
            <a:r>
              <a:rPr kumimoji="1" lang="zh-CN" altLang="en-US" sz="2400" dirty="0">
                <a:solidFill>
                  <a:srgbClr val="FF0000"/>
                </a:solidFill>
                <a:latin typeface="楷体" panose="02010609060101010101" pitchFamily="49" charset="-122"/>
                <a:ea typeface="楷体" panose="02010609060101010101" pitchFamily="49" charset="-122"/>
              </a:rPr>
              <a:t>无</a:t>
            </a:r>
            <a:r>
              <a:rPr kumimoji="1" lang="zh-CN" altLang="en-US" sz="2400" dirty="0">
                <a:latin typeface="楷体" panose="02010609060101010101" pitchFamily="49" charset="-122"/>
                <a:ea typeface="楷体" panose="02010609060101010101" pitchFamily="49" charset="-122"/>
              </a:rPr>
              <a:t>共轭效应的单体不活泼，</a:t>
            </a:r>
            <a:r>
              <a:rPr kumimoji="1" lang="zh-CN" altLang="en-US" sz="2400" dirty="0">
                <a:solidFill>
                  <a:srgbClr val="FF0000"/>
                </a:solidFill>
                <a:latin typeface="楷体" panose="02010609060101010101" pitchFamily="49" charset="-122"/>
                <a:ea typeface="楷体" panose="02010609060101010101" pitchFamily="49" charset="-122"/>
              </a:rPr>
              <a:t>自由基活泼</a:t>
            </a:r>
            <a:r>
              <a:rPr kumimoji="1" lang="zh-CN" altLang="en-US" sz="2400" dirty="0">
                <a:latin typeface="楷体" panose="02010609060101010101" pitchFamily="49" charset="-122"/>
                <a:ea typeface="楷体" panose="02010609060101010101" pitchFamily="49" charset="-122"/>
              </a:rPr>
              <a:t>。</a:t>
            </a:r>
          </a:p>
          <a:p>
            <a:pPr algn="just" eaLnBrk="1" hangingPunct="1">
              <a:lnSpc>
                <a:spcPct val="125000"/>
              </a:lnSpc>
              <a:spcBef>
                <a:spcPct val="50000"/>
              </a:spcBef>
              <a:buFontTx/>
              <a:buNone/>
            </a:pPr>
            <a:r>
              <a:rPr kumimoji="1" lang="zh-CN" altLang="en-US" sz="2400" dirty="0">
                <a:latin typeface="Arial" panose="020B0604020202020204" pitchFamily="34" charset="0"/>
                <a:ea typeface="楷体" panose="02010609060101010101" pitchFamily="49" charset="-122"/>
                <a:cs typeface="Arial" panose="020B0604020202020204" pitchFamily="34" charset="0"/>
              </a:rPr>
              <a:t>如</a:t>
            </a:r>
            <a:r>
              <a:rPr kumimoji="1" lang="en-US" altLang="zh-CN" sz="2400" dirty="0" err="1">
                <a:latin typeface="Arial" panose="020B0604020202020204" pitchFamily="34" charset="0"/>
                <a:ea typeface="楷体" panose="02010609060101010101" pitchFamily="49" charset="-122"/>
                <a:cs typeface="Arial" panose="020B0604020202020204" pitchFamily="34" charset="0"/>
              </a:rPr>
              <a:t>St、BD</a:t>
            </a:r>
            <a:r>
              <a:rPr kumimoji="1" lang="zh-CN" altLang="en-US" sz="2400" dirty="0">
                <a:latin typeface="Arial" panose="020B0604020202020204" pitchFamily="34" charset="0"/>
                <a:ea typeface="楷体" panose="02010609060101010101" pitchFamily="49" charset="-122"/>
                <a:cs typeface="Arial" panose="020B0604020202020204" pitchFamily="34" charset="0"/>
              </a:rPr>
              <a:t>为共轭单体，单体活性大，而其自由基稳定；</a:t>
            </a:r>
            <a:r>
              <a:rPr kumimoji="1" lang="en-US" altLang="zh-CN" sz="2400" dirty="0" err="1">
                <a:latin typeface="Arial" panose="020B0604020202020204" pitchFamily="34" charset="0"/>
                <a:ea typeface="楷体" panose="02010609060101010101" pitchFamily="49" charset="-122"/>
                <a:cs typeface="Arial" panose="020B0604020202020204" pitchFamily="34" charset="0"/>
              </a:rPr>
              <a:t>VAc、VC</a:t>
            </a:r>
            <a:r>
              <a:rPr kumimoji="1" lang="zh-CN" altLang="en-US" sz="2400" dirty="0">
                <a:latin typeface="Arial" panose="020B0604020202020204" pitchFamily="34" charset="0"/>
                <a:ea typeface="楷体" panose="02010609060101010101" pitchFamily="49" charset="-122"/>
                <a:cs typeface="Arial" panose="020B0604020202020204" pitchFamily="34" charset="0"/>
              </a:rPr>
              <a:t>无共轭效应，自由基活泼，而单体稳定。</a:t>
            </a:r>
          </a:p>
        </p:txBody>
      </p:sp>
      <p:sp>
        <p:nvSpPr>
          <p:cNvPr id="165892" name="Rectangle 3"/>
          <p:cNvSpPr>
            <a:spLocks noChangeArrowheads="1"/>
          </p:cNvSpPr>
          <p:nvPr/>
        </p:nvSpPr>
        <p:spPr bwMode="auto">
          <a:xfrm>
            <a:off x="482600" y="496888"/>
            <a:ext cx="529272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kumimoji="1" lang="zh-CN" altLang="en-US" sz="2400" b="1">
                <a:solidFill>
                  <a:srgbClr val="FF0000"/>
                </a:solidFill>
                <a:latin typeface="楷体" panose="02010609060101010101" pitchFamily="49" charset="-122"/>
                <a:ea typeface="楷体" panose="02010609060101010101" pitchFamily="49" charset="-122"/>
              </a:rPr>
              <a:t>3</a:t>
            </a:r>
            <a:r>
              <a:rPr kumimoji="1" lang="en-US" altLang="zh-CN" sz="2400" b="1">
                <a:solidFill>
                  <a:srgbClr val="FF0000"/>
                </a:solidFill>
                <a:latin typeface="楷体" panose="02010609060101010101" pitchFamily="49" charset="-122"/>
                <a:ea typeface="楷体" panose="02010609060101010101" pitchFamily="49" charset="-122"/>
              </a:rPr>
              <a:t>) </a:t>
            </a:r>
            <a:r>
              <a:rPr kumimoji="1" lang="zh-CN" altLang="en-US" sz="2400" b="1">
                <a:solidFill>
                  <a:srgbClr val="FF0000"/>
                </a:solidFill>
                <a:latin typeface="楷体" panose="02010609060101010101" pitchFamily="49" charset="-122"/>
                <a:ea typeface="楷体" panose="02010609060101010101" pitchFamily="49" charset="-122"/>
              </a:rPr>
              <a:t>取代基对单体及自由基活性的影响</a:t>
            </a:r>
          </a:p>
        </p:txBody>
      </p:sp>
      <p:sp>
        <p:nvSpPr>
          <p:cNvPr id="165893" name="Rectangle 4"/>
          <p:cNvSpPr>
            <a:spLocks noChangeArrowheads="1"/>
          </p:cNvSpPr>
          <p:nvPr/>
        </p:nvSpPr>
        <p:spPr bwMode="auto">
          <a:xfrm>
            <a:off x="850900" y="1130300"/>
            <a:ext cx="537845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Clr>
                <a:srgbClr val="A50021"/>
              </a:buClr>
              <a:buSzPct val="90000"/>
              <a:buFont typeface="Arial" panose="020B0604020202020204" pitchFamily="34" charset="0"/>
              <a:buNone/>
            </a:pPr>
            <a:r>
              <a:rPr kumimoji="1" lang="en-US" altLang="zh-CN" sz="2400" b="1">
                <a:solidFill>
                  <a:srgbClr val="FF0000"/>
                </a:solidFill>
                <a:latin typeface="Arial" panose="020B0604020202020204" pitchFamily="34" charset="0"/>
                <a:ea typeface="楷体" panose="02010609060101010101" pitchFamily="49" charset="-122"/>
                <a:cs typeface="Arial" panose="020B0604020202020204" pitchFamily="34" charset="0"/>
              </a:rPr>
              <a:t>1. </a:t>
            </a:r>
            <a:r>
              <a:rPr kumimoji="1"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rPr>
              <a:t>共轭效应</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(Resonance Effect)</a:t>
            </a:r>
          </a:p>
        </p:txBody>
      </p:sp>
      <p:sp>
        <p:nvSpPr>
          <p:cNvPr id="165894" name="Text Box 2"/>
          <p:cNvSpPr txBox="1">
            <a:spLocks noChangeArrowheads="1"/>
          </p:cNvSpPr>
          <p:nvPr/>
        </p:nvSpPr>
        <p:spPr bwMode="auto">
          <a:xfrm>
            <a:off x="858838" y="4365625"/>
            <a:ext cx="69342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00000"/>
              </a:lnSpc>
              <a:spcBef>
                <a:spcPct val="50000"/>
              </a:spcBef>
              <a:buSzPct val="90000"/>
              <a:buFont typeface="Arial" panose="020B0604020202020204" pitchFamily="34" charset="0"/>
              <a:buNone/>
            </a:pPr>
            <a:r>
              <a:rPr kumimoji="1" lang="en-US" altLang="zh-CN" sz="2400" b="1">
                <a:solidFill>
                  <a:srgbClr val="FF0000"/>
                </a:solidFill>
                <a:latin typeface="Arial" panose="020B0604020202020204" pitchFamily="34" charset="0"/>
                <a:ea typeface="楷体" panose="02010609060101010101" pitchFamily="49" charset="-122"/>
                <a:cs typeface="Arial" panose="020B0604020202020204" pitchFamily="34" charset="0"/>
              </a:rPr>
              <a:t>2. </a:t>
            </a:r>
            <a:r>
              <a:rPr kumimoji="1"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rPr>
              <a:t>位阻效应</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(Steric Hindrance Effect)</a:t>
            </a:r>
          </a:p>
        </p:txBody>
      </p:sp>
      <p:sp>
        <p:nvSpPr>
          <p:cNvPr id="165895" name="Rectangle 3"/>
          <p:cNvSpPr>
            <a:spLocks noChangeArrowheads="1"/>
          </p:cNvSpPr>
          <p:nvPr/>
        </p:nvSpPr>
        <p:spPr bwMode="auto">
          <a:xfrm>
            <a:off x="850900" y="4981575"/>
            <a:ext cx="8229600" cy="115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Clr>
                <a:srgbClr val="FF0000"/>
              </a:buClr>
              <a:buFont typeface="Wingdings" panose="05000000000000000000" pitchFamily="2" charset="2"/>
              <a:buChar char="Ø"/>
            </a:pPr>
            <a:r>
              <a:rPr kumimoji="1" lang="zh-CN" altLang="en-US" sz="2400" dirty="0">
                <a:latin typeface="Arial" panose="020B0604020202020204" pitchFamily="34" charset="0"/>
                <a:ea typeface="楷体" panose="02010609060101010101" pitchFamily="49" charset="-122"/>
                <a:cs typeface="Arial" panose="020B0604020202020204" pitchFamily="34" charset="0"/>
              </a:rPr>
              <a:t>  1，1－双取代空间效应不明显，使单体活性提高；</a:t>
            </a:r>
          </a:p>
          <a:p>
            <a:pPr eaLnBrk="1" hangingPunct="1">
              <a:lnSpc>
                <a:spcPct val="125000"/>
              </a:lnSpc>
              <a:spcBef>
                <a:spcPct val="50000"/>
              </a:spcBef>
              <a:buClr>
                <a:srgbClr val="FF0000"/>
              </a:buClr>
              <a:buFont typeface="Wingdings" panose="05000000000000000000" pitchFamily="2" charset="2"/>
              <a:buChar char="Ø"/>
            </a:pPr>
            <a:r>
              <a:rPr kumimoji="1" lang="zh-CN" altLang="en-US" sz="2400" dirty="0">
                <a:latin typeface="Arial" panose="020B0604020202020204" pitchFamily="34" charset="0"/>
                <a:ea typeface="楷体" panose="02010609060101010101" pitchFamily="49" charset="-122"/>
                <a:cs typeface="Arial" panose="020B0604020202020204" pitchFamily="34" charset="0"/>
              </a:rPr>
              <a:t>  1，2－双取代，有位阻，使</a:t>
            </a:r>
            <a:r>
              <a:rPr kumimoji="1" lang="en-US" altLang="zh-CN" sz="2400" dirty="0">
                <a:latin typeface="Arial" panose="020B0604020202020204" pitchFamily="34" charset="0"/>
                <a:ea typeface="楷体" panose="02010609060101010101" pitchFamily="49" charset="-122"/>
                <a:cs typeface="Arial" panose="020B0604020202020204" pitchFamily="34" charset="0"/>
              </a:rPr>
              <a:t>k</a:t>
            </a:r>
            <a:r>
              <a:rPr kumimoji="1" lang="en-US" altLang="zh-CN" sz="2400" baseline="-30000" dirty="0">
                <a:latin typeface="Arial" panose="020B0604020202020204" pitchFamily="34" charset="0"/>
                <a:ea typeface="楷体" panose="02010609060101010101" pitchFamily="49" charset="-122"/>
                <a:cs typeface="Arial" panose="020B0604020202020204" pitchFamily="34" charset="0"/>
              </a:rPr>
              <a:t>12</a:t>
            </a:r>
            <a:r>
              <a:rPr kumimoji="1" lang="zh-CN" altLang="en-US" sz="2400" dirty="0">
                <a:latin typeface="Arial" panose="020B0604020202020204" pitchFamily="34" charset="0"/>
                <a:ea typeface="楷体" panose="02010609060101010101" pitchFamily="49" charset="-122"/>
                <a:cs typeface="Arial" panose="020B0604020202020204" pitchFamily="34" charset="0"/>
              </a:rPr>
              <a:t>下降，自由基活性降低。</a:t>
            </a:r>
          </a:p>
        </p:txBody>
      </p:sp>
    </p:spTree>
  </p:cSld>
  <p:clrMapOvr>
    <a:masterClrMapping/>
  </p:clrMapOvr>
  <p:transition spd="slow"/>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6914"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F693603C-7CF4-4BE3-B994-7EE942F34A00}"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62</a:t>
            </a:fld>
            <a:endParaRPr lang="en-US" altLang="zh-CN" sz="1400">
              <a:latin typeface="Times New Roman" panose="02020603050405020304" pitchFamily="18" charset="0"/>
              <a:ea typeface="宋体" panose="02010600030101010101" pitchFamily="2" charset="-122"/>
            </a:endParaRPr>
          </a:p>
        </p:txBody>
      </p:sp>
      <p:sp>
        <p:nvSpPr>
          <p:cNvPr id="166915" name="Text Box 2"/>
          <p:cNvSpPr txBox="1">
            <a:spLocks noChangeArrowheads="1"/>
          </p:cNvSpPr>
          <p:nvPr/>
        </p:nvSpPr>
        <p:spPr bwMode="auto">
          <a:xfrm>
            <a:off x="628650" y="576263"/>
            <a:ext cx="4419600"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00000"/>
              </a:lnSpc>
              <a:spcBef>
                <a:spcPct val="50000"/>
              </a:spcBef>
              <a:buSzPct val="90000"/>
              <a:buFont typeface="Arial" panose="020B0604020202020204" pitchFamily="34" charset="0"/>
              <a:buNone/>
            </a:pPr>
            <a:r>
              <a:rPr kumimoji="1" lang="en-US" altLang="zh-CN" sz="2400" b="1">
                <a:solidFill>
                  <a:srgbClr val="FF0000"/>
                </a:solidFill>
                <a:latin typeface="Arial" panose="020B0604020202020204" pitchFamily="34" charset="0"/>
                <a:ea typeface="楷体" panose="02010609060101010101" pitchFamily="49" charset="-122"/>
                <a:cs typeface="Arial" panose="020B0604020202020204" pitchFamily="34" charset="0"/>
              </a:rPr>
              <a:t>3.</a:t>
            </a:r>
            <a:r>
              <a:rPr kumimoji="1"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rPr>
              <a:t> 极性效应</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(Polarity Effect)</a:t>
            </a:r>
          </a:p>
        </p:txBody>
      </p:sp>
      <p:graphicFrame>
        <p:nvGraphicFramePr>
          <p:cNvPr id="166916" name="Object 3"/>
          <p:cNvGraphicFramePr>
            <a:graphicFrameLocks noChangeAspect="1"/>
          </p:cNvGraphicFramePr>
          <p:nvPr/>
        </p:nvGraphicFramePr>
        <p:xfrm>
          <a:off x="2195513" y="3629025"/>
          <a:ext cx="1292225" cy="1698625"/>
        </p:xfrm>
        <a:graphic>
          <a:graphicData uri="http://schemas.openxmlformats.org/presentationml/2006/ole">
            <mc:AlternateContent xmlns:mc="http://schemas.openxmlformats.org/markup-compatibility/2006">
              <mc:Choice xmlns:v="urn:schemas-microsoft-com:vml" Requires="v">
                <p:oleObj spid="_x0000_s166969" name="CS ChemDraw Drawing" r:id="rId3" imgW="535940" imgH="703580" progId="ChemDraw.Document.5.0">
                  <p:embed/>
                </p:oleObj>
              </mc:Choice>
              <mc:Fallback>
                <p:oleObj name="CS ChemDraw Drawing" r:id="rId3" imgW="535940" imgH="703580" progId="ChemDraw.Document.5.0">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5513" y="3629025"/>
                        <a:ext cx="1292225" cy="169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6917" name="Object 4"/>
          <p:cNvGraphicFramePr>
            <a:graphicFrameLocks noChangeAspect="1"/>
          </p:cNvGraphicFramePr>
          <p:nvPr/>
        </p:nvGraphicFramePr>
        <p:xfrm>
          <a:off x="5064125" y="3629025"/>
          <a:ext cx="1285875" cy="1828800"/>
        </p:xfrm>
        <a:graphic>
          <a:graphicData uri="http://schemas.openxmlformats.org/presentationml/2006/ole">
            <mc:AlternateContent xmlns:mc="http://schemas.openxmlformats.org/markup-compatibility/2006">
              <mc:Choice xmlns:v="urn:schemas-microsoft-com:vml" Requires="v">
                <p:oleObj spid="_x0000_s166970" name="CS ChemDraw Drawing" r:id="rId5" imgW="530860" imgH="754380" progId="ChemDraw.Document.5.0">
                  <p:embed/>
                </p:oleObj>
              </mc:Choice>
              <mc:Fallback>
                <p:oleObj name="CS ChemDraw Drawing" r:id="rId5" imgW="530860" imgH="754380" progId="ChemDraw.Document.5.0">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64125" y="3629025"/>
                        <a:ext cx="1285875"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6918" name="Rectangle 5"/>
          <p:cNvSpPr>
            <a:spLocks noChangeArrowheads="1"/>
          </p:cNvSpPr>
          <p:nvPr/>
        </p:nvSpPr>
        <p:spPr bwMode="auto">
          <a:xfrm>
            <a:off x="833438" y="1268413"/>
            <a:ext cx="7696200" cy="2103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5000"/>
              </a:lnSpc>
              <a:spcBef>
                <a:spcPct val="50000"/>
              </a:spcBef>
              <a:buClr>
                <a:srgbClr val="FF0000"/>
              </a:buClr>
              <a:buFont typeface="Wingdings" panose="05000000000000000000" pitchFamily="2" charset="2"/>
              <a:buChar char="Ø"/>
            </a:pPr>
            <a:r>
              <a:rPr kumimoji="1" lang="zh-CN" altLang="en-GB" sz="2400">
                <a:latin typeface="Arial" panose="020B0604020202020204" pitchFamily="34" charset="0"/>
                <a:ea typeface="楷体" panose="02010609060101010101" pitchFamily="49" charset="-122"/>
                <a:cs typeface="Arial" panose="020B0604020202020204" pitchFamily="34" charset="0"/>
              </a:rPr>
              <a:t>  </a:t>
            </a:r>
            <a:r>
              <a:rPr kumimoji="1" lang="zh-CN" altLang="en-US" sz="2400">
                <a:latin typeface="Arial" panose="020B0604020202020204" pitchFamily="34" charset="0"/>
                <a:ea typeface="楷体" panose="02010609060101010101" pitchFamily="49" charset="-122"/>
                <a:cs typeface="Arial" panose="020B0604020202020204" pitchFamily="34" charset="0"/>
              </a:rPr>
              <a:t>推电子基使烯类单体双键带负电性，而吸电子基则使其带正电性，极性相反的单体易共聚，有交替倾向。</a:t>
            </a:r>
          </a:p>
          <a:p>
            <a:pPr algn="just" eaLnBrk="1" hangingPunct="1">
              <a:lnSpc>
                <a:spcPct val="125000"/>
              </a:lnSpc>
              <a:spcBef>
                <a:spcPct val="50000"/>
              </a:spcBef>
              <a:buClr>
                <a:srgbClr val="FF0000"/>
              </a:buClr>
              <a:buFont typeface="Wingdings" panose="05000000000000000000" pitchFamily="2" charset="2"/>
              <a:buChar char="Ø"/>
            </a:pPr>
            <a:r>
              <a:rPr kumimoji="1" lang="zh-CN" altLang="en-GB" sz="2400">
                <a:latin typeface="Arial" panose="020B0604020202020204" pitchFamily="34" charset="0"/>
                <a:ea typeface="楷体" panose="02010609060101010101" pitchFamily="49" charset="-122"/>
                <a:cs typeface="Arial" panose="020B0604020202020204" pitchFamily="34" charset="0"/>
              </a:rPr>
              <a:t>  </a:t>
            </a:r>
            <a:r>
              <a:rPr kumimoji="1" lang="zh-CN" altLang="en-US" sz="2400">
                <a:latin typeface="Arial" panose="020B0604020202020204" pitchFamily="34" charset="0"/>
                <a:ea typeface="楷体" panose="02010609060101010101" pitchFamily="49" charset="-122"/>
                <a:cs typeface="Arial" panose="020B0604020202020204" pitchFamily="34" charset="0"/>
              </a:rPr>
              <a:t>一些难均聚的单体，如马来酸酐、反丁烯二酸二乙酯，能与极性相反的单体如苯乙烯、乙烯基醚类共聚。</a:t>
            </a:r>
          </a:p>
        </p:txBody>
      </p:sp>
    </p:spTree>
  </p:cSld>
  <p:clrMapOvr>
    <a:masterClrMapping/>
  </p:clrMapOvr>
  <p:transition spd="slow"/>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7938"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9F61AF9B-9434-4F69-B3B4-AD69AEB5B513}"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63</a:t>
            </a:fld>
            <a:endParaRPr lang="en-US" altLang="zh-CN" sz="1400">
              <a:latin typeface="Times New Roman" panose="02020603050405020304" pitchFamily="18" charset="0"/>
              <a:ea typeface="宋体" panose="02010600030101010101" pitchFamily="2" charset="-122"/>
            </a:endParaRPr>
          </a:p>
        </p:txBody>
      </p:sp>
      <p:sp>
        <p:nvSpPr>
          <p:cNvPr id="167939" name="Rectangle 2"/>
          <p:cNvSpPr>
            <a:spLocks noChangeArrowheads="1"/>
          </p:cNvSpPr>
          <p:nvPr/>
        </p:nvSpPr>
        <p:spPr bwMode="auto">
          <a:xfrm>
            <a:off x="4273550" y="957263"/>
            <a:ext cx="4524375" cy="554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a:solidFill>
                  <a:schemeClr val="tx1"/>
                </a:solidFill>
                <a:latin typeface="Calibri" panose="020F0502020204030204" pitchFamily="34" charset="0"/>
              </a:defRPr>
            </a:lvl1pPr>
            <a:lvl2pPr marL="914400" indent="-457200">
              <a:defRPr>
                <a:solidFill>
                  <a:schemeClr val="tx1"/>
                </a:solidFill>
                <a:latin typeface="Calibri" panose="020F0502020204030204" pitchFamily="34" charset="0"/>
              </a:defRPr>
            </a:lvl2pPr>
            <a:lvl3pPr marL="1371600" indent="-457200">
              <a:defRPr>
                <a:solidFill>
                  <a:schemeClr val="tx1"/>
                </a:solidFill>
                <a:latin typeface="Calibri" panose="020F0502020204030204" pitchFamily="34" charset="0"/>
              </a:defRPr>
            </a:lvl3pPr>
            <a:lvl4pPr marL="1828800" indent="-457200">
              <a:defRPr>
                <a:solidFill>
                  <a:schemeClr val="tx1"/>
                </a:solidFill>
                <a:latin typeface="Calibri" panose="020F0502020204030204" pitchFamily="34" charset="0"/>
              </a:defRPr>
            </a:lvl4pPr>
            <a:lvl5pPr marL="2286000" indent="-457200">
              <a:defRPr>
                <a:solidFill>
                  <a:schemeClr val="tx1"/>
                </a:solidFill>
                <a:latin typeface="Calibri" panose="020F0502020204030204" pitchFamily="34" charset="0"/>
              </a:defRPr>
            </a:lvl5pPr>
            <a:lvl6pPr marL="2743200" indent="-457200" defTabSz="457200" eaLnBrk="0" fontAlgn="base" hangingPunct="0">
              <a:spcBef>
                <a:spcPct val="0"/>
              </a:spcBef>
              <a:spcAft>
                <a:spcPct val="0"/>
              </a:spcAft>
              <a:defRPr>
                <a:solidFill>
                  <a:schemeClr val="tx1"/>
                </a:solidFill>
                <a:latin typeface="Calibri" panose="020F0502020204030204" pitchFamily="34" charset="0"/>
              </a:defRPr>
            </a:lvl6pPr>
            <a:lvl7pPr marL="3200400" indent="-457200" defTabSz="457200" eaLnBrk="0" fontAlgn="base" hangingPunct="0">
              <a:spcBef>
                <a:spcPct val="0"/>
              </a:spcBef>
              <a:spcAft>
                <a:spcPct val="0"/>
              </a:spcAft>
              <a:defRPr>
                <a:solidFill>
                  <a:schemeClr val="tx1"/>
                </a:solidFill>
                <a:latin typeface="Calibri" panose="020F0502020204030204" pitchFamily="34" charset="0"/>
              </a:defRPr>
            </a:lvl7pPr>
            <a:lvl8pPr marL="3657600" indent="-457200" defTabSz="457200" eaLnBrk="0" fontAlgn="base" hangingPunct="0">
              <a:spcBef>
                <a:spcPct val="0"/>
              </a:spcBef>
              <a:spcAft>
                <a:spcPct val="0"/>
              </a:spcAft>
              <a:defRPr>
                <a:solidFill>
                  <a:schemeClr val="tx1"/>
                </a:solidFill>
                <a:latin typeface="Calibri" panose="020F0502020204030204" pitchFamily="34" charset="0"/>
              </a:defRPr>
            </a:lvl8pPr>
            <a:lvl9pPr marL="4114800" indent="-4572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lnSpc>
                <a:spcPct val="125000"/>
              </a:lnSpc>
              <a:spcBef>
                <a:spcPct val="50000"/>
              </a:spcBef>
            </a:pPr>
            <a:r>
              <a:rPr kumimoji="1" lang="en-US" altLang="zh-CN" sz="2400">
                <a:latin typeface="Arial" panose="020B0604020202020204" pitchFamily="34" charset="0"/>
                <a:ea typeface="楷体" panose="02010609060101010101" pitchFamily="49" charset="-122"/>
                <a:cs typeface="Arial" panose="020B0604020202020204" pitchFamily="34" charset="0"/>
              </a:rPr>
              <a:t>Q：</a:t>
            </a:r>
            <a:r>
              <a:rPr kumimoji="1" lang="zh-CN" altLang="en-US" sz="2400">
                <a:latin typeface="Arial" panose="020B0604020202020204" pitchFamily="34" charset="0"/>
                <a:ea typeface="楷体" panose="02010609060101010101" pitchFamily="49" charset="-122"/>
                <a:cs typeface="Arial" panose="020B0604020202020204" pitchFamily="34" charset="0"/>
              </a:rPr>
              <a:t>共轭因子，</a:t>
            </a:r>
            <a:r>
              <a:rPr kumimoji="1" lang="en-US" altLang="zh-CN" sz="2400">
                <a:latin typeface="Arial" panose="020B0604020202020204" pitchFamily="34" charset="0"/>
                <a:ea typeface="楷体" panose="02010609060101010101" pitchFamily="49" charset="-122"/>
                <a:cs typeface="Arial" panose="020B0604020202020204" pitchFamily="34" charset="0"/>
              </a:rPr>
              <a:t>e：</a:t>
            </a:r>
            <a:r>
              <a:rPr kumimoji="1" lang="zh-CN" altLang="en-US" sz="2400">
                <a:latin typeface="Arial" panose="020B0604020202020204" pitchFamily="34" charset="0"/>
                <a:ea typeface="楷体" panose="02010609060101010101" pitchFamily="49" charset="-122"/>
                <a:cs typeface="Arial" panose="020B0604020202020204" pitchFamily="34" charset="0"/>
              </a:rPr>
              <a:t>极性因子</a:t>
            </a:r>
          </a:p>
        </p:txBody>
      </p:sp>
      <p:sp>
        <p:nvSpPr>
          <p:cNvPr id="167940" name="Text Box 3"/>
          <p:cNvSpPr txBox="1">
            <a:spLocks noChangeArrowheads="1"/>
          </p:cNvSpPr>
          <p:nvPr/>
        </p:nvSpPr>
        <p:spPr bwMode="auto">
          <a:xfrm>
            <a:off x="2892425" y="328613"/>
            <a:ext cx="6191250" cy="554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5000"/>
              </a:lnSpc>
              <a:spcBef>
                <a:spcPct val="50000"/>
              </a:spcBef>
              <a:buFontTx/>
              <a:buNone/>
            </a:pPr>
            <a:r>
              <a:rPr kumimoji="1" lang="zh-CN" altLang="en-US" sz="2400" b="1">
                <a:latin typeface="楷体" panose="02010609060101010101" pitchFamily="49" charset="-122"/>
                <a:ea typeface="楷体" panose="02010609060101010101" pitchFamily="49" charset="-122"/>
              </a:rPr>
              <a:t>建立结构与共聚活性关系，估算竞聚率。</a:t>
            </a:r>
          </a:p>
        </p:txBody>
      </p:sp>
      <p:sp>
        <p:nvSpPr>
          <p:cNvPr id="167941" name="Rectangle 5"/>
          <p:cNvSpPr>
            <a:spLocks noChangeArrowheads="1"/>
          </p:cNvSpPr>
          <p:nvPr/>
        </p:nvSpPr>
        <p:spPr bwMode="auto">
          <a:xfrm>
            <a:off x="250825" y="328613"/>
            <a:ext cx="221932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zh-CN" sz="2400" b="1">
                <a:latin typeface="Arial" panose="020B0604020202020204" pitchFamily="34" charset="0"/>
                <a:ea typeface="楷体" panose="02010609060101010101" pitchFamily="49" charset="-122"/>
                <a:cs typeface="Arial" panose="020B0604020202020204" pitchFamily="34" charset="0"/>
              </a:rPr>
              <a:t>§4.9</a:t>
            </a:r>
            <a:r>
              <a:rPr kumimoji="1" lang="zh-CN" altLang="en-US" sz="2400" b="1">
                <a:latin typeface="Arial" panose="020B0604020202020204" pitchFamily="34" charset="0"/>
                <a:ea typeface="楷体" panose="02010609060101010101" pitchFamily="49" charset="-122"/>
                <a:cs typeface="Arial" panose="020B0604020202020204" pitchFamily="34" charset="0"/>
              </a:rPr>
              <a:t> </a:t>
            </a:r>
            <a:r>
              <a:rPr kumimoji="1" lang="en-US" altLang="zh-CN" sz="2400" b="1">
                <a:latin typeface="Arial" panose="020B0604020202020204" pitchFamily="34" charset="0"/>
                <a:ea typeface="楷体" panose="02010609060101010101" pitchFamily="49" charset="-122"/>
                <a:cs typeface="Arial" panose="020B0604020202020204" pitchFamily="34" charset="0"/>
              </a:rPr>
              <a:t>Q-e </a:t>
            </a:r>
            <a:r>
              <a:rPr kumimoji="1" lang="zh-CN" altLang="en-US" sz="2400" b="1">
                <a:latin typeface="Arial" panose="020B0604020202020204" pitchFamily="34" charset="0"/>
                <a:ea typeface="楷体" panose="02010609060101010101" pitchFamily="49" charset="-122"/>
                <a:cs typeface="Arial" panose="020B0604020202020204" pitchFamily="34" charset="0"/>
              </a:rPr>
              <a:t>概念</a:t>
            </a:r>
          </a:p>
        </p:txBody>
      </p:sp>
      <p:sp>
        <p:nvSpPr>
          <p:cNvPr id="167942" name="Rectangle 6"/>
          <p:cNvSpPr>
            <a:spLocks noChangeArrowheads="1"/>
          </p:cNvSpPr>
          <p:nvPr/>
        </p:nvSpPr>
        <p:spPr bwMode="auto">
          <a:xfrm>
            <a:off x="457200" y="946150"/>
            <a:ext cx="4457700"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a:solidFill>
                  <a:schemeClr val="tx1"/>
                </a:solidFill>
                <a:latin typeface="Calibri" panose="020F0502020204030204" pitchFamily="34" charset="0"/>
              </a:defRPr>
            </a:lvl1pPr>
            <a:lvl2pPr marL="914400" indent="-457200">
              <a:defRPr>
                <a:solidFill>
                  <a:schemeClr val="tx1"/>
                </a:solidFill>
                <a:latin typeface="Calibri" panose="020F0502020204030204" pitchFamily="34" charset="0"/>
              </a:defRPr>
            </a:lvl2pPr>
            <a:lvl3pPr marL="1371600" indent="-457200">
              <a:defRPr>
                <a:solidFill>
                  <a:schemeClr val="tx1"/>
                </a:solidFill>
                <a:latin typeface="Calibri" panose="020F0502020204030204" pitchFamily="34" charset="0"/>
              </a:defRPr>
            </a:lvl3pPr>
            <a:lvl4pPr marL="1828800" indent="-457200">
              <a:defRPr>
                <a:solidFill>
                  <a:schemeClr val="tx1"/>
                </a:solidFill>
                <a:latin typeface="Calibri" panose="020F0502020204030204" pitchFamily="34" charset="0"/>
              </a:defRPr>
            </a:lvl4pPr>
            <a:lvl5pPr marL="2286000" indent="-457200">
              <a:defRPr>
                <a:solidFill>
                  <a:schemeClr val="tx1"/>
                </a:solidFill>
                <a:latin typeface="Calibri" panose="020F0502020204030204" pitchFamily="34" charset="0"/>
              </a:defRPr>
            </a:lvl5pPr>
            <a:lvl6pPr marL="2743200" indent="-457200" defTabSz="457200" eaLnBrk="0" fontAlgn="base" hangingPunct="0">
              <a:spcBef>
                <a:spcPct val="0"/>
              </a:spcBef>
              <a:spcAft>
                <a:spcPct val="0"/>
              </a:spcAft>
              <a:defRPr>
                <a:solidFill>
                  <a:schemeClr val="tx1"/>
                </a:solidFill>
                <a:latin typeface="Calibri" panose="020F0502020204030204" pitchFamily="34" charset="0"/>
              </a:defRPr>
            </a:lvl6pPr>
            <a:lvl7pPr marL="3200400" indent="-457200" defTabSz="457200" eaLnBrk="0" fontAlgn="base" hangingPunct="0">
              <a:spcBef>
                <a:spcPct val="0"/>
              </a:spcBef>
              <a:spcAft>
                <a:spcPct val="0"/>
              </a:spcAft>
              <a:defRPr>
                <a:solidFill>
                  <a:schemeClr val="tx1"/>
                </a:solidFill>
                <a:latin typeface="Calibri" panose="020F0502020204030204" pitchFamily="34" charset="0"/>
              </a:defRPr>
            </a:lvl7pPr>
            <a:lvl8pPr marL="3657600" indent="-457200" defTabSz="457200" eaLnBrk="0" fontAlgn="base" hangingPunct="0">
              <a:spcBef>
                <a:spcPct val="0"/>
              </a:spcBef>
              <a:spcAft>
                <a:spcPct val="0"/>
              </a:spcAft>
              <a:defRPr>
                <a:solidFill>
                  <a:schemeClr val="tx1"/>
                </a:solidFill>
                <a:latin typeface="Calibri" panose="020F0502020204030204" pitchFamily="34" charset="0"/>
              </a:defRPr>
            </a:lvl8pPr>
            <a:lvl9pPr marL="4114800" indent="-4572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lnSpc>
                <a:spcPct val="125000"/>
              </a:lnSpc>
              <a:spcBef>
                <a:spcPct val="50000"/>
              </a:spcBef>
            </a:pPr>
            <a:r>
              <a:rPr kumimoji="1" lang="en-US" altLang="zh-CN" sz="2400">
                <a:latin typeface="Arial" panose="020B0604020202020204" pitchFamily="34" charset="0"/>
                <a:ea typeface="楷体" panose="02010609060101010101" pitchFamily="49" charset="-122"/>
                <a:cs typeface="Arial" panose="020B0604020202020204" pitchFamily="34" charset="0"/>
              </a:rPr>
              <a:t>1) Q-e </a:t>
            </a:r>
            <a:r>
              <a:rPr kumimoji="1" lang="zh-CN" altLang="en-US" sz="2400">
                <a:latin typeface="Arial" panose="020B0604020202020204" pitchFamily="34" charset="0"/>
                <a:ea typeface="楷体" panose="02010609060101010101" pitchFamily="49" charset="-122"/>
                <a:cs typeface="Arial" panose="020B0604020202020204" pitchFamily="34" charset="0"/>
              </a:rPr>
              <a:t>方程 </a:t>
            </a:r>
            <a:r>
              <a:rPr kumimoji="1" lang="en-US" altLang="zh-CN" sz="2400">
                <a:latin typeface="Arial" panose="020B0604020202020204" pitchFamily="34" charset="0"/>
                <a:ea typeface="楷体" panose="02010609060101010101" pitchFamily="49" charset="-122"/>
                <a:cs typeface="Arial" panose="020B0604020202020204" pitchFamily="34" charset="0"/>
              </a:rPr>
              <a:t>(Alfrey-Price)</a:t>
            </a:r>
            <a:endParaRPr kumimoji="1" lang="zh-CN" altLang="en-US" sz="2400">
              <a:latin typeface="Arial" panose="020B0604020202020204" pitchFamily="34" charset="0"/>
              <a:ea typeface="楷体" panose="02010609060101010101" pitchFamily="49" charset="-122"/>
              <a:cs typeface="Arial" panose="020B0604020202020204" pitchFamily="34" charset="0"/>
            </a:endParaRPr>
          </a:p>
        </p:txBody>
      </p:sp>
      <p:graphicFrame>
        <p:nvGraphicFramePr>
          <p:cNvPr id="167943" name="Object 15"/>
          <p:cNvGraphicFramePr>
            <a:graphicFrameLocks noChangeAspect="1"/>
          </p:cNvGraphicFramePr>
          <p:nvPr/>
        </p:nvGraphicFramePr>
        <p:xfrm>
          <a:off x="779463" y="1606550"/>
          <a:ext cx="4005262" cy="2349500"/>
        </p:xfrm>
        <a:graphic>
          <a:graphicData uri="http://schemas.openxmlformats.org/presentationml/2006/ole">
            <mc:AlternateContent xmlns:mc="http://schemas.openxmlformats.org/markup-compatibility/2006">
              <mc:Choice xmlns:v="urn:schemas-microsoft-com:vml" Requires="v">
                <p:oleObj spid="_x0000_s168024" name="公式" r:id="rId4" imgW="1409088" imgH="990170" progId="Equation.3">
                  <p:embed/>
                </p:oleObj>
              </mc:Choice>
              <mc:Fallback>
                <p:oleObj name="公式" r:id="rId4" imgW="1409088" imgH="990170" progId="Equation.3">
                  <p:embed/>
                  <p:pic>
                    <p:nvPicPr>
                      <p:cNvPr id="0" name="Object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9463" y="1606550"/>
                        <a:ext cx="4005262" cy="234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7944" name="矩形 2"/>
          <p:cNvSpPr>
            <a:spLocks noChangeArrowheads="1"/>
          </p:cNvSpPr>
          <p:nvPr/>
        </p:nvSpPr>
        <p:spPr bwMode="auto">
          <a:xfrm>
            <a:off x="628650" y="5759450"/>
            <a:ext cx="7380288"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FontTx/>
              <a:buNone/>
            </a:pPr>
            <a:r>
              <a:rPr kumimoji="1" lang="zh-CN" altLang="en-US" sz="2400" b="1">
                <a:latin typeface="Arial" panose="020B0604020202020204" pitchFamily="34" charset="0"/>
                <a:ea typeface="楷体" panose="02010609060101010101" pitchFamily="49" charset="-122"/>
                <a:cs typeface="Arial" panose="020B0604020202020204" pitchFamily="34" charset="0"/>
              </a:rPr>
              <a:t>共聚速率常数与共轭效应、极性效应联系起来。</a:t>
            </a:r>
          </a:p>
        </p:txBody>
      </p:sp>
      <p:sp>
        <p:nvSpPr>
          <p:cNvPr id="167945" name="Text Box 6"/>
          <p:cNvSpPr txBox="1">
            <a:spLocks noChangeArrowheads="1"/>
          </p:cNvSpPr>
          <p:nvPr/>
        </p:nvSpPr>
        <p:spPr bwMode="auto">
          <a:xfrm>
            <a:off x="768350" y="4214813"/>
            <a:ext cx="8001000" cy="846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00000"/>
              </a:lnSpc>
              <a:spcBef>
                <a:spcPts val="600"/>
              </a:spcBef>
              <a:buFontTx/>
              <a:buNone/>
            </a:pPr>
            <a:r>
              <a:rPr kumimoji="1" lang="en-US" altLang="zh-CN" sz="2200">
                <a:latin typeface="Arial" panose="020B0604020202020204" pitchFamily="34" charset="0"/>
                <a:ea typeface="楷体" panose="02010609060101010101" pitchFamily="49" charset="-122"/>
                <a:cs typeface="Arial" panose="020B0604020202020204" pitchFamily="34" charset="0"/>
              </a:rPr>
              <a:t>P</a:t>
            </a:r>
            <a:r>
              <a:rPr kumimoji="1" lang="en-US" altLang="zh-CN" sz="2200" baseline="-25000">
                <a:latin typeface="Arial" panose="020B0604020202020204" pitchFamily="34" charset="0"/>
                <a:ea typeface="楷体" panose="02010609060101010101" pitchFamily="49" charset="-122"/>
                <a:cs typeface="Arial" panose="020B0604020202020204" pitchFamily="34" charset="0"/>
              </a:rPr>
              <a:t>i</a:t>
            </a:r>
            <a:r>
              <a:rPr kumimoji="1" lang="en-US" altLang="zh-CN" sz="2200">
                <a:latin typeface="Arial" panose="020B0604020202020204" pitchFamily="34" charset="0"/>
                <a:ea typeface="楷体" panose="02010609060101010101" pitchFamily="49" charset="-122"/>
                <a:cs typeface="Arial" panose="020B0604020202020204" pitchFamily="34" charset="0"/>
              </a:rPr>
              <a:t>、Q</a:t>
            </a:r>
            <a:r>
              <a:rPr kumimoji="1" lang="en-US" altLang="zh-CN" sz="2200" baseline="-25000">
                <a:latin typeface="Arial" panose="020B0604020202020204" pitchFamily="34" charset="0"/>
                <a:ea typeface="楷体" panose="02010609060101010101" pitchFamily="49" charset="-122"/>
                <a:cs typeface="Arial" panose="020B0604020202020204" pitchFamily="34" charset="0"/>
              </a:rPr>
              <a:t>i</a:t>
            </a:r>
            <a:r>
              <a:rPr kumimoji="1" lang="en-US" altLang="zh-CN" sz="2200">
                <a:latin typeface="Arial" panose="020B0604020202020204" pitchFamily="34" charset="0"/>
                <a:ea typeface="楷体" panose="02010609060101010101" pitchFamily="49" charset="-122"/>
                <a:cs typeface="Arial" panose="020B0604020202020204" pitchFamily="34" charset="0"/>
              </a:rPr>
              <a:t>：</a:t>
            </a:r>
            <a:r>
              <a:rPr kumimoji="1" lang="zh-CN" altLang="en-US" sz="2200">
                <a:latin typeface="Arial" panose="020B0604020202020204" pitchFamily="34" charset="0"/>
                <a:ea typeface="楷体" panose="02010609060101010101" pitchFamily="49" charset="-122"/>
                <a:cs typeface="Arial" panose="020B0604020202020204" pitchFamily="34" charset="0"/>
              </a:rPr>
              <a:t>自由基      和单体      活性的共轭效应量度</a:t>
            </a:r>
          </a:p>
          <a:p>
            <a:pPr algn="just" eaLnBrk="1" hangingPunct="1">
              <a:lnSpc>
                <a:spcPct val="100000"/>
              </a:lnSpc>
              <a:spcBef>
                <a:spcPts val="600"/>
              </a:spcBef>
              <a:buFontTx/>
              <a:buNone/>
            </a:pPr>
            <a:r>
              <a:rPr kumimoji="1" lang="en-US" altLang="zh-CN" sz="2200">
                <a:latin typeface="Arial" panose="020B0604020202020204" pitchFamily="34" charset="0"/>
                <a:ea typeface="楷体" panose="02010609060101010101" pitchFamily="49" charset="-122"/>
                <a:cs typeface="Arial" panose="020B0604020202020204" pitchFamily="34" charset="0"/>
              </a:rPr>
              <a:t>e</a:t>
            </a:r>
            <a:r>
              <a:rPr kumimoji="1" lang="en-US" altLang="zh-CN" sz="2200" baseline="-30000">
                <a:latin typeface="Arial" panose="020B0604020202020204" pitchFamily="34" charset="0"/>
                <a:ea typeface="楷体" panose="02010609060101010101" pitchFamily="49" charset="-122"/>
                <a:cs typeface="Arial" panose="020B0604020202020204" pitchFamily="34" charset="0"/>
              </a:rPr>
              <a:t>1</a:t>
            </a:r>
            <a:r>
              <a:rPr kumimoji="1" lang="en-US" altLang="zh-CN" sz="2200">
                <a:latin typeface="Arial" panose="020B0604020202020204" pitchFamily="34" charset="0"/>
                <a:ea typeface="楷体" panose="02010609060101010101" pitchFamily="49" charset="-122"/>
                <a:cs typeface="Arial" panose="020B0604020202020204" pitchFamily="34" charset="0"/>
              </a:rPr>
              <a:t>、e</a:t>
            </a:r>
            <a:r>
              <a:rPr kumimoji="1" lang="en-US" altLang="zh-CN" sz="2200" baseline="-30000">
                <a:latin typeface="Arial" panose="020B0604020202020204" pitchFamily="34" charset="0"/>
                <a:ea typeface="楷体" panose="02010609060101010101" pitchFamily="49" charset="-122"/>
                <a:cs typeface="Arial" panose="020B0604020202020204" pitchFamily="34" charset="0"/>
              </a:rPr>
              <a:t>2</a:t>
            </a:r>
            <a:r>
              <a:rPr kumimoji="1" lang="en-US" altLang="zh-CN" sz="2200">
                <a:latin typeface="Arial" panose="020B0604020202020204" pitchFamily="34" charset="0"/>
                <a:ea typeface="楷体" panose="02010609060101010101" pitchFamily="49" charset="-122"/>
                <a:cs typeface="Arial" panose="020B0604020202020204" pitchFamily="34" charset="0"/>
              </a:rPr>
              <a:t>：</a:t>
            </a:r>
            <a:r>
              <a:rPr kumimoji="1" lang="zh-CN" altLang="en-US" sz="2200">
                <a:latin typeface="Arial" panose="020B0604020202020204" pitchFamily="34" charset="0"/>
                <a:ea typeface="楷体" panose="02010609060101010101" pitchFamily="49" charset="-122"/>
                <a:cs typeface="Arial" panose="020B0604020202020204" pitchFamily="34" charset="0"/>
              </a:rPr>
              <a:t>分别为</a:t>
            </a:r>
            <a:r>
              <a:rPr kumimoji="1" lang="en-US" altLang="zh-CN" sz="2200">
                <a:latin typeface="Arial" panose="020B0604020202020204" pitchFamily="34" charset="0"/>
                <a:ea typeface="楷体" panose="02010609060101010101" pitchFamily="49" charset="-122"/>
                <a:cs typeface="Arial" panose="020B0604020202020204" pitchFamily="34" charset="0"/>
              </a:rPr>
              <a:t>M</a:t>
            </a:r>
            <a:r>
              <a:rPr kumimoji="1" lang="en-US" altLang="zh-CN" sz="2200" baseline="-25000">
                <a:latin typeface="Arial" panose="020B0604020202020204" pitchFamily="34" charset="0"/>
                <a:ea typeface="楷体" panose="02010609060101010101" pitchFamily="49" charset="-122"/>
                <a:cs typeface="Arial" panose="020B0604020202020204" pitchFamily="34" charset="0"/>
              </a:rPr>
              <a:t>1</a:t>
            </a:r>
            <a:r>
              <a:rPr kumimoji="1" lang="zh-CN" altLang="en-US" sz="2200">
                <a:latin typeface="Arial" panose="020B0604020202020204" pitchFamily="34" charset="0"/>
                <a:ea typeface="楷体" panose="02010609060101010101" pitchFamily="49" charset="-122"/>
                <a:cs typeface="Arial" panose="020B0604020202020204" pitchFamily="34" charset="0"/>
              </a:rPr>
              <a:t>及其自由基、</a:t>
            </a:r>
            <a:r>
              <a:rPr kumimoji="1" lang="en-US" altLang="zh-CN" sz="2200">
                <a:latin typeface="Arial" panose="020B0604020202020204" pitchFamily="34" charset="0"/>
                <a:ea typeface="楷体" panose="02010609060101010101" pitchFamily="49" charset="-122"/>
                <a:cs typeface="Arial" panose="020B0604020202020204" pitchFamily="34" charset="0"/>
              </a:rPr>
              <a:t>M</a:t>
            </a:r>
            <a:r>
              <a:rPr kumimoji="1" lang="en-US" altLang="zh-CN" sz="2200" baseline="-25000">
                <a:latin typeface="Arial" panose="020B0604020202020204" pitchFamily="34" charset="0"/>
                <a:ea typeface="楷体" panose="02010609060101010101" pitchFamily="49" charset="-122"/>
                <a:cs typeface="Arial" panose="020B0604020202020204" pitchFamily="34" charset="0"/>
              </a:rPr>
              <a:t>2</a:t>
            </a:r>
            <a:r>
              <a:rPr kumimoji="1" lang="zh-CN" altLang="en-US" sz="2200">
                <a:latin typeface="Arial" panose="020B0604020202020204" pitchFamily="34" charset="0"/>
                <a:ea typeface="楷体" panose="02010609060101010101" pitchFamily="49" charset="-122"/>
                <a:cs typeface="Arial" panose="020B0604020202020204" pitchFamily="34" charset="0"/>
              </a:rPr>
              <a:t>及其自由基活性的极性度量。</a:t>
            </a:r>
          </a:p>
        </p:txBody>
      </p:sp>
      <p:graphicFrame>
        <p:nvGraphicFramePr>
          <p:cNvPr id="167946" name="Object 7"/>
          <p:cNvGraphicFramePr>
            <a:graphicFrameLocks noChangeAspect="1"/>
          </p:cNvGraphicFramePr>
          <p:nvPr/>
        </p:nvGraphicFramePr>
        <p:xfrm>
          <a:off x="2722563" y="4232275"/>
          <a:ext cx="457200" cy="433388"/>
        </p:xfrm>
        <a:graphic>
          <a:graphicData uri="http://schemas.openxmlformats.org/presentationml/2006/ole">
            <mc:AlternateContent xmlns:mc="http://schemas.openxmlformats.org/markup-compatibility/2006">
              <mc:Choice xmlns:v="urn:schemas-microsoft-com:vml" Requires="v">
                <p:oleObj spid="_x0000_s168025" name="公式" r:id="rId6" imgW="253890" imgH="241195" progId="Equation.3">
                  <p:embed/>
                </p:oleObj>
              </mc:Choice>
              <mc:Fallback>
                <p:oleObj name="公式" r:id="rId6" imgW="253890" imgH="241195"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22563" y="4232275"/>
                        <a:ext cx="457200" cy="4333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7947" name="Object 8"/>
          <p:cNvGraphicFramePr>
            <a:graphicFrameLocks noChangeAspect="1"/>
          </p:cNvGraphicFramePr>
          <p:nvPr/>
        </p:nvGraphicFramePr>
        <p:xfrm>
          <a:off x="4073525" y="4237038"/>
          <a:ext cx="430213" cy="428625"/>
        </p:xfrm>
        <a:graphic>
          <a:graphicData uri="http://schemas.openxmlformats.org/presentationml/2006/ole">
            <mc:AlternateContent xmlns:mc="http://schemas.openxmlformats.org/markup-compatibility/2006">
              <mc:Choice xmlns:v="urn:schemas-microsoft-com:vml" Requires="v">
                <p:oleObj spid="_x0000_s168026" name="公式" r:id="rId8" imgW="228600" imgH="228600" progId="Equation.3">
                  <p:embed/>
                </p:oleObj>
              </mc:Choice>
              <mc:Fallback>
                <p:oleObj name="公式" r:id="rId8" imgW="228600" imgH="228600" progId="Equation.3">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73525" y="4237038"/>
                        <a:ext cx="4302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7948" name="矩形 3"/>
          <p:cNvSpPr>
            <a:spLocks noChangeArrowheads="1"/>
          </p:cNvSpPr>
          <p:nvPr/>
        </p:nvSpPr>
        <p:spPr bwMode="auto">
          <a:xfrm>
            <a:off x="4027488" y="5048250"/>
            <a:ext cx="4741862"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20000"/>
              </a:lnSpc>
              <a:spcBef>
                <a:spcPct val="0"/>
              </a:spcBef>
              <a:buFontTx/>
              <a:buNone/>
            </a:pPr>
            <a:r>
              <a:rPr kumimoji="1"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a:t>
            </a:r>
            <a:r>
              <a:rPr kumimoji="1" lang="zh-CN" altLang="en-US" sz="2000">
                <a:solidFill>
                  <a:srgbClr val="FF0000"/>
                </a:solidFill>
                <a:latin typeface="Arial" panose="020B0604020202020204" pitchFamily="34" charset="0"/>
                <a:ea typeface="楷体" panose="02010609060101010101" pitchFamily="49" charset="-122"/>
                <a:cs typeface="Arial" panose="020B0604020202020204" pitchFamily="34" charset="0"/>
              </a:rPr>
              <a:t>假定：单体及其自由基的极性 </a:t>
            </a:r>
            <a:r>
              <a:rPr kumimoji="1"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e </a:t>
            </a:r>
            <a:r>
              <a:rPr kumimoji="1" lang="zh-CN" altLang="en-US" sz="2000">
                <a:solidFill>
                  <a:srgbClr val="FF0000"/>
                </a:solidFill>
                <a:latin typeface="Arial" panose="020B0604020202020204" pitchFamily="34" charset="0"/>
                <a:ea typeface="楷体" panose="02010609060101010101" pitchFamily="49" charset="-122"/>
                <a:cs typeface="Arial" panose="020B0604020202020204" pitchFamily="34" charset="0"/>
              </a:rPr>
              <a:t>值相同</a:t>
            </a:r>
            <a:r>
              <a:rPr kumimoji="1"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a:t>
            </a:r>
            <a:endParaRPr kumimoji="1" lang="zh-CN" altLang="en-US" sz="2000">
              <a:solidFill>
                <a:srgbClr val="FF0000"/>
              </a:solidFill>
              <a:latin typeface="Arial" panose="020B0604020202020204" pitchFamily="34" charset="0"/>
              <a:ea typeface="楷体" panose="02010609060101010101" pitchFamily="49" charset="-122"/>
              <a:cs typeface="Arial" panose="020B0604020202020204" pitchFamily="34" charset="0"/>
            </a:endParaRPr>
          </a:p>
        </p:txBody>
      </p:sp>
    </p:spTree>
  </p:cSld>
  <p:clrMapOvr>
    <a:masterClrMapping/>
  </p:clrMapOvr>
  <p:transition spd="slow"/>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9986"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7A2CC944-729D-420F-A319-D1CE2D87CC83}"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64</a:t>
            </a:fld>
            <a:endParaRPr lang="en-US" altLang="zh-CN" sz="1400">
              <a:latin typeface="Times New Roman" panose="02020603050405020304" pitchFamily="18" charset="0"/>
              <a:ea typeface="宋体" panose="02010600030101010101" pitchFamily="2" charset="-122"/>
            </a:endParaRPr>
          </a:p>
        </p:txBody>
      </p:sp>
      <p:graphicFrame>
        <p:nvGraphicFramePr>
          <p:cNvPr id="169987" name="Object 2"/>
          <p:cNvGraphicFramePr>
            <a:graphicFrameLocks noChangeAspect="1"/>
          </p:cNvGraphicFramePr>
          <p:nvPr/>
        </p:nvGraphicFramePr>
        <p:xfrm>
          <a:off x="107950" y="442913"/>
          <a:ext cx="3362325" cy="1098550"/>
        </p:xfrm>
        <a:graphic>
          <a:graphicData uri="http://schemas.openxmlformats.org/presentationml/2006/ole">
            <mc:AlternateContent xmlns:mc="http://schemas.openxmlformats.org/markup-compatibility/2006">
              <mc:Choice xmlns:v="urn:schemas-microsoft-com:vml" Requires="v">
                <p:oleObj spid="_x0000_s170093" name="公式" r:id="rId3" imgW="1396394" imgH="444307" progId="Equation.3">
                  <p:embed/>
                </p:oleObj>
              </mc:Choice>
              <mc:Fallback>
                <p:oleObj name="公式" r:id="rId3" imgW="1396394" imgH="444307"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l="-6750" t="-8340" r="-6750" b="-8340"/>
                      <a:stretch>
                        <a:fillRect/>
                      </a:stretch>
                    </p:blipFill>
                    <p:spPr bwMode="auto">
                      <a:xfrm>
                        <a:off x="107950" y="442913"/>
                        <a:ext cx="3362325" cy="109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9988" name="Object 3"/>
          <p:cNvGraphicFramePr>
            <a:graphicFrameLocks noChangeAspect="1"/>
          </p:cNvGraphicFramePr>
          <p:nvPr/>
        </p:nvGraphicFramePr>
        <p:xfrm>
          <a:off x="3563938" y="1377950"/>
          <a:ext cx="4668837" cy="866775"/>
        </p:xfrm>
        <a:graphic>
          <a:graphicData uri="http://schemas.openxmlformats.org/presentationml/2006/ole">
            <mc:AlternateContent xmlns:mc="http://schemas.openxmlformats.org/markup-compatibility/2006">
              <mc:Choice xmlns:v="urn:schemas-microsoft-com:vml" Requires="v">
                <p:oleObj spid="_x0000_s170094" name="公式" r:id="rId5" imgW="1675673" imgH="444307" progId="Equation.3">
                  <p:embed/>
                </p:oleObj>
              </mc:Choice>
              <mc:Fallback>
                <p:oleObj name="公式" r:id="rId5" imgW="1675673" imgH="444307"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l="-2444" r="-2444"/>
                      <a:stretch>
                        <a:fillRect/>
                      </a:stretch>
                    </p:blipFill>
                    <p:spPr bwMode="auto">
                      <a:xfrm>
                        <a:off x="3563938" y="1377950"/>
                        <a:ext cx="4668837"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9989" name="Object 4"/>
          <p:cNvGraphicFramePr>
            <a:graphicFrameLocks noChangeAspect="1"/>
          </p:cNvGraphicFramePr>
          <p:nvPr/>
        </p:nvGraphicFramePr>
        <p:xfrm>
          <a:off x="3633788" y="2244725"/>
          <a:ext cx="4598987" cy="882650"/>
        </p:xfrm>
        <a:graphic>
          <a:graphicData uri="http://schemas.openxmlformats.org/presentationml/2006/ole">
            <mc:AlternateContent xmlns:mc="http://schemas.openxmlformats.org/markup-compatibility/2006">
              <mc:Choice xmlns:v="urn:schemas-microsoft-com:vml" Requires="v">
                <p:oleObj spid="_x0000_s170095" name="公式" r:id="rId7" imgW="1688367" imgH="444307" progId="Equation.3">
                  <p:embed/>
                </p:oleObj>
              </mc:Choice>
              <mc:Fallback>
                <p:oleObj name="公式" r:id="rId7" imgW="1688367" imgH="444307"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33788" y="2244725"/>
                        <a:ext cx="4598987" cy="88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9990" name="Object 5"/>
          <p:cNvGraphicFramePr>
            <a:graphicFrameLocks noChangeAspect="1"/>
          </p:cNvGraphicFramePr>
          <p:nvPr/>
        </p:nvGraphicFramePr>
        <p:xfrm>
          <a:off x="3609975" y="3194050"/>
          <a:ext cx="4748213" cy="608013"/>
        </p:xfrm>
        <a:graphic>
          <a:graphicData uri="http://schemas.openxmlformats.org/presentationml/2006/ole">
            <mc:AlternateContent xmlns:mc="http://schemas.openxmlformats.org/markup-compatibility/2006">
              <mc:Choice xmlns:v="urn:schemas-microsoft-com:vml" Requires="v">
                <p:oleObj spid="_x0000_s170096" name="公式" r:id="rId9" imgW="1523339" imgH="266584" progId="Equation.3">
                  <p:embed/>
                </p:oleObj>
              </mc:Choice>
              <mc:Fallback>
                <p:oleObj name="公式" r:id="rId9" imgW="1523339" imgH="266584"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09975" y="3194050"/>
                        <a:ext cx="4748213" cy="60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9991" name="Text Box 6"/>
          <p:cNvSpPr txBox="1">
            <a:spLocks noChangeArrowheads="1"/>
          </p:cNvSpPr>
          <p:nvPr/>
        </p:nvSpPr>
        <p:spPr bwMode="auto">
          <a:xfrm>
            <a:off x="528638" y="4349750"/>
            <a:ext cx="80645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FontTx/>
              <a:buNone/>
            </a:pPr>
            <a:r>
              <a:rPr kumimoji="1" lang="en-US" altLang="zh-CN" sz="2400">
                <a:latin typeface="Arial" panose="020B0604020202020204" pitchFamily="34" charset="0"/>
                <a:ea typeface="楷体" panose="02010609060101010101" pitchFamily="49" charset="-122"/>
                <a:cs typeface="Arial" panose="020B0604020202020204" pitchFamily="34" charset="0"/>
              </a:rPr>
              <a:t>r</a:t>
            </a:r>
            <a:r>
              <a:rPr kumimoji="1" lang="en-US" altLang="zh-CN" sz="2400" baseline="-25000">
                <a:latin typeface="Arial" panose="020B0604020202020204" pitchFamily="34" charset="0"/>
                <a:ea typeface="楷体" panose="02010609060101010101" pitchFamily="49" charset="-122"/>
                <a:cs typeface="Arial" panose="020B0604020202020204" pitchFamily="34" charset="0"/>
              </a:rPr>
              <a:t>1</a:t>
            </a:r>
            <a:r>
              <a:rPr kumimoji="1" lang="en-US" altLang="zh-CN" sz="2400">
                <a:latin typeface="Arial" panose="020B0604020202020204" pitchFamily="34" charset="0"/>
                <a:ea typeface="楷体" panose="02010609060101010101" pitchFamily="49" charset="-122"/>
                <a:cs typeface="Arial" panose="020B0604020202020204" pitchFamily="34" charset="0"/>
              </a:rPr>
              <a:t>、r</a:t>
            </a:r>
            <a:r>
              <a:rPr kumimoji="1" lang="en-US" altLang="zh-CN" sz="2400" baseline="-25000">
                <a:latin typeface="Arial" panose="020B0604020202020204" pitchFamily="34" charset="0"/>
                <a:ea typeface="楷体" panose="02010609060101010101" pitchFamily="49" charset="-122"/>
                <a:cs typeface="Arial" panose="020B0604020202020204" pitchFamily="34" charset="0"/>
              </a:rPr>
              <a:t>2</a:t>
            </a:r>
            <a:r>
              <a:rPr kumimoji="1" lang="zh-CN" altLang="en-US" sz="2400">
                <a:latin typeface="Arial" panose="020B0604020202020204" pitchFamily="34" charset="0"/>
                <a:ea typeface="楷体" panose="02010609060101010101" pitchFamily="49" charset="-122"/>
                <a:cs typeface="Arial" panose="020B0604020202020204" pitchFamily="34" charset="0"/>
              </a:rPr>
              <a:t>由实验求得，且规定</a:t>
            </a:r>
            <a:r>
              <a:rPr kumimoji="1" lang="en-US" altLang="zh-CN" sz="2400">
                <a:latin typeface="Arial" panose="020B0604020202020204" pitchFamily="34" charset="0"/>
                <a:ea typeface="楷体" panose="02010609060101010101" pitchFamily="49" charset="-122"/>
                <a:cs typeface="Arial" panose="020B0604020202020204" pitchFamily="34" charset="0"/>
              </a:rPr>
              <a:t>St</a:t>
            </a:r>
            <a:r>
              <a:rPr kumimoji="1" lang="zh-CN" altLang="en-US" sz="2400">
                <a:latin typeface="Arial" panose="020B0604020202020204" pitchFamily="34" charset="0"/>
                <a:ea typeface="楷体" panose="02010609060101010101" pitchFamily="49" charset="-122"/>
                <a:cs typeface="Arial" panose="020B0604020202020204" pitchFamily="34" charset="0"/>
              </a:rPr>
              <a:t>的</a:t>
            </a:r>
            <a:r>
              <a:rPr kumimoji="1" lang="en-US" altLang="zh-CN" sz="2400">
                <a:latin typeface="Arial" panose="020B0604020202020204" pitchFamily="34" charset="0"/>
                <a:ea typeface="楷体" panose="02010609060101010101" pitchFamily="49" charset="-122"/>
                <a:cs typeface="Arial" panose="020B0604020202020204" pitchFamily="34" charset="0"/>
              </a:rPr>
              <a:t>Q=1.0，e= -0.8，</a:t>
            </a:r>
            <a:r>
              <a:rPr kumimoji="1" lang="zh-CN" altLang="en-US" sz="2400">
                <a:latin typeface="Arial" panose="020B0604020202020204" pitchFamily="34" charset="0"/>
                <a:ea typeface="楷体" panose="02010609060101010101" pitchFamily="49" charset="-122"/>
                <a:cs typeface="Arial" panose="020B0604020202020204" pitchFamily="34" charset="0"/>
              </a:rPr>
              <a:t>由此可求得各单体的</a:t>
            </a:r>
            <a:r>
              <a:rPr kumimoji="1" lang="en-US" altLang="zh-CN" sz="2400">
                <a:latin typeface="Arial" panose="020B0604020202020204" pitchFamily="34" charset="0"/>
                <a:ea typeface="楷体" panose="02010609060101010101" pitchFamily="49" charset="-122"/>
                <a:cs typeface="Arial" panose="020B0604020202020204" pitchFamily="34" charset="0"/>
              </a:rPr>
              <a:t>Q、e</a:t>
            </a:r>
            <a:r>
              <a:rPr kumimoji="1" lang="zh-CN" altLang="en-US" sz="2400">
                <a:latin typeface="Arial" panose="020B0604020202020204" pitchFamily="34" charset="0"/>
                <a:ea typeface="楷体" panose="02010609060101010101" pitchFamily="49" charset="-122"/>
                <a:cs typeface="Arial" panose="020B0604020202020204" pitchFamily="34" charset="0"/>
              </a:rPr>
              <a:t>值。</a:t>
            </a:r>
          </a:p>
        </p:txBody>
      </p:sp>
      <p:sp>
        <p:nvSpPr>
          <p:cNvPr id="3" name="箭头: 虚尾 2">
            <a:extLst>
              <a:ext uri="{FF2B5EF4-FFF2-40B4-BE49-F238E27FC236}">
                <a16:creationId xmlns:a16="http://schemas.microsoft.com/office/drawing/2014/main" id="{5B0C3EF4-AA3F-4423-AD2C-A6681D893F1A}"/>
              </a:ext>
            </a:extLst>
          </p:cNvPr>
          <p:cNvSpPr/>
          <p:nvPr/>
        </p:nvSpPr>
        <p:spPr>
          <a:xfrm>
            <a:off x="2025650" y="2354263"/>
            <a:ext cx="1047750" cy="584200"/>
          </a:xfrm>
          <a:prstGeom prst="stripedRightArrow">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transition spd="slow"/>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1010"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121E6CE7-DCBA-4E3C-BE79-D362EF8BD158}"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65</a:t>
            </a:fld>
            <a:endParaRPr lang="en-US" altLang="zh-CN" sz="1400">
              <a:latin typeface="Times New Roman" panose="02020603050405020304" pitchFamily="18" charset="0"/>
              <a:ea typeface="宋体" panose="02010600030101010101" pitchFamily="2" charset="-122"/>
            </a:endParaRPr>
          </a:p>
        </p:txBody>
      </p:sp>
      <p:sp>
        <p:nvSpPr>
          <p:cNvPr id="171011" name="Text Box 2"/>
          <p:cNvSpPr txBox="1">
            <a:spLocks noChangeArrowheads="1"/>
          </p:cNvSpPr>
          <p:nvPr/>
        </p:nvSpPr>
        <p:spPr bwMode="auto">
          <a:xfrm>
            <a:off x="755650" y="1074738"/>
            <a:ext cx="7991475" cy="2468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5000"/>
              </a:lnSpc>
              <a:spcBef>
                <a:spcPct val="50000"/>
              </a:spcBef>
              <a:buClr>
                <a:srgbClr val="FF0000"/>
              </a:buClr>
              <a:buFont typeface="Wingdings" panose="05000000000000000000" pitchFamily="2" charset="2"/>
              <a:buChar char="n"/>
            </a:pPr>
            <a:r>
              <a:rPr kumimoji="1" lang="zh-CN" altLang="en-US" sz="2400">
                <a:latin typeface="Arial" panose="020B0604020202020204" pitchFamily="34" charset="0"/>
                <a:ea typeface="楷体" panose="02010609060101010101" pitchFamily="49" charset="-122"/>
                <a:cs typeface="Arial" panose="020B0604020202020204" pitchFamily="34" charset="0"/>
              </a:rPr>
              <a:t> 预测单体竞聚率与计算单体的</a:t>
            </a:r>
            <a:r>
              <a:rPr kumimoji="1" lang="en-US" altLang="zh-CN" sz="2400">
                <a:latin typeface="Arial" panose="020B0604020202020204" pitchFamily="34" charset="0"/>
                <a:ea typeface="楷体" panose="02010609060101010101" pitchFamily="49" charset="-122"/>
                <a:cs typeface="Arial" panose="020B0604020202020204" pitchFamily="34" charset="0"/>
              </a:rPr>
              <a:t>Q-e</a:t>
            </a:r>
            <a:r>
              <a:rPr kumimoji="1" lang="zh-CN" altLang="en-US" sz="2400">
                <a:latin typeface="Arial" panose="020B0604020202020204" pitchFamily="34" charset="0"/>
                <a:ea typeface="楷体" panose="02010609060101010101" pitchFamily="49" charset="-122"/>
                <a:cs typeface="Arial" panose="020B0604020202020204" pitchFamily="34" charset="0"/>
              </a:rPr>
              <a:t>值；</a:t>
            </a:r>
          </a:p>
          <a:p>
            <a:pPr algn="just" eaLnBrk="1" hangingPunct="1">
              <a:lnSpc>
                <a:spcPct val="125000"/>
              </a:lnSpc>
              <a:spcBef>
                <a:spcPct val="50000"/>
              </a:spcBef>
              <a:buClr>
                <a:srgbClr val="FF0000"/>
              </a:buClr>
              <a:buFont typeface="Wingdings" panose="05000000000000000000" pitchFamily="2" charset="2"/>
              <a:buChar char="n"/>
            </a:pPr>
            <a:r>
              <a:rPr kumimoji="1" lang="zh-CN" altLang="en-US" sz="2400">
                <a:latin typeface="Arial" panose="020B0604020202020204" pitchFamily="34" charset="0"/>
                <a:ea typeface="楷体" panose="02010609060101010101" pitchFamily="49" charset="-122"/>
                <a:cs typeface="Arial" panose="020B0604020202020204" pitchFamily="34" charset="0"/>
              </a:rPr>
              <a:t> 比较单体活性：</a:t>
            </a:r>
            <a:r>
              <a:rPr kumimoji="1" lang="en-US" altLang="zh-CN" sz="2400">
                <a:latin typeface="Arial" panose="020B0604020202020204" pitchFamily="34" charset="0"/>
                <a:ea typeface="楷体" panose="02010609060101010101" pitchFamily="49" charset="-122"/>
                <a:cs typeface="Arial" panose="020B0604020202020204" pitchFamily="34" charset="0"/>
              </a:rPr>
              <a:t>Q</a:t>
            </a:r>
            <a:r>
              <a:rPr kumimoji="1" lang="zh-CN" altLang="en-US" sz="2400">
                <a:latin typeface="Arial" panose="020B0604020202020204" pitchFamily="34" charset="0"/>
                <a:ea typeface="楷体" panose="02010609060101010101" pitchFamily="49" charset="-122"/>
                <a:cs typeface="Arial" panose="020B0604020202020204" pitchFamily="34" charset="0"/>
              </a:rPr>
              <a:t>值大，单体活性大；</a:t>
            </a:r>
          </a:p>
          <a:p>
            <a:pPr algn="just" eaLnBrk="1" hangingPunct="1">
              <a:lnSpc>
                <a:spcPct val="125000"/>
              </a:lnSpc>
              <a:spcBef>
                <a:spcPct val="50000"/>
              </a:spcBef>
              <a:buClr>
                <a:srgbClr val="FF0000"/>
              </a:buClr>
              <a:buFont typeface="Wingdings" panose="05000000000000000000" pitchFamily="2" charset="2"/>
              <a:buChar char="n"/>
            </a:pPr>
            <a:r>
              <a:rPr kumimoji="1" lang="zh-CN" altLang="en-US" sz="2400">
                <a:latin typeface="Arial" panose="020B0604020202020204" pitchFamily="34" charset="0"/>
                <a:ea typeface="楷体" panose="02010609060101010101" pitchFamily="49" charset="-122"/>
                <a:cs typeface="Arial" panose="020B0604020202020204" pitchFamily="34" charset="0"/>
              </a:rPr>
              <a:t> 比较单体极性：</a:t>
            </a:r>
            <a:r>
              <a:rPr kumimoji="1" lang="en-US" altLang="zh-CN" sz="2400">
                <a:latin typeface="Arial" panose="020B0604020202020204" pitchFamily="34" charset="0"/>
                <a:ea typeface="楷体" panose="02010609060101010101" pitchFamily="49" charset="-122"/>
                <a:cs typeface="Arial" panose="020B0604020202020204" pitchFamily="34" charset="0"/>
              </a:rPr>
              <a:t>e&lt;0：</a:t>
            </a:r>
            <a:r>
              <a:rPr kumimoji="1" lang="zh-CN" altLang="en-US" sz="2400">
                <a:latin typeface="Arial" panose="020B0604020202020204" pitchFamily="34" charset="0"/>
                <a:ea typeface="楷体" panose="02010609060101010101" pitchFamily="49" charset="-122"/>
                <a:cs typeface="Arial" panose="020B0604020202020204" pitchFamily="34" charset="0"/>
              </a:rPr>
              <a:t>供电子基团；</a:t>
            </a:r>
            <a:r>
              <a:rPr kumimoji="1" lang="en-US" altLang="zh-CN" sz="2400">
                <a:latin typeface="Arial" panose="020B0604020202020204" pitchFamily="34" charset="0"/>
                <a:ea typeface="楷体" panose="02010609060101010101" pitchFamily="49" charset="-122"/>
                <a:cs typeface="Arial" panose="020B0604020202020204" pitchFamily="34" charset="0"/>
              </a:rPr>
              <a:t>e&gt;0：</a:t>
            </a:r>
            <a:r>
              <a:rPr kumimoji="1" lang="zh-CN" altLang="en-US" sz="2400">
                <a:latin typeface="Arial" panose="020B0604020202020204" pitchFamily="34" charset="0"/>
                <a:ea typeface="楷体" panose="02010609060101010101" pitchFamily="49" charset="-122"/>
                <a:cs typeface="Arial" panose="020B0604020202020204" pitchFamily="34" charset="0"/>
              </a:rPr>
              <a:t>吸电子基团；</a:t>
            </a:r>
          </a:p>
          <a:p>
            <a:pPr algn="just" eaLnBrk="1" hangingPunct="1">
              <a:lnSpc>
                <a:spcPct val="125000"/>
              </a:lnSpc>
              <a:spcBef>
                <a:spcPct val="50000"/>
              </a:spcBef>
              <a:buClr>
                <a:srgbClr val="FF0000"/>
              </a:buClr>
              <a:buFont typeface="Wingdings" panose="05000000000000000000" pitchFamily="2" charset="2"/>
              <a:buChar char="n"/>
            </a:pPr>
            <a:r>
              <a:rPr kumimoji="1" lang="zh-CN" altLang="en-US" sz="2400">
                <a:latin typeface="Arial" panose="020B0604020202020204" pitchFamily="34" charset="0"/>
                <a:ea typeface="楷体" panose="02010609060101010101" pitchFamily="49" charset="-122"/>
                <a:cs typeface="Arial" panose="020B0604020202020204" pitchFamily="34" charset="0"/>
              </a:rPr>
              <a:t> 根据</a:t>
            </a:r>
            <a:r>
              <a:rPr kumimoji="1" lang="en-US" altLang="zh-CN" sz="2400">
                <a:latin typeface="Arial" panose="020B0604020202020204" pitchFamily="34" charset="0"/>
                <a:ea typeface="楷体" panose="02010609060101010101" pitchFamily="49" charset="-122"/>
                <a:cs typeface="Arial" panose="020B0604020202020204" pitchFamily="34" charset="0"/>
              </a:rPr>
              <a:t>Q-e</a:t>
            </a:r>
            <a:r>
              <a:rPr kumimoji="1" lang="zh-CN" altLang="en-US" sz="2400">
                <a:latin typeface="Arial" panose="020B0604020202020204" pitchFamily="34" charset="0"/>
                <a:ea typeface="楷体" panose="02010609060101010101" pitchFamily="49" charset="-122"/>
                <a:cs typeface="Arial" panose="020B0604020202020204" pitchFamily="34" charset="0"/>
              </a:rPr>
              <a:t>值判别共聚行为：</a:t>
            </a:r>
          </a:p>
        </p:txBody>
      </p:sp>
      <p:sp>
        <p:nvSpPr>
          <p:cNvPr id="171012" name="Rectangle 3"/>
          <p:cNvSpPr>
            <a:spLocks noChangeArrowheads="1"/>
          </p:cNvSpPr>
          <p:nvPr/>
        </p:nvSpPr>
        <p:spPr bwMode="auto">
          <a:xfrm>
            <a:off x="395288" y="322263"/>
            <a:ext cx="3581400"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FontTx/>
              <a:buNone/>
            </a:pPr>
            <a:r>
              <a:rPr kumimoji="1" lang="zh-CN" altLang="en-US" sz="2400" b="1">
                <a:latin typeface="Arial" panose="020B0604020202020204" pitchFamily="34" charset="0"/>
                <a:ea typeface="楷体" panose="02010609060101010101" pitchFamily="49" charset="-122"/>
                <a:cs typeface="Arial" panose="020B0604020202020204" pitchFamily="34" charset="0"/>
              </a:rPr>
              <a:t>2</a:t>
            </a:r>
            <a:r>
              <a:rPr kumimoji="1" lang="en-US" altLang="zh-CN" sz="2400" b="1">
                <a:latin typeface="Arial" panose="020B0604020202020204" pitchFamily="34" charset="0"/>
                <a:ea typeface="楷体" panose="02010609060101010101" pitchFamily="49" charset="-122"/>
                <a:cs typeface="Arial" panose="020B0604020202020204" pitchFamily="34" charset="0"/>
              </a:rPr>
              <a:t>) Q-e</a:t>
            </a:r>
            <a:r>
              <a:rPr kumimoji="1" lang="zh-CN" altLang="en-US" sz="2400" b="1">
                <a:latin typeface="Arial" panose="020B0604020202020204" pitchFamily="34" charset="0"/>
                <a:ea typeface="楷体" panose="02010609060101010101" pitchFamily="49" charset="-122"/>
                <a:cs typeface="Arial" panose="020B0604020202020204" pitchFamily="34" charset="0"/>
              </a:rPr>
              <a:t>方程的作用</a:t>
            </a:r>
          </a:p>
        </p:txBody>
      </p:sp>
      <p:sp>
        <p:nvSpPr>
          <p:cNvPr id="171013" name="Rectangle 4"/>
          <p:cNvSpPr>
            <a:spLocks noChangeArrowheads="1"/>
          </p:cNvSpPr>
          <p:nvPr/>
        </p:nvSpPr>
        <p:spPr bwMode="auto">
          <a:xfrm>
            <a:off x="1187450" y="3641725"/>
            <a:ext cx="6408738"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Clr>
                <a:srgbClr val="00B050"/>
              </a:buClr>
              <a:buFont typeface="Wingdings" panose="05000000000000000000" pitchFamily="2" charset="2"/>
              <a:buChar char="u"/>
            </a:pPr>
            <a:r>
              <a:rPr kumimoji="1" lang="zh-CN" altLang="en-US" sz="2400">
                <a:latin typeface="Arial" panose="020B0604020202020204" pitchFamily="34" charset="0"/>
                <a:ea typeface="楷体" panose="02010609060101010101" pitchFamily="49" charset="-122"/>
                <a:cs typeface="Arial" panose="020B0604020202020204" pitchFamily="34" charset="0"/>
              </a:rPr>
              <a:t> </a:t>
            </a:r>
            <a:r>
              <a:rPr kumimoji="1" lang="en-US" altLang="zh-CN" sz="2400">
                <a:latin typeface="Arial" panose="020B0604020202020204" pitchFamily="34" charset="0"/>
                <a:ea typeface="楷体" panose="02010609060101010101" pitchFamily="49" charset="-122"/>
                <a:cs typeface="Arial" panose="020B0604020202020204" pitchFamily="34" charset="0"/>
              </a:rPr>
              <a:t>Q</a:t>
            </a:r>
            <a:r>
              <a:rPr kumimoji="1" lang="zh-CN" altLang="en-US" sz="2400">
                <a:latin typeface="Arial" panose="020B0604020202020204" pitchFamily="34" charset="0"/>
                <a:ea typeface="楷体" panose="02010609060101010101" pitchFamily="49" charset="-122"/>
                <a:cs typeface="Arial" panose="020B0604020202020204" pitchFamily="34" charset="0"/>
              </a:rPr>
              <a:t>值差别大，难共聚。</a:t>
            </a:r>
          </a:p>
          <a:p>
            <a:pPr eaLnBrk="1" hangingPunct="1">
              <a:lnSpc>
                <a:spcPct val="125000"/>
              </a:lnSpc>
              <a:spcBef>
                <a:spcPct val="50000"/>
              </a:spcBef>
              <a:buClr>
                <a:srgbClr val="00B050"/>
              </a:buClr>
              <a:buFont typeface="Wingdings" panose="05000000000000000000" pitchFamily="2" charset="2"/>
              <a:buChar char="u"/>
            </a:pPr>
            <a:r>
              <a:rPr kumimoji="1" lang="en-US" altLang="zh-CN" sz="2400">
                <a:latin typeface="Arial" panose="020B0604020202020204" pitchFamily="34" charset="0"/>
                <a:ea typeface="楷体" panose="02010609060101010101" pitchFamily="49" charset="-122"/>
                <a:cs typeface="Arial" panose="020B0604020202020204" pitchFamily="34" charset="0"/>
              </a:rPr>
              <a:t> Q、e </a:t>
            </a:r>
            <a:r>
              <a:rPr kumimoji="1" lang="zh-CN" altLang="en-US" sz="2400">
                <a:latin typeface="Arial" panose="020B0604020202020204" pitchFamily="34" charset="0"/>
                <a:ea typeface="楷体" panose="02010609060101010101" pitchFamily="49" charset="-122"/>
                <a:cs typeface="Arial" panose="020B0604020202020204" pitchFamily="34" charset="0"/>
              </a:rPr>
              <a:t>值相近的单体易共聚，为理想共聚。</a:t>
            </a:r>
          </a:p>
          <a:p>
            <a:pPr eaLnBrk="1" hangingPunct="1">
              <a:lnSpc>
                <a:spcPct val="125000"/>
              </a:lnSpc>
              <a:spcBef>
                <a:spcPct val="50000"/>
              </a:spcBef>
              <a:buClr>
                <a:srgbClr val="00B050"/>
              </a:buClr>
              <a:buFont typeface="Wingdings" panose="05000000000000000000" pitchFamily="2" charset="2"/>
              <a:buChar char="u"/>
            </a:pPr>
            <a:r>
              <a:rPr kumimoji="1" lang="zh-CN" altLang="en-US" sz="2400">
                <a:latin typeface="Arial" panose="020B0604020202020204" pitchFamily="34" charset="0"/>
                <a:ea typeface="楷体" panose="02010609060101010101" pitchFamily="49" charset="-122"/>
                <a:cs typeface="Arial" panose="020B0604020202020204" pitchFamily="34" charset="0"/>
              </a:rPr>
              <a:t> </a:t>
            </a:r>
            <a:r>
              <a:rPr kumimoji="1" lang="en-US" altLang="zh-CN" sz="2400">
                <a:latin typeface="Arial" panose="020B0604020202020204" pitchFamily="34" charset="0"/>
                <a:ea typeface="楷体" panose="02010609060101010101" pitchFamily="49" charset="-122"/>
                <a:cs typeface="Arial" panose="020B0604020202020204" pitchFamily="34" charset="0"/>
              </a:rPr>
              <a:t>e </a:t>
            </a:r>
            <a:r>
              <a:rPr kumimoji="1" lang="zh-CN" altLang="en-US" sz="2400">
                <a:latin typeface="Arial" panose="020B0604020202020204" pitchFamily="34" charset="0"/>
                <a:ea typeface="楷体" panose="02010609060101010101" pitchFamily="49" charset="-122"/>
                <a:cs typeface="Arial" panose="020B0604020202020204" pitchFamily="34" charset="0"/>
              </a:rPr>
              <a:t>值相差大的单体易交替共聚。</a:t>
            </a:r>
          </a:p>
        </p:txBody>
      </p:sp>
    </p:spTree>
  </p:cSld>
  <p:clrMapOvr>
    <a:masterClrMapping/>
  </p:clrMapOvr>
  <p:transition spd="slow"/>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47270F4-994B-43A8-878E-E17A10D997E8}"/>
              </a:ext>
            </a:extLst>
          </p:cNvPr>
          <p:cNvSpPr>
            <a:spLocks noGrp="1"/>
          </p:cNvSpPr>
          <p:nvPr>
            <p:ph type="sldNum" sz="quarter" idx="12"/>
          </p:nvPr>
        </p:nvSpPr>
        <p:spPr/>
        <p:txBody>
          <a:bodyPr/>
          <a:lstStyle/>
          <a:p>
            <a:pPr>
              <a:defRPr/>
            </a:pPr>
            <a:fld id="{11E9A41B-7DCD-4775-B154-B9B5AC3EA010}" type="slidenum">
              <a:rPr lang="zh-CN" altLang="en-US" smtClean="0"/>
              <a:pPr>
                <a:defRPr/>
              </a:pPr>
              <a:t>66</a:t>
            </a:fld>
            <a:endParaRPr lang="en-US" altLang="zh-CN"/>
          </a:p>
        </p:txBody>
      </p:sp>
      <p:pic>
        <p:nvPicPr>
          <p:cNvPr id="172035" name="图片 3"/>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2600" y="334963"/>
            <a:ext cx="8027988" cy="602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3058"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1E2583A8-85CC-4E5D-AAD4-3CF46EF070D8}"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67</a:t>
            </a:fld>
            <a:endParaRPr lang="en-US" altLang="zh-CN" sz="1400">
              <a:latin typeface="Times New Roman" panose="02020603050405020304" pitchFamily="18" charset="0"/>
              <a:ea typeface="宋体" panose="02010600030101010101" pitchFamily="2" charset="-122"/>
            </a:endParaRPr>
          </a:p>
        </p:txBody>
      </p:sp>
      <p:sp>
        <p:nvSpPr>
          <p:cNvPr id="173059" name="Rectangle 2"/>
          <p:cNvSpPr>
            <a:spLocks noChangeArrowheads="1"/>
          </p:cNvSpPr>
          <p:nvPr/>
        </p:nvSpPr>
        <p:spPr bwMode="auto">
          <a:xfrm>
            <a:off x="395288" y="447675"/>
            <a:ext cx="5764212"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kumimoji="1" lang="zh-CN" altLang="en-US" sz="2400" b="1">
                <a:latin typeface="Arial" panose="020B0604020202020204" pitchFamily="34" charset="0"/>
                <a:ea typeface="楷体" panose="02010609060101010101" pitchFamily="49" charset="-122"/>
                <a:cs typeface="Arial" panose="020B0604020202020204" pitchFamily="34" charset="0"/>
              </a:rPr>
              <a:t>4.</a:t>
            </a:r>
            <a:r>
              <a:rPr kumimoji="1" lang="en-US" altLang="zh-CN" sz="2400" b="1">
                <a:latin typeface="Arial" panose="020B0604020202020204" pitchFamily="34" charset="0"/>
                <a:ea typeface="楷体" panose="02010609060101010101" pitchFamily="49" charset="-122"/>
                <a:cs typeface="Arial" panose="020B0604020202020204" pitchFamily="34" charset="0"/>
              </a:rPr>
              <a:t>10</a:t>
            </a:r>
            <a:r>
              <a:rPr kumimoji="1" lang="zh-CN" altLang="en-US" sz="2400" b="1">
                <a:latin typeface="Arial" panose="020B0604020202020204" pitchFamily="34" charset="0"/>
                <a:ea typeface="楷体" panose="02010609060101010101" pitchFamily="49" charset="-122"/>
                <a:cs typeface="Arial" panose="020B0604020202020204" pitchFamily="34" charset="0"/>
              </a:rPr>
              <a:t> 共聚速率</a:t>
            </a:r>
            <a:r>
              <a:rPr kumimoji="1" lang="en-US" altLang="zh-CN" sz="2400">
                <a:latin typeface="Arial" panose="020B0604020202020204" pitchFamily="34" charset="0"/>
                <a:ea typeface="楷体" panose="02010609060101010101" pitchFamily="49" charset="-122"/>
                <a:cs typeface="Arial" panose="020B0604020202020204" pitchFamily="34" charset="0"/>
              </a:rPr>
              <a:t>(Rate of Copolymerization)</a:t>
            </a:r>
          </a:p>
        </p:txBody>
      </p:sp>
      <p:sp>
        <p:nvSpPr>
          <p:cNvPr id="173060" name="Text Box 3"/>
          <p:cNvSpPr txBox="1">
            <a:spLocks noChangeArrowheads="1"/>
          </p:cNvSpPr>
          <p:nvPr/>
        </p:nvSpPr>
        <p:spPr bwMode="auto">
          <a:xfrm>
            <a:off x="409575" y="1217613"/>
            <a:ext cx="4038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zh-CN" altLang="en-US" sz="2400" b="1">
                <a:latin typeface="楷体" panose="02010609060101010101" pitchFamily="49" charset="-122"/>
                <a:ea typeface="楷体" panose="02010609060101010101" pitchFamily="49" charset="-122"/>
              </a:rPr>
              <a:t>1</a:t>
            </a:r>
            <a:r>
              <a:rPr lang="en-US" altLang="zh-CN" sz="2400" b="1">
                <a:latin typeface="楷体" panose="02010609060101010101" pitchFamily="49" charset="-122"/>
                <a:ea typeface="楷体" panose="02010609060101010101" pitchFamily="49" charset="-122"/>
              </a:rPr>
              <a:t>) </a:t>
            </a:r>
            <a:r>
              <a:rPr lang="zh-CN" altLang="en-US" sz="2400" b="1">
                <a:latin typeface="楷体" panose="02010609060101010101" pitchFamily="49" charset="-122"/>
                <a:ea typeface="楷体" panose="02010609060101010101" pitchFamily="49" charset="-122"/>
              </a:rPr>
              <a:t>化学控制终止 </a:t>
            </a:r>
          </a:p>
        </p:txBody>
      </p:sp>
      <p:graphicFrame>
        <p:nvGraphicFramePr>
          <p:cNvPr id="173061" name="Object 4"/>
          <p:cNvGraphicFramePr>
            <a:graphicFrameLocks noChangeAspect="1"/>
          </p:cNvGraphicFramePr>
          <p:nvPr/>
        </p:nvGraphicFramePr>
        <p:xfrm>
          <a:off x="514350" y="1806575"/>
          <a:ext cx="8001000" cy="998538"/>
        </p:xfrm>
        <a:graphic>
          <a:graphicData uri="http://schemas.openxmlformats.org/presentationml/2006/ole">
            <mc:AlternateContent xmlns:mc="http://schemas.openxmlformats.org/markup-compatibility/2006">
              <mc:Choice xmlns:v="urn:schemas-microsoft-com:vml" Requires="v">
                <p:oleObj spid="_x0000_s173140" name="公式" r:id="rId4" imgW="3657600" imgH="457200" progId="Equation.3">
                  <p:embed/>
                </p:oleObj>
              </mc:Choice>
              <mc:Fallback>
                <p:oleObj name="公式" r:id="rId4" imgW="3657600" imgH="4572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4350" y="1806575"/>
                        <a:ext cx="8001000" cy="99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3062" name="Object 6"/>
          <p:cNvGraphicFramePr>
            <a:graphicFrameLocks noChangeAspect="1"/>
          </p:cNvGraphicFramePr>
          <p:nvPr/>
        </p:nvGraphicFramePr>
        <p:xfrm>
          <a:off x="1547813" y="3133725"/>
          <a:ext cx="7239000" cy="965200"/>
        </p:xfrm>
        <a:graphic>
          <a:graphicData uri="http://schemas.openxmlformats.org/presentationml/2006/ole">
            <mc:AlternateContent xmlns:mc="http://schemas.openxmlformats.org/markup-compatibility/2006">
              <mc:Choice xmlns:v="urn:schemas-microsoft-com:vml" Requires="v">
                <p:oleObj spid="_x0000_s173141" r:id="rId6" imgW="3860800" imgH="520700" progId="Equation.3">
                  <p:embed/>
                </p:oleObj>
              </mc:Choice>
              <mc:Fallback>
                <p:oleObj r:id="rId6" imgW="3860800" imgH="520700"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47813" y="3133725"/>
                        <a:ext cx="7239000" cy="96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3063" name="Text Box 2"/>
          <p:cNvSpPr txBox="1">
            <a:spLocks noChangeArrowheads="1"/>
          </p:cNvSpPr>
          <p:nvPr/>
        </p:nvSpPr>
        <p:spPr bwMode="auto">
          <a:xfrm>
            <a:off x="492125" y="4376738"/>
            <a:ext cx="3124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zh-CN" altLang="en-US" sz="2400" b="1">
                <a:latin typeface="Arial" panose="020B0604020202020204" pitchFamily="34" charset="0"/>
                <a:ea typeface="楷体" panose="02010609060101010101" pitchFamily="49" charset="-122"/>
                <a:cs typeface="Arial" panose="020B0604020202020204" pitchFamily="34" charset="0"/>
              </a:rPr>
              <a:t>2</a:t>
            </a:r>
            <a:r>
              <a:rPr lang="en-US" altLang="zh-CN" sz="2400" b="1">
                <a:latin typeface="Arial" panose="020B0604020202020204" pitchFamily="34" charset="0"/>
                <a:ea typeface="楷体" panose="02010609060101010101" pitchFamily="49" charset="-122"/>
                <a:cs typeface="Arial" panose="020B0604020202020204" pitchFamily="34" charset="0"/>
              </a:rPr>
              <a:t>) </a:t>
            </a:r>
            <a:r>
              <a:rPr lang="zh-CN" altLang="en-US" sz="2400" b="1">
                <a:latin typeface="Arial" panose="020B0604020202020204" pitchFamily="34" charset="0"/>
                <a:ea typeface="楷体" panose="02010609060101010101" pitchFamily="49" charset="-122"/>
                <a:cs typeface="Arial" panose="020B0604020202020204" pitchFamily="34" charset="0"/>
              </a:rPr>
              <a:t>扩散控制终止 </a:t>
            </a:r>
          </a:p>
        </p:txBody>
      </p:sp>
      <p:graphicFrame>
        <p:nvGraphicFramePr>
          <p:cNvPr id="173064" name="Object 3"/>
          <p:cNvGraphicFramePr>
            <a:graphicFrameLocks noChangeAspect="1"/>
          </p:cNvGraphicFramePr>
          <p:nvPr/>
        </p:nvGraphicFramePr>
        <p:xfrm>
          <a:off x="492125" y="4999038"/>
          <a:ext cx="6230938" cy="1539875"/>
        </p:xfrm>
        <a:graphic>
          <a:graphicData uri="http://schemas.openxmlformats.org/presentationml/2006/ole">
            <mc:AlternateContent xmlns:mc="http://schemas.openxmlformats.org/markup-compatibility/2006">
              <mc:Choice xmlns:v="urn:schemas-microsoft-com:vml" Requires="v">
                <p:oleObj spid="_x0000_s173142" name="公式" r:id="rId8" imgW="2654300" imgH="660400" progId="Equation.3">
                  <p:embed/>
                </p:oleObj>
              </mc:Choice>
              <mc:Fallback>
                <p:oleObj name="公式" r:id="rId8" imgW="2654300" imgH="660400" progId="Equation.3">
                  <p:embed/>
                  <p:pic>
                    <p:nvPicPr>
                      <p:cNvPr id="0" name="Object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2125" y="4999038"/>
                        <a:ext cx="6230938" cy="153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5106" name="灯片编号占位符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A11BB216-A17D-43F4-AF6C-92DCDCB432A7}"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68</a:t>
            </a:fld>
            <a:endParaRPr lang="en-US" altLang="zh-CN" sz="1400">
              <a:latin typeface="Times New Roman" panose="02020603050405020304" pitchFamily="18" charset="0"/>
              <a:ea typeface="宋体" panose="02010600030101010101" pitchFamily="2" charset="-122"/>
            </a:endParaRPr>
          </a:p>
        </p:txBody>
      </p:sp>
      <p:sp>
        <p:nvSpPr>
          <p:cNvPr id="286722" name="Rectangle 2">
            <a:extLst>
              <a:ext uri="{FF2B5EF4-FFF2-40B4-BE49-F238E27FC236}">
                <a16:creationId xmlns:a16="http://schemas.microsoft.com/office/drawing/2014/main" id="{5729BD48-4313-4153-98B7-A95BAF9D36B2}"/>
              </a:ext>
            </a:extLst>
          </p:cNvPr>
          <p:cNvSpPr>
            <a:spLocks noChangeArrowheads="1"/>
          </p:cNvSpPr>
          <p:nvPr/>
        </p:nvSpPr>
        <p:spPr bwMode="auto">
          <a:xfrm>
            <a:off x="468313" y="1403350"/>
            <a:ext cx="7272337" cy="2362200"/>
          </a:xfrm>
          <a:prstGeom prst="rect">
            <a:avLst/>
          </a:prstGeom>
          <a:noFill/>
          <a:ln w="9525">
            <a:noFill/>
            <a:miter lim="800000"/>
            <a:headEnd/>
            <a:tailEnd/>
          </a:ln>
          <a:effectLst/>
          <a:extLst/>
        </p:spPr>
        <p:txBody>
          <a:bodyPr anchor="ctr"/>
          <a:lstStyle>
            <a:lvl1pPr>
              <a:defRPr sz="24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400">
                <a:solidFill>
                  <a:schemeClr val="tx1"/>
                </a:solidFill>
                <a:latin typeface="Times New Roman" panose="02020603050405020304" pitchFamily="18" charset="0"/>
                <a:ea typeface="宋体" panose="02010600030101010101" pitchFamily="2" charset="-122"/>
              </a:defRPr>
            </a:lvl3pPr>
            <a:lvl4pPr>
              <a:defRPr sz="2400">
                <a:solidFill>
                  <a:schemeClr val="tx1"/>
                </a:solidFill>
                <a:latin typeface="Times New Roman" panose="02020603050405020304" pitchFamily="18" charset="0"/>
                <a:ea typeface="宋体" panose="02010600030101010101" pitchFamily="2" charset="-122"/>
              </a:defRPr>
            </a:lvl4pPr>
            <a:lvl5pPr>
              <a:defRPr sz="2400">
                <a:solidFill>
                  <a:schemeClr val="tx1"/>
                </a:solidFill>
                <a:latin typeface="Times New Roman" panose="02020603050405020304" pitchFamily="18" charset="0"/>
                <a:ea typeface="宋体" panose="02010600030101010101" pitchFamily="2" charset="-122"/>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marL="514350" indent="-514350" eaLnBrk="1" fontAlgn="auto" hangingPunct="1">
              <a:spcBef>
                <a:spcPts val="0"/>
              </a:spcBef>
              <a:spcAft>
                <a:spcPts val="0"/>
              </a:spcAft>
              <a:buFontTx/>
              <a:buAutoNum type="arabicParenR"/>
              <a:defRPr/>
            </a:pPr>
            <a:endParaRPr kumimoji="1" lang="en-US" altLang="zh-CN" sz="2800" dirty="0">
              <a:latin typeface="楷体" panose="02010609060101010101" pitchFamily="49" charset="-122"/>
              <a:ea typeface="楷体" panose="02010609060101010101" pitchFamily="49" charset="-122"/>
            </a:endParaRPr>
          </a:p>
          <a:p>
            <a:pPr eaLnBrk="1" fontAlgn="auto" hangingPunct="1">
              <a:spcBef>
                <a:spcPts val="0"/>
              </a:spcBef>
              <a:spcAft>
                <a:spcPts val="0"/>
              </a:spcAft>
              <a:defRPr/>
            </a:pPr>
            <a:r>
              <a:rPr kumimoji="1" lang="zh-CN" altLang="en-US" sz="2800" dirty="0">
                <a:latin typeface="楷体" panose="02010609060101010101" pitchFamily="49" charset="-122"/>
                <a:ea typeface="楷体" panose="02010609060101010101" pitchFamily="49" charset="-122"/>
              </a:rPr>
              <a:t>资料来源：</a:t>
            </a:r>
            <a:endParaRPr kumimoji="1" lang="en-US" altLang="zh-CN" sz="2800" dirty="0">
              <a:latin typeface="楷体" panose="02010609060101010101" pitchFamily="49" charset="-122"/>
              <a:ea typeface="楷体" panose="02010609060101010101" pitchFamily="49" charset="-122"/>
            </a:endParaRPr>
          </a:p>
          <a:p>
            <a:pPr marL="514350" indent="-514350" eaLnBrk="1" fontAlgn="auto" hangingPunct="1">
              <a:spcBef>
                <a:spcPts val="0"/>
              </a:spcBef>
              <a:spcAft>
                <a:spcPts val="0"/>
              </a:spcAft>
              <a:buFontTx/>
              <a:buAutoNum type="arabicParenR"/>
              <a:defRPr/>
            </a:pPr>
            <a:r>
              <a:rPr kumimoji="1" lang="zh-CN" altLang="en-US" sz="2800" dirty="0">
                <a:latin typeface="楷体" panose="02010609060101010101" pitchFamily="49" charset="-122"/>
                <a:ea typeface="楷体" panose="02010609060101010101" pitchFamily="49" charset="-122"/>
              </a:rPr>
              <a:t>化工系</a:t>
            </a:r>
            <a:r>
              <a:rPr kumimoji="1" lang="en-US" altLang="zh-CN" sz="2800" dirty="0">
                <a:latin typeface="楷体" panose="02010609060101010101" pitchFamily="49" charset="-122"/>
                <a:ea typeface="楷体" panose="02010609060101010101" pitchFamily="49" charset="-122"/>
              </a:rPr>
              <a:t>《</a:t>
            </a:r>
            <a:r>
              <a:rPr kumimoji="1" lang="zh-CN" altLang="en-US" sz="2800" dirty="0">
                <a:latin typeface="楷体" panose="02010609060101010101" pitchFamily="49" charset="-122"/>
                <a:ea typeface="楷体" panose="02010609060101010101" pitchFamily="49" charset="-122"/>
              </a:rPr>
              <a:t>高分子化学</a:t>
            </a:r>
            <a:r>
              <a:rPr kumimoji="1" lang="en-US" altLang="zh-CN" sz="2800" dirty="0">
                <a:latin typeface="楷体" panose="02010609060101010101" pitchFamily="49" charset="-122"/>
                <a:ea typeface="楷体" panose="02010609060101010101" pitchFamily="49" charset="-122"/>
              </a:rPr>
              <a:t>》</a:t>
            </a:r>
            <a:r>
              <a:rPr kumimoji="1" lang="zh-CN" altLang="en-US" sz="2800" dirty="0">
                <a:latin typeface="楷体" panose="02010609060101010101" pitchFamily="49" charset="-122"/>
                <a:ea typeface="楷体" panose="02010609060101010101" pitchFamily="49" charset="-122"/>
              </a:rPr>
              <a:t>国家精品课程</a:t>
            </a:r>
            <a:r>
              <a:rPr kumimoji="1" lang="en-US" altLang="zh-CN" sz="2800" dirty="0">
                <a:latin typeface="楷体" panose="02010609060101010101" pitchFamily="49" charset="-122"/>
                <a:ea typeface="楷体" panose="02010609060101010101" pitchFamily="49" charset="-122"/>
              </a:rPr>
              <a:t>PPT</a:t>
            </a:r>
          </a:p>
          <a:p>
            <a:pPr marL="514350" indent="-514350" eaLnBrk="1" fontAlgn="auto" hangingPunct="1">
              <a:spcBef>
                <a:spcPts val="0"/>
              </a:spcBef>
              <a:spcAft>
                <a:spcPts val="0"/>
              </a:spcAft>
              <a:buFontTx/>
              <a:buAutoNum type="arabicParenR"/>
              <a:defRPr/>
            </a:pPr>
            <a:r>
              <a:rPr kumimoji="1" lang="zh-CN" altLang="en-US" sz="2800" dirty="0">
                <a:latin typeface="楷体" panose="02010609060101010101" pitchFamily="49" charset="-122"/>
                <a:ea typeface="楷体" panose="02010609060101010101" pitchFamily="49" charset="-122"/>
              </a:rPr>
              <a:t>范志强教授</a:t>
            </a:r>
            <a:r>
              <a:rPr kumimoji="1" lang="en-US" altLang="zh-CN" sz="2800" dirty="0">
                <a:latin typeface="楷体" panose="02010609060101010101" pitchFamily="49" charset="-122"/>
                <a:ea typeface="楷体" panose="02010609060101010101" pitchFamily="49" charset="-122"/>
              </a:rPr>
              <a:t>PPT</a:t>
            </a:r>
            <a:r>
              <a:rPr kumimoji="1" lang="zh-CN" altLang="en-US" sz="2800" dirty="0">
                <a:latin typeface="楷体" panose="02010609060101010101" pitchFamily="49" charset="-122"/>
                <a:ea typeface="楷体" panose="02010609060101010101" pitchFamily="49" charset="-122"/>
              </a:rPr>
              <a:t>；</a:t>
            </a:r>
            <a:endParaRPr kumimoji="1" lang="en-US" altLang="zh-CN" sz="2800" dirty="0">
              <a:latin typeface="楷体" panose="02010609060101010101" pitchFamily="49" charset="-122"/>
              <a:ea typeface="楷体" panose="02010609060101010101" pitchFamily="49" charset="-122"/>
            </a:endParaRPr>
          </a:p>
          <a:p>
            <a:pPr marL="514350" indent="-514350" eaLnBrk="1" fontAlgn="auto" hangingPunct="1">
              <a:spcBef>
                <a:spcPts val="0"/>
              </a:spcBef>
              <a:spcAft>
                <a:spcPts val="0"/>
              </a:spcAft>
              <a:buFontTx/>
              <a:buAutoNum type="arabicParenR"/>
              <a:defRPr/>
            </a:pPr>
            <a:r>
              <a:rPr kumimoji="1" lang="zh-CN" altLang="en-US" sz="2800" dirty="0">
                <a:latin typeface="楷体" panose="02010609060101010101" pitchFamily="49" charset="-122"/>
                <a:ea typeface="楷体" panose="02010609060101010101" pitchFamily="49" charset="-122"/>
              </a:rPr>
              <a:t>潘祖仁</a:t>
            </a:r>
            <a:r>
              <a:rPr kumimoji="1" lang="en-US" altLang="zh-CN" sz="2800" dirty="0">
                <a:latin typeface="楷体" panose="02010609060101010101" pitchFamily="49" charset="-122"/>
                <a:ea typeface="楷体" panose="02010609060101010101" pitchFamily="49" charset="-122"/>
              </a:rPr>
              <a:t>《</a:t>
            </a:r>
            <a:r>
              <a:rPr kumimoji="1" lang="zh-CN" altLang="en-US" sz="2800" dirty="0">
                <a:latin typeface="楷体" panose="02010609060101010101" pitchFamily="49" charset="-122"/>
                <a:ea typeface="楷体" panose="02010609060101010101" pitchFamily="49" charset="-122"/>
              </a:rPr>
              <a:t>高分子化学</a:t>
            </a:r>
            <a:r>
              <a:rPr kumimoji="1" lang="en-US" altLang="zh-CN" sz="2800" dirty="0">
                <a:latin typeface="楷体" panose="02010609060101010101" pitchFamily="49" charset="-122"/>
                <a:ea typeface="楷体" panose="02010609060101010101" pitchFamily="49" charset="-122"/>
              </a:rPr>
              <a:t>》</a:t>
            </a:r>
            <a:r>
              <a:rPr kumimoji="1" lang="zh-CN" altLang="en-US" sz="2800" dirty="0">
                <a:latin typeface="楷体" panose="02010609060101010101" pitchFamily="49" charset="-122"/>
                <a:ea typeface="楷体" panose="02010609060101010101" pitchFamily="49" charset="-122"/>
              </a:rPr>
              <a:t>增强版和第四版</a:t>
            </a:r>
            <a:endParaRPr kumimoji="1" lang="en-US" altLang="zh-CN" sz="2800" dirty="0">
              <a:latin typeface="楷体" panose="02010609060101010101" pitchFamily="49" charset="-122"/>
              <a:ea typeface="楷体" panose="02010609060101010101" pitchFamily="49" charset="-122"/>
            </a:endParaRPr>
          </a:p>
          <a:p>
            <a:pPr marL="514350" indent="-514350" eaLnBrk="1" fontAlgn="auto" hangingPunct="1">
              <a:spcBef>
                <a:spcPts val="0"/>
              </a:spcBef>
              <a:spcAft>
                <a:spcPts val="0"/>
              </a:spcAft>
              <a:buFontTx/>
              <a:buAutoNum type="arabicParenR"/>
              <a:defRPr/>
            </a:pPr>
            <a:r>
              <a:rPr kumimoji="1" lang="zh-CN" altLang="en-US" sz="2800" dirty="0">
                <a:latin typeface="楷体" panose="02010609060101010101" pitchFamily="49" charset="-122"/>
                <a:ea typeface="楷体" panose="02010609060101010101" pitchFamily="49" charset="-122"/>
              </a:rPr>
              <a:t>贾红兵</a:t>
            </a:r>
            <a:r>
              <a:rPr kumimoji="1" lang="en-US" altLang="zh-CN" sz="2800" dirty="0">
                <a:latin typeface="楷体" panose="02010609060101010101" pitchFamily="49" charset="-122"/>
                <a:ea typeface="楷体" panose="02010609060101010101" pitchFamily="49" charset="-122"/>
              </a:rPr>
              <a:t>《</a:t>
            </a:r>
            <a:r>
              <a:rPr kumimoji="1" lang="zh-CN" altLang="en-US" sz="2800" dirty="0">
                <a:latin typeface="楷体" panose="02010609060101010101" pitchFamily="49" charset="-122"/>
                <a:ea typeface="楷体" panose="02010609060101010101" pitchFamily="49" charset="-122"/>
              </a:rPr>
              <a:t>高分子化学导读与解题</a:t>
            </a:r>
            <a:r>
              <a:rPr kumimoji="1" lang="en-US" altLang="zh-CN" sz="2800" dirty="0">
                <a:latin typeface="楷体" panose="02010609060101010101" pitchFamily="49" charset="-122"/>
                <a:ea typeface="楷体" panose="02010609060101010101" pitchFamily="49" charset="-122"/>
              </a:rPr>
              <a:t>》</a:t>
            </a:r>
            <a:endParaRPr kumimoji="1" lang="zh-CN" altLang="en-US" sz="2800" dirty="0">
              <a:latin typeface="楷体" panose="02010609060101010101" pitchFamily="49" charset="-122"/>
              <a:ea typeface="楷体" panose="02010609060101010101" pitchFamily="49" charset="-122"/>
            </a:endParaRPr>
          </a:p>
          <a:p>
            <a:pPr marL="514350" indent="-514350" eaLnBrk="1" fontAlgn="auto" hangingPunct="1">
              <a:spcBef>
                <a:spcPts val="0"/>
              </a:spcBef>
              <a:spcAft>
                <a:spcPts val="0"/>
              </a:spcAft>
              <a:buFontTx/>
              <a:buAutoNum type="arabicParenR"/>
              <a:defRPr/>
            </a:pPr>
            <a:endParaRPr kumimoji="1" lang="en-US" altLang="zh-CN" sz="2800" dirty="0">
              <a:latin typeface="楷体" panose="02010609060101010101" pitchFamily="49" charset="-122"/>
              <a:ea typeface="楷体" panose="02010609060101010101" pitchFamily="49" charset="-122"/>
            </a:endParaRPr>
          </a:p>
        </p:txBody>
      </p:sp>
      <p:sp>
        <p:nvSpPr>
          <p:cNvPr id="8" name="Text Box 21">
            <a:extLst>
              <a:ext uri="{FF2B5EF4-FFF2-40B4-BE49-F238E27FC236}">
                <a16:creationId xmlns:a16="http://schemas.microsoft.com/office/drawing/2014/main" id="{14329ABA-B842-4BA9-A497-C54144AA943A}"/>
              </a:ext>
            </a:extLst>
          </p:cNvPr>
          <p:cNvSpPr txBox="1">
            <a:spLocks noChangeArrowheads="1"/>
          </p:cNvSpPr>
          <p:nvPr/>
        </p:nvSpPr>
        <p:spPr bwMode="auto">
          <a:xfrm>
            <a:off x="1908175" y="393700"/>
            <a:ext cx="5410200"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800000"/>
              </a:buClr>
              <a:buSzPct val="90000"/>
              <a:buFont typeface="Wingdings" panose="05000000000000000000" pitchFamily="2" charset="2"/>
              <a:buChar char="v"/>
              <a:defRPr kumimoji="1" sz="2800">
                <a:solidFill>
                  <a:schemeClr val="tx1"/>
                </a:solidFill>
                <a:latin typeface="Times New Roman" panose="02020603050405020304" pitchFamily="18" charset="0"/>
                <a:ea typeface="楷体_GB2312" pitchFamily="49" charset="-122"/>
              </a:defRPr>
            </a:lvl1pPr>
            <a:lvl2pPr marL="742950" indent="-285750">
              <a:spcBef>
                <a:spcPct val="20000"/>
              </a:spcBef>
              <a:buClr>
                <a:srgbClr val="800000"/>
              </a:buClr>
              <a:buSzPct val="90000"/>
              <a:buFont typeface="Wingdings" panose="05000000000000000000" pitchFamily="2" charset="2"/>
              <a:buChar char="v"/>
              <a:defRPr kumimoji="1" sz="2400">
                <a:solidFill>
                  <a:schemeClr val="tx1"/>
                </a:solidFill>
                <a:latin typeface="Times New Roman" panose="02020603050405020304" pitchFamily="18" charset="0"/>
                <a:ea typeface="楷体_GB2312" pitchFamily="49" charset="-122"/>
              </a:defRPr>
            </a:lvl2pPr>
            <a:lvl3pPr marL="1143000" indent="-228600">
              <a:spcBef>
                <a:spcPct val="20000"/>
              </a:spcBef>
              <a:buClr>
                <a:srgbClr val="800000"/>
              </a:buClr>
              <a:buSzPct val="90000"/>
              <a:buFont typeface="Wingdings" panose="05000000000000000000" pitchFamily="2" charset="2"/>
              <a:buChar char="v"/>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800000"/>
              </a:buClr>
              <a:buSzPct val="90000"/>
              <a:buFont typeface="Wingdings" panose="05000000000000000000" pitchFamily="2" charset="2"/>
              <a:buChar char="v"/>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800000"/>
              </a:buClr>
              <a:buSzPct val="90000"/>
              <a:buFont typeface="Wingdings" panose="05000000000000000000" pitchFamily="2" charset="2"/>
              <a:buChar char="v"/>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800000"/>
              </a:buClr>
              <a:buSzPct val="90000"/>
              <a:buFont typeface="Wingdings" panose="05000000000000000000" pitchFamily="2" charset="2"/>
              <a:buChar char="v"/>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800000"/>
              </a:buClr>
              <a:buSzPct val="90000"/>
              <a:buFont typeface="Wingdings" panose="05000000000000000000" pitchFamily="2" charset="2"/>
              <a:buChar char="v"/>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800000"/>
              </a:buClr>
              <a:buSzPct val="90000"/>
              <a:buFont typeface="Wingdings" panose="05000000000000000000" pitchFamily="2" charset="2"/>
              <a:buChar char="v"/>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800000"/>
              </a:buClr>
              <a:buSzPct val="90000"/>
              <a:buFont typeface="Wingdings" panose="05000000000000000000" pitchFamily="2" charset="2"/>
              <a:buChar char="v"/>
              <a:defRPr kumimoji="1" sz="20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ct val="50000"/>
              </a:spcBef>
              <a:spcAft>
                <a:spcPts val="0"/>
              </a:spcAft>
              <a:buClrTx/>
              <a:buSzTx/>
              <a:buFontTx/>
              <a:buNone/>
              <a:defRPr/>
            </a:pPr>
            <a:r>
              <a:rPr kumimoji="0" lang="zh-CN" altLang="en-US" sz="40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高分子化学</a:t>
            </a:r>
          </a:p>
        </p:txBody>
      </p:sp>
      <p:cxnSp>
        <p:nvCxnSpPr>
          <p:cNvPr id="10" name="直接连接符 9">
            <a:extLst>
              <a:ext uri="{FF2B5EF4-FFF2-40B4-BE49-F238E27FC236}">
                <a16:creationId xmlns:a16="http://schemas.microsoft.com/office/drawing/2014/main" id="{B3081AB1-6CF0-48AD-BE72-7B5A3019EF4E}"/>
              </a:ext>
            </a:extLst>
          </p:cNvPr>
          <p:cNvCxnSpPr/>
          <p:nvPr/>
        </p:nvCxnSpPr>
        <p:spPr>
          <a:xfrm>
            <a:off x="131763" y="1268413"/>
            <a:ext cx="8783637" cy="0"/>
          </a:xfrm>
          <a:prstGeom prst="line">
            <a:avLst/>
          </a:prstGeom>
          <a:ln w="28575">
            <a:solidFill>
              <a:srgbClr val="90109E"/>
            </a:solidFill>
          </a:ln>
        </p:spPr>
        <p:style>
          <a:lnRef idx="1">
            <a:schemeClr val="accent2"/>
          </a:lnRef>
          <a:fillRef idx="0">
            <a:schemeClr val="accent2"/>
          </a:fillRef>
          <a:effectRef idx="0">
            <a:schemeClr val="accent2"/>
          </a:effectRef>
          <a:fontRef idx="minor">
            <a:schemeClr val="tx1"/>
          </a:fontRef>
        </p:style>
      </p:cxnSp>
    </p:spTree>
  </p:cSld>
  <p:clrMapOvr>
    <a:masterClrMapping/>
  </p:clrMapOvr>
  <p:transition spd="slow"/>
</p:sld>
</file>

<file path=ppt/theme/theme1.xml><?xml version="1.0" encoding="utf-8"?>
<a:theme xmlns:a="http://schemas.openxmlformats.org/drawingml/2006/main" name="Office Theme">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9809</TotalTime>
  <Words>4820</Words>
  <Application>Microsoft Office PowerPoint</Application>
  <PresentationFormat>全屏显示(4:3)</PresentationFormat>
  <Paragraphs>578</Paragraphs>
  <Slides>68</Slides>
  <Notes>13</Notes>
  <HiddenSlides>2</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5</vt:i4>
      </vt:variant>
      <vt:variant>
        <vt:lpstr>幻灯片标题</vt:lpstr>
      </vt:variant>
      <vt:variant>
        <vt:i4>68</vt:i4>
      </vt:variant>
    </vt:vector>
  </HeadingPairs>
  <TitlesOfParts>
    <vt:vector size="90" baseType="lpstr">
      <vt:lpstr>等线</vt:lpstr>
      <vt:lpstr>等线 Light</vt:lpstr>
      <vt:lpstr>黑体</vt:lpstr>
      <vt:lpstr>华文楷体</vt:lpstr>
      <vt:lpstr>楷体</vt:lpstr>
      <vt:lpstr>楷体_GB2312</vt:lpstr>
      <vt:lpstr>隶书</vt:lpstr>
      <vt:lpstr>宋体</vt:lpstr>
      <vt:lpstr>Arial</vt:lpstr>
      <vt:lpstr>Calibri</vt:lpstr>
      <vt:lpstr>Calibri Light</vt:lpstr>
      <vt:lpstr>Cambria Math</vt:lpstr>
      <vt:lpstr>Century Schoolbook</vt:lpstr>
      <vt:lpstr>Symbol</vt:lpstr>
      <vt:lpstr>Times New Roman</vt:lpstr>
      <vt:lpstr>Wingdings</vt:lpstr>
      <vt:lpstr>Office Theme</vt:lpstr>
      <vt:lpstr>公式</vt:lpstr>
      <vt:lpstr>Document</vt:lpstr>
      <vt:lpstr>Graph</vt:lpstr>
      <vt:lpstr>Equation.3</vt:lpstr>
      <vt:lpstr>CS ChemDraw Drawing</vt:lpstr>
      <vt:lpstr>PowerPoint 演示文稿</vt:lpstr>
      <vt:lpstr>PowerPoint 演示文稿</vt:lpstr>
      <vt:lpstr>PowerPoint 演示文稿</vt:lpstr>
      <vt:lpstr>PowerPoint 演示文稿</vt:lpstr>
      <vt:lpstr>PowerPoint 演示文稿</vt:lpstr>
      <vt:lpstr>PowerPoint 演示文稿</vt:lpstr>
      <vt:lpstr>本章提纲和关键词</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传统自由基共聚中聚合物链的序列及其长度：</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浙江大学材化学院</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高分子化学多媒体课件</dc:title>
  <dc:subject>第四章    自由基共聚合</dc:subject>
  <dc:creator>李伯耿、陈雪萍、罗英武、李宝芳、范宏</dc:creator>
  <dc:description>国家级精品课程，版权所有</dc:description>
  <cp:lastModifiedBy>朱健</cp:lastModifiedBy>
  <cp:revision>648</cp:revision>
  <cp:lastPrinted>2017-04-10T13:13:06Z</cp:lastPrinted>
  <dcterms:created xsi:type="dcterms:W3CDTF">1999-12-18T05:39:47Z</dcterms:created>
  <dcterms:modified xsi:type="dcterms:W3CDTF">2024-11-12T02:13:30Z</dcterms:modified>
</cp:coreProperties>
</file>